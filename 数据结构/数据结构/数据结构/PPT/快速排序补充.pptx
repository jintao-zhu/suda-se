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4" r:id="rId5"/>
    <p:sldId id="260" r:id="rId6"/>
    <p:sldId id="258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3-12-28T01:15:34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15187 8837 0,'-18'0'94,"1"0"-63,-36-18-15,35 18-16,-35 0 16,-35 0-1,0 53 16,17 0-15,71-17 0,-17-1-1,17 0 17,17 53-1,1-52-16,0 16 1,17 1 0,18-17-1,-36 17 1,36-36 0,0 1 15,-35 0-16,0-18 1,35 0 0,35 0 15,-18 0-15,1 0-1,-18-36 16,-18 1-15,-17 17-16,17 18 16,18-53-1,-36 36 1,19-19 0,-19 1-1,-17 0 1,18 0-1,-18-1 1,0-17 0,-18 18-1,-17 0 32,17 0-31,-17 35-1,0 0 32,0-18-31,-1 18 0,1-18-1,17 18 1,1 0-1,-1 0 1,1 0 0,-19-17-1,36-1 1,-17 0 0</inkml:trace>
  <inkml:trace contextRef="#ctx0" brushRef="#br0" timeOffset="1445.11">15205 8855 0,'0'17'62,"0"1"-46,-18 0-1,0 17 1,1 0 0,17-17-1,-18 35 1,18-36 15,0 1 125,-17-18-140,-1 0 78,36 18 156,17-18-235,18 17 1,-18-17 0,0 0 15,1 0-16,-19 0 17,18 0-17,-17 0 1,0 0 15</inkml:trace>
  <inkml:trace contextRef="#ctx0" brushRef="#br0" timeOffset="2292.77">15275 8961 0,'0'35'94,"0"0"-78,0 0-1,0 1 1,0-1-1,0 18 1,0-18 0,0-17-1,18-1 17,-18 1-1</inkml:trace>
  <inkml:trace contextRef="#ctx0" brushRef="#br0" timeOffset="6415.03">14905 9507 0,'-18'18'94,"1"0"-79,-36 35 1,17-18-1,1-18 17,0 36-17,17-53 1,-17 53 0,0-35-1,35 0 1,-18-1-1,-17 18 1,-1 18 0,19 0-1,-36-35 1,18 35 0,-1-18-1,36-17 1,-17-1-16,-1 19 31,0-36 32,18 17-48,0 1 1</inkml:trace>
  <inkml:trace contextRef="#ctx0" brushRef="#br0" timeOffset="8438.95">14429 10336 0,'0'0'0,"-18"0"94,0 0-63,-17 0-16,17-17 1,-17 17 0,-18-18-1,36 18 1,-19 0-16,-17 0 31,0 18-15,1-1-1,16-17 1,-34 18 15,-1 35-15,36-18 0,17-17-1,-17 17 16,17-35-15,1 35 0,-1-17-1,0 35 1,18 0 0,0 17-1,18-17 16,0-17-15,35 34 0,-18-52-1,0 17 1,18-17 0,-18-1-1,36 19 16,17-19-15,-53-17 15,-17 0-15,17 0 0,1-17 15,-1-1-16,0-17 1,-17-1 0,35-16-1,-36-1 1,19 35 0,-36-17-1,17 17 1,1-17-1,17 17 1,-17 1 15,-18-1-15,0-17 0,0 17-1,0 0 1,0-35-1,0 36 1,-35-1-16,35 0 16,-18 1-1,-17-1 1,17 18 0,0 0 30,1 0-30,-1 0 62,0 0-31</inkml:trace>
  <inkml:trace contextRef="#ctx0" brushRef="#br0" timeOffset="9585.81">14164 10495 0,'0'18'78,"0"17"-63,0 18 1,18-18 0,-18 1-1,0-1 16,0 18 1,0-36-17,17 1 1,-17 0 46,0-1-46,0 1 0</inkml:trace>
  <inkml:trace contextRef="#ctx0" brushRef="#br0" timeOffset="10954.68">15487 9578 0,'0'18'62,"18"-1"-46,52 89 0,36 35-1,-88-106 1,17 54-1,18-19 1,17 1 15,-52-36-31,0 0 16,35 36 0,-18-54 15,-35 1-16,17-18 1,1 0 0,-18 18-1,18-1 1,-1-17 46</inkml:trace>
  <inkml:trace contextRef="#ctx0" brushRef="#br0" timeOffset="12633.85">16422 10477 0,'-35'-35'31,"17"35"-15,18-17 0,-18 17-1,1 0 16,17 17 1,-18 1-17,-17 17 1,35 0 0,-36 36 15,1-36-16,35 1 1,-18-19 0,1 36-1,17-18 1,0-17 0,0 35-1,0-35 1,0-1-1,0 18 1,17-17 0,1 17-1,17 1 17,-35-19-32,36 1 15,17 0 1,-18-1 15,18 1-15,-18-18-1,18 17 1,-35-17-16,35 0 16,35 0-1,0 0 1,0 0-1,0-17 1,-52-1 0,17 1-1,-53-36 1,0 0 0,0-18-1,17-35 16,-17 89-15,0-19-16,-35-52 31,17 71-15,1-19 0,-36-17-1,17 18 1,1 0-1,-18 17 1,0-17 0,36 17-1,-36 1 1,35 17 0,-35-36-1,36 36 1,-1 0-1,0 0 17,-17 0 30</inkml:trace>
  <inkml:trace contextRef="#ctx0" brushRef="#br0" timeOffset="13607.76">16563 10513 0,'0'17'31,"-18"1"-15,1-18-1,17 35 1,-18 18 0,18-35-1,0 35 1,0-36 0,0 19-1,0-1 1,18-17 15,35 52-15,-36-52-1,1-1 1,-1 1 0,-17 0 15,0-1-16,0 1 48,-35-18-16,0 0-32,-18 0 1,18 0 31,35-18 62</inkml:trace>
  <inkml:trace contextRef="#ctx0" brushRef="#br0" timeOffset="14330.1">16616 10672 0,'35'0'109,"106"0"-77,-88 17-17,-18-17 1,1 0-1,-19 0 17</inkml:trace>
  <inkml:trace contextRef="#ctx0" brushRef="#br0" timeOffset="26325.7">13705 11148 0,'-17'0'63,"-1"17"-48,-52 54 16,-36 17-15,18 18 0,-1 17-1,-16-34 17,-1 52-17,53-88 1,17-18-1,19 0-15,-1-35 16,1 36 15,-1-19-15</inkml:trace>
  <inkml:trace contextRef="#ctx0" brushRef="#br0" timeOffset="28903.3">12735 12206 0,'-17'0'47,"-19"0"-16,1 53 0,-18 123 1,18-105-17,35 0 1,0-36-1,18 0 1,-1 0 0,18 1-1,18-1 1,-17 0 0,52 0-1,-53-35 1,-17 0-1,-1 0 1,1 0 0,0 0 15,-1-17-15,36-54 15,-35 18-16,-1-17 1,1 17 0,0 18-1,-18-1 1,0 1 0,0-18-1,0 18 16,0 17-15,-18 1 0,0-36-1,-17 35 17,35 0-17,-17 18 1,-1 0 15,-17 0-15,-1-17-1,-17-1 1,18 18 0,18 0 15,-1 0 0,0 0-15,18 18-1,-35 17 1,17-35 62,18 18 16,18-18-79,0 17 1,17 1 0,-17 0-1,17-1 1,-18-17 0,1 18-1,0-1 1,-1-17 31,-17 18 0,0 0-16,0-1-16,-17-17 1,17 18 0,-18-18-1,0 18 1,1-18 0,-18 0-1,17 0 16,-17 0-15,52 0 125,1 17-126,17 1 1,-17 0 15,17-1-15,-17 1-1,-1 0 1,1-18 15,-18 35 1,0-18 14,0 19 1,-18-36-31,1 0 0,-1 0-1,0 0 1,-17 17-1,18-17 1,-1 0 0,0 0-1,1 0 32,-1 0-16</inkml:trace>
  <inkml:trace contextRef="#ctx0" brushRef="#br0" timeOffset="30162.67">14058 11236 0,'35'18'47,"1"35"-32,17-1 1,17 37-1,-70-54-15,71 88 16,-1 1 0,1-1 15,17 18-15,-53-70-1,1-18 1,-19-18 15,1 0-15,0-17-1</inkml:trace>
  <inkml:trace contextRef="#ctx0" brushRef="#br0" timeOffset="33599.92">14746 12365 0,'-18'0'78,"1"0"-63,-1 0-15,-17 0 16,0 35 0,17 18-1,0-35 1,1 17 0,-1 0-1,18 1 1,-18-19 15,18 54-15,18-36-1,-18-17-15,53 35 47,-35-18-31,-1-35-1,1 17 1,0 1 0,17-18-1,-18 18 1,19-18 0,-1 17-1,-17-17 16,-1 0-15,1 0 31,17 0-16,-17-53 0,-1 1-15,-17 16 0,18 19-1,-18-1 1,18-17 15,-18 17-15,0 0 15,0-17-15,0 18-1,-18-1 1,18 0 0,0 1 15,-18-1 0,18 0-15,-17 1-1,17-1-15,0 0 16,-35 1 0,17-1-1,0 18 32,1 0-31,-1 0 46,0 0-46,1 0 46,-1 0-46,0 18 0,1-18 218,-1 0-187,36 17 250,-1 1-282,19 0 1,-36 35 0,35-53-1,-35 17 1,0 1-1,0 0 48,0 17-47,0-18-1,0 19 1,0-1-1,0-17 17,0-1 61,-18 1-77,-17-18 0,17 0-1,18 18 1,-17-18 0,-1 0 30,1 0 17,52 0 93,0 0-140,0 0-1,-17 0 1,0 0-16,-1 0 31,1 0-15,0 17 0,-1-17 140,1 0-109,-36 0 93</inkml:trace>
  <inkml:trace contextRef="#ctx0" brushRef="#br0" timeOffset="67252.14">16598 11236 0,'0'18'172,"0"-1"-156,-17-17-1,-1 36 1,18-19 0,-18 1-1,18-1-15,-35 36 31,35-35 1,-53 70-1,35-53-15,-17 18 15,35-35-16,-17 0 1,-1-1 15,18 19-15,-18-19 0,18 1 30,0-1-30,-17 1 47,-1-18-32,18 18-16,0-1 110,0 1-93,0 0-1,-18-18 16</inkml:trace>
  <inkml:trace contextRef="#ctx0" brushRef="#br0" timeOffset="84755.24">16316 12065 0,'-18'0'16,"18"-18"-1,-17 18 16,-1 0-15,0 0 0,-17 0-1,17 0 1,1 0 0,-18 0-1,17 18 1,-17 0-1,17-1 1,0 1 0,-17 0 15,17-1-15,18 1 15,-17 17-16,17-17 1,0 17 0,0-17-1,0 35 1,0-36 0,35 36-1,-17-35 1,-18-1-1,17 1 1,1-18 0,17 53 15,53 35-15,-52-53-1,-19-17 16,36 0-15,-17-1 0,-19-17-16,19 18 31,16-18-15,1 0-1,-17 0 1,-1-35-1,18-1 1,-18-16 0,-17-19-1,-18 36 1,0-18 0,0 17 15,0-34 0,-18 17-15,0 53-1,18-18 1,-17 18 0,-1-17-1,18-1 1,-35 18-1,17-18 1,1 1 0,-1-1-1,-17 1 1,17 17 78,0 0-47</inkml:trace>
  <inkml:trace contextRef="#ctx0" brushRef="#br0" timeOffset="86200.2">16210 12206 0,'35'0'141,"-17"0"-126,17 0 1,18 0 0,-35 0-1,17 18 1,-17-18-1,17 0 1,-17 17 172,-18 19-157,17-36-16,-17 17-15,0 36 32,0-18-17,0-17 1,0 0 15,0 17-31,0-17 16,0 17-1,0-17 48,-17-1-47</inkml:trace>
  <inkml:trace contextRef="#ctx0" brushRef="#br0" timeOffset="87769.45">16245 12788 0,'-17'0'16,"-19"35"0,19-35-1,-1 18 1,1 17 0,-1 1-1,0-1 1,-17 0-1,17 18 1,-17-18 0,17 36-1,-52 0 17,35-19-17,17-52 63</inkml:trace>
  <inkml:trace contextRef="#ctx0" brushRef="#br0" timeOffset="89199.06">15963 13529 0,'-17'-18'15,"34"36"-15,-52-36 16,17 18-16,1-17 16,-19 17-1,-52 0 1,0 0 0,53 0-1,-18 0 1,35 0-16,0 17 15,1 1 17,17 0-17,-18 35 17,18-1-17,0 1 1,0 0-1,0 36 1,0-72 0,18 36-1,-1 0 1,36 18 0,-17-19-1,-19-34 1,1 17-1,0-17 1,-1-18 15,-17 18-31,36-18 16,-19 0 15,18 0-15,1 0-1,-19 0-15,1 0 16,53-36 0,-36-17-1,0 1 1,0-19 0,-17 0-1,-18 19 1,0 16-1,18-17 1,-18 36 0,0-1-1,0-17 17,-18-18-17,-17 18 1,17 35-1,0-36 1,1 36 0,-1 0-1,1 0 1,-19 0 0,19 0-1,-1 0 1</inkml:trace>
  <inkml:trace contextRef="#ctx0" brushRef="#br0" timeOffset="90611.61">15928 13670 0,'-35'-18'47,"-36"1"-31,36 17 0,17 0-1,-52 0 1,34-18-1,-17 18 17,36 0-17,-1 0 1,18 35 0,0-17-1,0 0 1,0-1 15,35 19-15,1-19-1,-1 19 17,-17-36-17,-18 35 1,17-17-1,1-1 1,0-17 0,-18 18-1,0-1 1,17 1 0,-17 0 46,-35-18-15,17 0-31,1 0-1,-1 0 1,-17 0 46,35-18-30,0 0-17,0 1 1,0-18-1,0 17 1,17 0 15,36-17 1,0 17-17,-35 18 1,-1-17-1,-17-1-15,18 18 16,0-18 0,-1 18 15,-17-17-15,0-1-1</inkml:trace>
  <inkml:trace contextRef="#ctx0" brushRef="#br0" timeOffset="91506.19">15593 14129 0,'0'17'15,"-18"-17"1,0 36 31,-17-19-32,35 19-15,-17 16 16,-36 19 0,0 0-1,35-18 1,0-18-1,1 0 1,-1 0 0,18-17-1,-17 17 1,17 1 0,0-19 15,-18-17-16,0 0 64</inkml:trace>
  <inkml:trace contextRef="#ctx0" brushRef="#br0" timeOffset="94282.15">15240 14870 0,'-53'-18'31,"35"0"-15,1 18-16,-36-17 15,35 17 1,-17 0 0,0 0 15,35 17-15,-71 36 15,53 18-16,1-36 17,-18 36-17,17-18 1,0 35 0,-17-18-1,35-17 1,-18 0-1,18-35 1,0 35 15,18-36-15,35 36 0,-35-18-1,34 1 1,72-1 15,-53-17-15,-54-18-1,18 0 17,1 0-17,17 0 1,17-18-1,1-35 1,35 0 0,-54 18-1,-16-36 1,-19 71-16,-17-35 16,18 35-1,0-35-15,-18 0 16,0-54-1,-36 1 1,1 18 0,-35-19-1,17 54 17,35 17-17,0 1 1,1-1-1,-19 18 1,19 0 0,-36-17-1,35 17 1,1 0 31</inkml:trace>
  <inkml:trace contextRef="#ctx0" brushRef="#br0" timeOffset="95852.84">15311 15081 0,'-18'0'32,"36"0"-32,-54-17 15,19 17 1,-1-18 15,0 18 0,1 0-15,17 18 0,-18-18-1,0 17 1,1 1 0,17 0-1,0-1 16,-18 54 1,18-54-17,0 1 1,18 0 15,-1-18 32,1 0-48,0 0 1,17 0 0,0 0 15,-17 0-16,17 0 17,-35-18-1,18 0-15,-1 1-1,1 17 1,-18-36-1,0 72 173,0-1-172,0 0-1,0 1 1,0-1-1,0 0 1,0-17 0,0 35-1,0-36 1,0 19 0,0-19 46,-18-17 47</inkml:trace>
  <inkml:trace contextRef="#ctx0" brushRef="#br0" timeOffset="99995.49">30974 8731 0,'-18'0'32,"1"18"-17,-1 0-15,-17-18 32,-1 35-17,19-35 16,-19 35-15,1-17 0,18-1-1,-19 19 1,1 17 0,17-18-1,-17 71 1,17-53-16,1-18 15,-1 0-15,18-17 16,-17 105 0,-1-52-1,18-36 17,0 89-17,35-72 16,18 1-15,-18-17 0,1-1-1,17 18 1,17 0 0,-17-36-1,-18 1-15,36 17 16,-36-17-1,36-18 1,-36 0 0,18 0-1,-18 0 17,-17 0-17,-1 0 1,1-18-1,35-35 17,-35 0-17,-1-35 1,1 18 0,-18-18-1,0 52 1,0-17-1,0 18 1,0-35 0,0 17-1,0 0 1,-18 0 0,18 17-1,0 19-15,0-1 31,0 1-15,-17-1 31,-1 18-31,-17-18 15,17 1-16,-17 17 1,35-18 0,-35 0-1,17 1 17,-17 17-17,35-18 16,0 0 1,-18 18-17,0 0 1,-17 0 31,17-17-32,1 17 17,-1 0-1</inkml:trace>
  <inkml:trace contextRef="#ctx0" brushRef="#br0" timeOffset="101269.16">30974 9260 0,'0'18'109,"-18"35"-77,18-35-32,0 17 15,0 0 1,0 0-1,0 1 17,0-19-17,36 19 1,-19-1 0,-17-17-1,18 17 1,-1-35-1,1 53 1,-18-36 15,0 1 47,-18-18-15,-17 0-47,18 0-1,-19 0 1,19 0 46,-1-18-46,0 18 0,-17 0-1,17 0 32,1 0-31,17-17 15,-18 17 0</inkml:trace>
  <inkml:trace contextRef="#ctx0" brushRef="#br0" timeOffset="102149.53">30956 9454 0,'18'0'16,"0"-17"-1,-1 17 1,1 0 0,17 0-1,-17 0 1,-1-18 0,19 18-1,-19 0 16,19 0-15,-19 0 0,1 0-1</inkml:trace>
  <inkml:trace contextRef="#ctx0" brushRef="#br0" timeOffset="115906.91">30586 9842 0,'-18'0'62,"1"0"-15,-1 36-31,-17 17-1,-1 17 1,-17-34 0,18 34 15,0 1-15,-18-18-1,-18 17 1,36-35-1,-18 18 17,18-35-17,17 0 17,-17 17-17,17-18 1,18 1-1,-17 17 1,-1-17 0,18 0-1,-18-18 1,1 0 0,17 17 46,-18-17-31</inkml:trace>
  <inkml:trace contextRef="#ctx0" brushRef="#br0" timeOffset="118998.88">29968 10689 0,'0'0'0,"-17"0"125,-18 0-109,-1 0-1,1 0 1,17 0-1,-35 0 17,36 0-17,-1 18 1,1-18 0,-1 17-1,0-17 1,-17 18-1,17 17 1,-17-17 0,0 0-1,17-1 1,0-17 15,1 36-15,-18-36-1,17 35 1,18-18 15,0 19 1,0-19-17,0 1 1,18 0-1,-1-1 1,-17 1 0,35 0-1,-35-1 1,36 1 0,-19-18-1,19 17 1,-19 1-1,19 0 17,-19-18-1,19 17-15,-19 1-1,18-18 1,1 0-1,-1 0 1,0 0 0,18 0-1,-18 0 1,18 0 0,18 0-1,-53 0 1,17 0-16,-18-18 15,19 1 1,-19 17 0,19-36 15,-1 19-15,-17-18-1,-1-1 1,-17 19-1,18-36 1,-18 17 0,0 19-1,0-18 1,0 17-16,-35-17 47,-1 35-16,-17-36-15,36 36 15,-36-17 0,35 17-15,-17 0 15,17 0-15,1 0-1,-19 0 17,19 0 30,-19 0-46,1-18 15,18 0 0,34 36 266,-17 0-281,0-1-1,0 1 1,0 35 0,0-18-1,0 0 1,0 18-1,0-35 1,0 17 31,0-17-31,0 0-1,0-1 32,18-17 375</inkml:trace>
  <inkml:trace contextRef="#ctx0" brushRef="#br0" timeOffset="149692.75">29863 11254 0,'0'17'94,"0"19"-78,70 34-1,-70-35 1,18 36 0,35-18-1,0 17 1,-36 1 0,19-1-1,-1-17 1,-18-17-1,1-1 1,0-17 0,-1 17-1,1-35 95,-18 18-79</inkml:trace>
  <inkml:trace contextRef="#ctx0" brushRef="#br0" timeOffset="153213.82">30498 11906 0,'0'0'0,"-18"0"31,0 0-15,1 0-16,-1 0 15,-17 0 1,0 18 15,-18 17-15,35-17-1,18 17 17,0 0-32,-18 1 31,1 69-16,-1-52 17,-17-17-17,35-1 1,-18 0 0,18 0-1,0 18 1,18-17-1,-1-1 1,1-17 0,0-1 15,52 19-15,-52-36-16,0 0 15,70 52 1,-35-34-1,-18-18 17,18 0-17,-36 0 1,19 0 0,-1 0 15,-17-35 0,35-71-15,-18 35-1,-35 18 1,0 36 0,0-18 15,17-1-16,-17 1 1,0 17 15,-17 1-15,-1-19 15,1 1-15,-1 0-1,-17-18 1,17 53 0,0 0-1,18-18 17,-17 18-1,-19 0 0,19 0-15,-1-17 15,1 17 0,-1 0-15,0 0-1,1 0 48,-1 0-47,18 17 155,18-17-124,-1 0-31,19 36 0,-19-36-1,1 0-15,-1 17 31,-17 1-15,18 0 0,0-18-1,-18 17 48,0 1-32,0-1 16,0 1-31,0 0 15,-18-18-16,0 0 1,-52 0 0,52 0-1,1 0 1,-1 0 46,0 0-30,1 0 15,34 0 46,1 0-77,35 17 0,-53 1-1,53 0 1,-18-18 15,-17 17-15,-18 1-1,17-18 32,-17 18-31,0-1-1,18 1 1,-18 17 0,0-17-1,0-1 1,-18-17 31,1 18-32,-19-18 1,-16 18 15,16-18-15,19 0 46,-1 0-46,0 0 31</inkml:trace>
  <inkml:trace contextRef="#ctx0" brushRef="#br0" timeOffset="170290.41">30321 12665 0,'0'17'62,"-17"36"-46,-54-17-1,36 34 17,-1-17-17,19 0 1,-54 17-1,36 19 1,-18-36 0,35 0-1,-52-18 1,17 35 0,0-17-1,18-17 1,17-36 15,18 17-15</inkml:trace>
  <inkml:trace contextRef="#ctx0" brushRef="#br0" timeOffset="172110.45">29439 13476 0,'0'0'0,"18"0"484,52 0-452,-17 18-17,-17-18 1,17 35 0,-18-35-1,0 35 1,-17-17-1,17 17 17,-17 0-1,-18-17 0,0 0-15,0 17 15,-18 18-15,-35-18-1,18-35 17,0 36-17,17-19 1,0 18-1,-35-35 1,36 18 0,-1-18 62,71 18 47,0-18-110,18 17 1,-1-17 0,-52 0-1,-1 0 1,1 0 0</inkml:trace>
  <inkml:trace contextRef="#ctx0" brushRef="#br0" timeOffset="173460.81">29439 13264 0,'-17'0'47,"-1"0"-32,0 18 1,18 53 0,-17-1-1,17 36 1,-18-18 0,18 36-1,18-36 1,-18-35 15,35 53 0,-17-71-15,-18-17 0,35 17-1,0 18 1,-35-36-1,53 19 1,-35-19 0,35 1-1,-36 0 1,19-18 0,-19 0-1,36 0 16,53 0-15,-53 0 0,-18 0 15,-17 0-15,-1-18-1,-17-17-15,18-1 16,70-52-1,-70 35 1,-18 0 0,0 0-1,0 1 1,-53-19 0,0-35-1,-53-17 1,36 52-1,-36-17 17,71 53-1,17 17-15,0 0-1,-17 18 16,17 0-15,-35-35 0,53 17-1,-35 18 1,18-17 0,-1 17 15</inkml:trace>
  <inkml:trace contextRef="#ctx0" brushRef="#br0" timeOffset="174308.16">30498 12841 0,'17'0'47,"54"71"-32,-36-54 1,18 36-1,18 35 1,-19-35 0,1 53-1,-17-53 1,34 18 0,-70-36-1,18-35 1,-18 18-1,18-18 48</inkml:trace>
  <inkml:trace contextRef="#ctx0" brushRef="#br0" timeOffset="176380.26">31115 13564 0,'-18'0'15,"1"0"1,-1 0 15,-17 0 1,-18 36-17,-18 16 16,71-16-15,-17 34 15,-36-52 1,53 17-17,-18 18 1,18-18-1,0 1 1,-18-1 0,18 0-1,0-17 1,18 17 0,0 0-1,-1-17-15,1 17 31,17 18 1,18 0-17,-17-35 1,-1-1 15,0-17-15,18 18-1,0-18 1,35 0 0,-17 0-1,-36 0-15,18-35 32,-18 0-17,0-36 1,1-17-1,-19 17 1,1 18 0,-18 18-1,0-18 1,0 0 15,0 18-15,-18 17-1,1-17 1,-1 0-16,-17 17 16,17 18-1,0 0 1,1-18 0,-18 1-1,-18-1 1,17 18-1,1-17 1,17 17 0,-34-18 15,34 18-15,0 0 15,1 0 63,-36 35-63,-35 36 0,70-36-15,-35 18-1,35-35 17,1-1-17,34 1 48,19 0-32,-1-18-15,0 17-1,36 1 1,-18-18-1,-36 0 1,19 0 0,-19 0-1,1 0 1,-1 0 31,19 17-32,-19-17 48,1 18-47,-18 0 30,35-18-30</inkml:trace>
  <inkml:trace contextRef="#ctx0" brushRef="#br0" timeOffset="177197.71">31221 13723 0,'-18'0'78,"18"71"-31,0-1-32,0 54 1,0-71 15,0-18-15,0 18-1</inkml:trace>
  <inkml:trace contextRef="#ctx0" brushRef="#br0" timeOffset="182417">31415 9913 0,'53'35'188,"88"54"-157,-123-72-16,158 71 1,-88-35 0,-35-17-1,35 16 17,-17 1-17,17 0 1,-70-35-1,-1 0 1,19 17 218,-19-18-218,1 19 0,-1-19-1,1-17 173</inkml:trace>
  <inkml:trace contextRef="#ctx0" brushRef="#br0" timeOffset="185740.15">32685 10689 0,'-18'0'62,"18"-17"-46,-17 17 0,-19 0 15,19 0 16,-1 0-32,0 0 48,1 0-32,-1 0-15,18 17 31,-18-17-32,18 18 1,0-1 15,0 1-15,0 0 15,0-1-15,0 1-1,0 0 1,0-1 0,18-17-1,17 53 1,1-18 15,-1-17-15,-17 0-16,17 17 15,0-35 1,-35 18 15,35 17 0,-17-35-15,0 18 0,-18-1-1,17-17 1,-17 18 46,-17-18-46,-1 17 0,0-17-1,1 0 17,-36 0-17,18 0 1,-1 0 15,1-17-15,17-1-1,18 1-15,-17 17 16,17-18 46,-18 18-46,0 0 0,18-35-1,0 17 1,18-35 0,17 0-1,-17 36 1,0-1-1,35 0 17,-18 1-17,-18-1 1,1 0 0,0 18-1,-1-17 1,-17-1-1,18 18 1,-18-18 47</inkml:trace>
  <inkml:trace contextRef="#ctx0" brushRef="#br0" timeOffset="187357.03">32526 10495 0,'-35'0'16,"70"0"-16,-88 0 15,36 18 1,-19-1 0,36 1 15,-35 17 0,17 1-15,-17-1-1,35 0 1,-18 36 0,1-36-1,-1 18 1,1 0 0,-1-18-1,18 0 1,0 1-1,18-36-15,-1 53 32,36-1-17,-35-16 1,17-1 0,0-17 15,-17-18-16,35 35 1,17-17 0,-52-18-1,17 0 1,-17 0 0,17 0-1,-17 0 1,-1 0-1,1 0 17,0-18-17,-18 0 1,17-35 0,1-52 15,0 34 0,-18 36-15,0-36-1,0 18 1,0 0 0,-18 0-1,0 18 1,18 18-1,0-19 1,0 19 15,-17-19-15,-1 36 15,18-17-15,-18-1-1,-17-17 32,0 17-15,17 18-17,1 0 32</inkml:trace>
  <inkml:trace contextRef="#ctx0" brushRef="#br0" timeOffset="198111.06">32526 11395 0,'-18'0'110,"18"17"-48,0 1-46,-17 0 0,-1-1-1,18 1 16,-17 0-15,17 34 0,-18-34-1,0 17 1,1 18 0,-1-17-1,-17-1 1,35 0-1,-18 36 17,0-1-17,18-52 1,0 0 15,0-1 110,0 1-63,0-1-62</inkml:trace>
  <inkml:trace contextRef="#ctx0" brushRef="#br0" timeOffset="199712.55">32279 12136 0,'-17'0'31,"34"0"-31,-70 0 16,18 0-1,-18 0 1,35 0-1,-17 0 1,17 0 15,-17 35-15,-18-18 0,18 36-1,0-17 1,17-1-1,0 0 1,18-17 0,-17-1-16,17 1 15,0 0 1,17 17 0,1 0-1,0-17 1,-1 17-1,1-17 1,35 0 15,-18 17-15,0-35 0,18 17-1,-17 1 32,-1-18-31,-17 0-1,-18-18 1,17-34 0,19 16-1,-36 19 1,35-19 15,-18 36-15,1-53 15,0 18 0,-18 17-15,0 1-1,0-1 1,17 18 0,-17-17-1,0-1 1,0 0 0,0 1-1,0-1 1,0 0-1,-17 18 1,-1 0 0,-17-17 15,17-1 0,1 18-15,-19-18-1,36 1 17,-17 17-17,-1 0 1</inkml:trace>
  <inkml:trace contextRef="#ctx0" brushRef="#br0" timeOffset="201016.22">32015 12259 0,'17'0'94,"1"0"-79,70 0 1,-70 18 15,35-1-15,0 19-1,-36-36 17,-17 17-17,0 1 220,0 17-220,0-17 1,0 17-1,0-17 1,0 17 15,0 18-15,0-35 15,0-1-15</inkml:trace>
  <inkml:trace contextRef="#ctx0" brushRef="#br0" timeOffset="202209.18">32720 11307 0,'0'17'109,"18"18"-93,17 1 0,0 34-1,18 1 1,-35-18 0,17 0 15,36 70-16,-54-52 1,1-54 15,17 36-15,-35-35 0,18 0 15,-18-1-16</inkml:trace>
  <inkml:trace contextRef="#ctx0" brushRef="#br0" timeOffset="204284.72">33337 12277 0,'0'0'15,"-17"0"1,-18 0 47,17 0-48,0 0 1,1 0-1,-19 17 48,36 1-47,0 17-1,-17 0 16,17 1-15,-18-1 0,18-17-1,0-1 1,0 1 15,18 17-15,-1-17 15,1 0-15,-18-1-1,18 1 1,17-18 0,-17 0-1,-1-988 1,18 2011-1,1-1005 1,-1-1 15,-17 1-15,-1-18 15,1 0-15,17 0 46,-35-18-46,36 18 0,-19-35-1,18 17 16,-35 1-31,0-1 0,18 18 16,0-53 0,-1 0-1,1 36 1,-18-19 15,18 36-31,-18-35 31,0 17-15,0-17 0,0 18 31,0-1-16,0-35 16,-36-18-32,36-17 1,0 71 0,-17-1-1,-1 0 16,0 1 32,18-1-32,-35 18-15,18 0-1,-19 0 1,19 0 0,-1-18-1,-17 18 1,17 0 0,0 0 15,1 0-16,-1 0 17,-17 0-17,17 0 1,1 0 15,-1 0-15,18 18 15</inkml:trace>
  <inkml:trace contextRef="#ctx0" brushRef="#br0" timeOffset="206262.92">33549 12188 0,'-17'0'94,"-19"0"-63,19 0 0,-1 0-15,0 0 0,1 0 15,-1 0-15,18 18 15,-18-18 0,18 35 0,0-17-15,0 0 0,0-1 15,18 1-16,0-18 1,-18 18 0,17-18-1,1 0 17,-18 17-17,18-17 63,17-17 16,-17-1-63,-18 0-15,17-17 15,1 17-15,-18 1-1,0-19 1,0 72 203,0 87-188,0-70-15,0 0-1,0 18 17,0-36-17,0-17 1,0-1 15,-18-34 157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D5A8D-75F5-4053-86EE-567136181D3D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26477-1F53-4C03-81EE-6972AA2FB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0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26477-1F53-4C03-81EE-6972AA2FB8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2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18152-E3BE-2856-777E-7FF6767D1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FE1B67-2A48-1BBA-92E8-3CA4A67B3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D3B21-4DBD-83F7-4825-506DC2EE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5BAA4-F090-36DE-CCEE-57BDFE17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C92520-B73B-B515-72CF-9D9EBF6E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8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47BE-BFDE-90F3-AFBF-6554F9F6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3CBA6-E833-446B-0799-902325845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53C1F-A7BB-39AA-2A5D-3A94D988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151F9-7345-CEC6-F790-456DD6BA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6D2BD-3EDD-2501-6298-4F46A0A2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45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D8EC0-812D-8850-8D59-B52B32A2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4A5368-2905-97D6-6692-2EC0071DB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A2785E-169E-4037-89B7-AF913071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CABEC-737C-F3E5-8D08-E7321275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34B6A5-023C-F33F-C367-A87C2AE3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326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9DDBF-2700-108F-A761-2A9EC690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A7576-8BC1-46FB-E87C-1A2A316C0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AB86A7-D011-3443-12B5-FF5297440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FC87DB-468A-77B7-E1D5-9FD22FF4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DEA76C-E789-49AD-9949-7F52D4FC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A02764-E97E-D12D-8292-FC4D51C0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19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7CBF4-5FF6-F0E0-795C-8677B65D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B1E319-3120-5E98-6B32-9E7DF1122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F4AB48-E762-3399-BA42-A61D7430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FF6F72-FD57-24E6-3C48-D07C5A885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5F9889-C30B-4FE5-8BE4-EA5CE89CC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014ABA-B209-021B-86F1-6DA547F5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4A762E-ABE0-732B-D1E9-F3A2B614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103658-AD09-01C1-3769-BCA6B447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18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B1B5E-8F19-F232-4EBE-374AE523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CB3DFD-5598-BD6C-BFAA-3CFFE169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0889BC-F835-2341-9E18-33CF7452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6DCE39-FB04-C061-BC86-84CB6209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4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0B5151-742F-6F3A-452E-31EC3DD6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1C4613-2D6D-7C38-4941-B2F56ABC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78D6E-9D9C-9FF4-4BF2-97B98A8A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35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76DE1-34CB-C51F-83B9-3A1215AB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E9671-49D3-68F9-2908-AB14E32A5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C79B7A-679C-0BFF-6954-7D2842EE8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ABB71C-DDC6-C423-540C-3316A087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FA9081-8B4E-A575-D73B-7B47112F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54687E-5C89-4D00-D4C1-7D61A49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55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A08DD-C6FC-A822-4EDB-507E1970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2A3AB3-5B53-B184-4805-77191585E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C17879-3D32-C8ED-899B-8C0921424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E0617A-F426-91E1-AB23-6AD17551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DC510-6DAD-649B-90FA-89A5992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FCF3BC-81C1-0DE9-9FCC-C980CB0A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2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80C24-B304-4C9C-1B7C-F906BBBB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FBE80A-26F1-0437-5936-859CFAE31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8A860-902D-0C5C-C320-FA8F3A5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E76686-9DBA-BAFD-6161-CA0A1B0F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3E2A4-20C4-DFB3-A6E8-D4CD8DCE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203F4-A87D-3927-1CD8-E649310A2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9CF2B7-C425-5236-0CB0-CBCE93023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B25C11-35C0-15AE-FE36-A04CF2E1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F0314-61E6-8334-62E4-71BEBCBC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0EAEB9-9191-65C9-C945-4DD46C5A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D9B958-0962-40C7-BCBC-69933C98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1B9C0-A914-23C5-AB76-AA3F10B97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FF5267-1F9D-F53A-8126-98780E295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15368-0CE2-4E80-B38F-CEE9F78D207B}" type="datetimeFigureOut">
              <a:rPr lang="zh-CN" altLang="en-US" smtClean="0"/>
              <a:t>2023/12/28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3E636-436D-6D76-1D30-70B90FF4F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C983D-1BFB-0E42-5F67-6C23D71C5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E1CA7-DE2D-4ED6-AE9D-6F47FA75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28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0A095-31C3-997E-0838-8A6D488E1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快速排序补充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EEC134-58B8-5E29-D15B-86EE9DA49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04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5373-FF77-62A2-3B53-7477175D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单边循环快排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4CDB0D-AF4D-FBE4-4874-A3AF9462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533" y="4333226"/>
            <a:ext cx="3005666" cy="2412354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C679D8-2945-D3D6-E1BA-7546D888B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30" y="1961210"/>
            <a:ext cx="6690940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7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20D991-EB56-5953-6003-E3DDFBE2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15" y="480129"/>
            <a:ext cx="3414056" cy="15877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A818B3-721F-5408-77E5-3AD1BB08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690" y="0"/>
            <a:ext cx="2984620" cy="23850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33807C-7F6A-9A83-7BAD-76ACCB0A4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99" y="2744810"/>
            <a:ext cx="2566629" cy="21010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072266-9517-430B-5010-B71A1C942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009" y="2658135"/>
            <a:ext cx="2622100" cy="21881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E3D5F58-D6A2-22FD-180A-FDD83140E3FB}"/>
              </a:ext>
            </a:extLst>
          </p:cNvPr>
          <p:cNvSpPr txBox="1"/>
          <p:nvPr/>
        </p:nvSpPr>
        <p:spPr>
          <a:xfrm>
            <a:off x="8125097" y="535336"/>
            <a:ext cx="3953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选最右侧作为枢轴值</a:t>
            </a:r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位于同侧，</a:t>
            </a:r>
            <a:endParaRPr lang="en-US" altLang="zh-CN" dirty="0"/>
          </a:p>
          <a:p>
            <a:r>
              <a:rPr lang="en-US" altLang="zh-CN" dirty="0"/>
              <a:t>j</a:t>
            </a:r>
            <a:r>
              <a:rPr lang="zh-CN" altLang="en-US" dirty="0"/>
              <a:t>负责探测比轴值小的，</a:t>
            </a:r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zh-CN" altLang="en-US" dirty="0"/>
              <a:t>用于指向小值区边界，也是一趟排序轴值最终存放位置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92B7636-A2C4-712A-1075-3B5D1FB19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033" y="2658135"/>
            <a:ext cx="2618391" cy="218813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FB956E-CAA8-EB16-5F46-2D39140C6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9101" y="2385031"/>
            <a:ext cx="2897545" cy="246083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228D39E-A3A4-0DF7-FD36-413841362F75}"/>
              </a:ext>
            </a:extLst>
          </p:cNvPr>
          <p:cNvSpPr txBox="1"/>
          <p:nvPr/>
        </p:nvSpPr>
        <p:spPr>
          <a:xfrm>
            <a:off x="486383" y="502920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J++, </a:t>
            </a:r>
            <a:r>
              <a:rPr lang="zh-CN" altLang="en-US" dirty="0"/>
              <a:t>找到</a:t>
            </a:r>
            <a:r>
              <a:rPr lang="en-US" altLang="zh-CN" dirty="0"/>
              <a:t>3&lt;4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58175A-6947-BC89-58DA-1B8DD0B65B09}"/>
              </a:ext>
            </a:extLst>
          </p:cNvPr>
          <p:cNvSpPr txBox="1"/>
          <p:nvPr/>
        </p:nvSpPr>
        <p:spPr>
          <a:xfrm>
            <a:off x="3197157" y="50292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交换，</a:t>
            </a:r>
            <a:r>
              <a:rPr lang="en-US" altLang="zh-CN" dirty="0" err="1"/>
              <a:t>i</a:t>
            </a:r>
            <a:r>
              <a:rPr lang="en-US" altLang="zh-CN" dirty="0"/>
              <a:t>++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FD3D54-38C0-5052-F154-6F33517ED22B}"/>
              </a:ext>
            </a:extLst>
          </p:cNvPr>
          <p:cNvSpPr txBox="1"/>
          <p:nvPr/>
        </p:nvSpPr>
        <p:spPr>
          <a:xfrm>
            <a:off x="5933579" y="506101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J++, </a:t>
            </a:r>
            <a:r>
              <a:rPr lang="zh-CN" altLang="en-US" dirty="0"/>
              <a:t>找到</a:t>
            </a:r>
            <a:r>
              <a:rPr lang="en-US" altLang="zh-CN" dirty="0"/>
              <a:t>2&lt;4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076651-9C9A-9CAC-A2E5-D5C63AD041F4}"/>
              </a:ext>
            </a:extLst>
          </p:cNvPr>
          <p:cNvSpPr txBox="1"/>
          <p:nvPr/>
        </p:nvSpPr>
        <p:spPr>
          <a:xfrm>
            <a:off x="8894323" y="50610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交换，</a:t>
            </a:r>
            <a:r>
              <a:rPr lang="en-US" altLang="zh-CN" dirty="0" err="1"/>
              <a:t>i</a:t>
            </a:r>
            <a:r>
              <a:rPr lang="en-US" altLang="zh-CN" dirty="0"/>
              <a:t>++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369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19102-C0A7-19DA-46BE-420944E1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3B2890-68F2-9D8A-70A1-23C1D5ABC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59" y="2339944"/>
            <a:ext cx="2332950" cy="19791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8126FB-52B0-439B-A103-A6AC8155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673" y="2339944"/>
            <a:ext cx="2332950" cy="19838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54CBBED-96CF-8929-BB76-F37913337F25}"/>
              </a:ext>
            </a:extLst>
          </p:cNvPr>
          <p:cNvSpPr txBox="1"/>
          <p:nvPr/>
        </p:nvSpPr>
        <p:spPr>
          <a:xfrm>
            <a:off x="1702341" y="4484451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J++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551590-04CE-CF93-CC90-FA575470E467}"/>
              </a:ext>
            </a:extLst>
          </p:cNvPr>
          <p:cNvSpPr txBox="1"/>
          <p:nvPr/>
        </p:nvSpPr>
        <p:spPr>
          <a:xfrm>
            <a:off x="4549303" y="4494019"/>
            <a:ext cx="4778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</a:t>
            </a:r>
            <a:r>
              <a:rPr lang="zh-CN" altLang="en-US" dirty="0"/>
              <a:t>到最后，与</a:t>
            </a:r>
            <a:r>
              <a:rPr lang="en-US" altLang="zh-CN" dirty="0" err="1"/>
              <a:t>i</a:t>
            </a:r>
            <a:r>
              <a:rPr lang="zh-CN" altLang="en-US" dirty="0"/>
              <a:t>交换，轴值最终到达最后的</a:t>
            </a:r>
            <a:r>
              <a:rPr lang="en-US" altLang="zh-CN" dirty="0" err="1"/>
              <a:t>i</a:t>
            </a:r>
            <a:r>
              <a:rPr lang="zh-CN" altLang="en-US" dirty="0"/>
              <a:t>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57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3EC23B6-4C44-A70F-5DB1-C40B3F17F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83" y="372685"/>
            <a:ext cx="5380186" cy="34826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144740D-2804-5C81-0D4E-E5744D82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459" y="163117"/>
            <a:ext cx="4846740" cy="19508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603B1E-22B5-44BB-C56C-2B07FAC89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756" y="2891246"/>
            <a:ext cx="4434322" cy="359407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DAC9621-1985-B10B-969E-E42E9E5C87D5}"/>
              </a:ext>
            </a:extLst>
          </p:cNvPr>
          <p:cNvSpPr/>
          <p:nvPr/>
        </p:nvSpPr>
        <p:spPr>
          <a:xfrm>
            <a:off x="687977" y="2586446"/>
            <a:ext cx="1611086" cy="3048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1F7243-E215-3DF0-6FD1-8A5D7B76F179}"/>
              </a:ext>
            </a:extLst>
          </p:cNvPr>
          <p:cNvSpPr/>
          <p:nvPr/>
        </p:nvSpPr>
        <p:spPr>
          <a:xfrm>
            <a:off x="1346214" y="1622364"/>
            <a:ext cx="1688815" cy="491641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弧形 14">
            <a:extLst>
              <a:ext uri="{FF2B5EF4-FFF2-40B4-BE49-F238E27FC236}">
                <a16:creationId xmlns:a16="http://schemas.microsoft.com/office/drawing/2014/main" id="{7166D6AC-B50C-B495-BFB1-9B77219B366D}"/>
              </a:ext>
            </a:extLst>
          </p:cNvPr>
          <p:cNvSpPr/>
          <p:nvPr/>
        </p:nvSpPr>
        <p:spPr>
          <a:xfrm rot="18471232">
            <a:off x="4081292" y="3845951"/>
            <a:ext cx="1352144" cy="281189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6AEB0D-B0ED-BFD2-6F02-1AF952B487E9}"/>
              </a:ext>
            </a:extLst>
          </p:cNvPr>
          <p:cNvSpPr txBox="1"/>
          <p:nvPr/>
        </p:nvSpPr>
        <p:spPr>
          <a:xfrm>
            <a:off x="4192621" y="48541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289837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AC3C8-3902-7FF7-BD0A-3FECDC6A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双边循环快排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44D81-2CCB-E323-20A5-252E05AB4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直接交换（王红梅教材类似挖坑法）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9B8804-80D7-7FC9-FBF0-03CBF8B5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8" y="2783749"/>
            <a:ext cx="6675698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7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ADEDC2E-0FA0-BA43-41D5-B90E0E40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23" y="153525"/>
            <a:ext cx="2871180" cy="243150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E6770C3-0CE7-845C-C9E0-4969EE321FFB}"/>
              </a:ext>
            </a:extLst>
          </p:cNvPr>
          <p:cNvSpPr txBox="1"/>
          <p:nvPr/>
        </p:nvSpPr>
        <p:spPr>
          <a:xfrm>
            <a:off x="3494731" y="328807"/>
            <a:ext cx="3953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选最左侧作为枢轴值</a:t>
            </a:r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位于两侧，</a:t>
            </a:r>
            <a:endParaRPr lang="en-US" altLang="zh-CN" dirty="0"/>
          </a:p>
          <a:p>
            <a:r>
              <a:rPr lang="en-US" altLang="zh-CN" dirty="0"/>
              <a:t>j</a:t>
            </a:r>
            <a:r>
              <a:rPr lang="zh-CN" altLang="en-US" dirty="0"/>
              <a:t>负责右边扫描（即从右向左扫描），</a:t>
            </a:r>
            <a:r>
              <a:rPr lang="en-US" altLang="zh-CN" dirty="0" err="1"/>
              <a:t>i</a:t>
            </a:r>
            <a:r>
              <a:rPr lang="zh-CN" altLang="en-US" dirty="0"/>
              <a:t>负责左边扫描</a:t>
            </a:r>
            <a:endParaRPr lang="en-US" altLang="zh-CN" dirty="0"/>
          </a:p>
          <a:p>
            <a:r>
              <a:rPr lang="en-US" altLang="zh-CN" dirty="0"/>
              <a:t>j</a:t>
            </a:r>
            <a:r>
              <a:rPr lang="zh-CN" altLang="en-US" dirty="0"/>
              <a:t>找比轴值小的，</a:t>
            </a:r>
            <a:r>
              <a:rPr lang="en-US" altLang="zh-CN" dirty="0" err="1"/>
              <a:t>i</a:t>
            </a:r>
            <a:r>
              <a:rPr lang="zh-CN" altLang="en-US" dirty="0"/>
              <a:t>找比轴值大的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E3C1B8-7C72-2810-7A82-61D2E58CA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44" y="2801614"/>
            <a:ext cx="2643230" cy="22193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ABC1F52-4A0F-4D44-85BE-8B346A851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711" y="2755417"/>
            <a:ext cx="2785739" cy="231170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8D00111-13AC-3D5E-253F-E058A0FA7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487" y="2738064"/>
            <a:ext cx="2785740" cy="232906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7EF9F2F-39E4-1044-9C30-207F8E33BEEF}"/>
              </a:ext>
            </a:extLst>
          </p:cNvPr>
          <p:cNvSpPr txBox="1"/>
          <p:nvPr/>
        </p:nvSpPr>
        <p:spPr>
          <a:xfrm>
            <a:off x="99166" y="5109002"/>
            <a:ext cx="291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</a:t>
            </a:r>
            <a:r>
              <a:rPr lang="zh-CN" altLang="en-US" dirty="0"/>
              <a:t>找到</a:t>
            </a:r>
            <a:r>
              <a:rPr lang="en-US" altLang="zh-CN" dirty="0"/>
              <a:t>4</a:t>
            </a:r>
            <a:r>
              <a:rPr lang="zh-CN" altLang="en-US" dirty="0"/>
              <a:t>，比</a:t>
            </a:r>
            <a:r>
              <a:rPr lang="en-US" altLang="zh-CN" dirty="0"/>
              <a:t>5</a:t>
            </a:r>
            <a:r>
              <a:rPr lang="zh-CN" altLang="en-US" dirty="0"/>
              <a:t>小，</a:t>
            </a:r>
            <a:r>
              <a:rPr lang="en-US" altLang="zh-CN" dirty="0"/>
              <a:t>j</a:t>
            </a:r>
            <a:r>
              <a:rPr lang="zh-CN" altLang="en-US" dirty="0"/>
              <a:t>停止，等</a:t>
            </a:r>
            <a:r>
              <a:rPr lang="en-US" altLang="zh-CN" dirty="0" err="1"/>
              <a:t>i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C5C77F7-CE75-A9E8-A7AB-5B8B26116BF9}"/>
              </a:ext>
            </a:extLst>
          </p:cNvPr>
          <p:cNvSpPr txBox="1"/>
          <p:nvPr/>
        </p:nvSpPr>
        <p:spPr>
          <a:xfrm>
            <a:off x="3153472" y="5173056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zh-CN" altLang="en-US" dirty="0"/>
              <a:t>向右扫描，找比</a:t>
            </a:r>
            <a:r>
              <a:rPr lang="en-US" altLang="zh-CN" dirty="0"/>
              <a:t>5</a:t>
            </a:r>
            <a:r>
              <a:rPr lang="zh-CN" altLang="en-US" dirty="0"/>
              <a:t>大的值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2F32BA-6B1F-232A-7F5D-4E0DD2268115}"/>
              </a:ext>
            </a:extLst>
          </p:cNvPr>
          <p:cNvSpPr txBox="1"/>
          <p:nvPr/>
        </p:nvSpPr>
        <p:spPr>
          <a:xfrm>
            <a:off x="6319515" y="5173056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zh-CN" altLang="en-US" dirty="0"/>
              <a:t>向右扫描，找到</a:t>
            </a:r>
            <a:r>
              <a:rPr lang="en-US" altLang="zh-CN" dirty="0"/>
              <a:t>7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7586520-C084-7E2D-4AF1-81BE06469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7858" y="2801614"/>
            <a:ext cx="2891701" cy="23290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E101CD8-AA50-81C6-86B3-717F91FDD55D}"/>
              </a:ext>
            </a:extLst>
          </p:cNvPr>
          <p:cNvSpPr txBox="1"/>
          <p:nvPr/>
        </p:nvSpPr>
        <p:spPr>
          <a:xfrm>
            <a:off x="9479375" y="5173056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的值交换</a:t>
            </a:r>
          </a:p>
        </p:txBody>
      </p:sp>
    </p:spTree>
    <p:extLst>
      <p:ext uri="{BB962C8B-B14F-4D97-AF65-F5344CB8AC3E}">
        <p14:creationId xmlns:p14="http://schemas.microsoft.com/office/powerpoint/2010/main" val="85006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9D712-6A0A-272C-AAF5-E4282B53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538FDB-DAEE-268C-855F-675D88CB7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1634349"/>
            <a:ext cx="2647444" cy="21928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74EB19-644F-D0B1-62ED-F7D903662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578" y="1710834"/>
            <a:ext cx="2425551" cy="205370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BD9AB0-20B1-2B0A-BF26-C2139FABC6CF}"/>
              </a:ext>
            </a:extLst>
          </p:cNvPr>
          <p:cNvSpPr txBox="1"/>
          <p:nvPr/>
        </p:nvSpPr>
        <p:spPr>
          <a:xfrm>
            <a:off x="98898" y="4143981"/>
            <a:ext cx="3844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交换后，</a:t>
            </a:r>
            <a:r>
              <a:rPr lang="en-US" altLang="zh-CN" dirty="0"/>
              <a:t>j—</a:t>
            </a:r>
            <a:r>
              <a:rPr lang="zh-CN" altLang="en-US" dirty="0"/>
              <a:t>继续找小，</a:t>
            </a:r>
            <a:r>
              <a:rPr lang="en-US" altLang="zh-CN" dirty="0" err="1"/>
              <a:t>i</a:t>
            </a:r>
            <a:r>
              <a:rPr lang="en-US" altLang="zh-CN" dirty="0"/>
              <a:t>++</a:t>
            </a:r>
            <a:r>
              <a:rPr lang="zh-CN" altLang="en-US" dirty="0"/>
              <a:t>继续找大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771B1-FA15-D6B0-AF92-7D13D6AB8172}"/>
              </a:ext>
            </a:extLst>
          </p:cNvPr>
          <p:cNvSpPr txBox="1"/>
          <p:nvPr/>
        </p:nvSpPr>
        <p:spPr>
          <a:xfrm>
            <a:off x="4799253" y="405164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交换，</a:t>
            </a:r>
            <a:r>
              <a:rPr lang="en-US" altLang="zh-CN" dirty="0"/>
              <a:t>j--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1494A5-F8C4-E6F4-8377-F8EEAF20A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392" y="1703941"/>
            <a:ext cx="2425551" cy="206749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FA29B04-3F9F-1AE7-5D9C-0D5396B1FD74}"/>
              </a:ext>
            </a:extLst>
          </p:cNvPr>
          <p:cNvSpPr txBox="1"/>
          <p:nvPr/>
        </p:nvSpPr>
        <p:spPr>
          <a:xfrm>
            <a:off x="6814578" y="4051648"/>
            <a:ext cx="2761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相遇，结束一趟排序，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3DA7D3-C9CD-B4D9-6187-E5194C3D7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751" y="1855321"/>
            <a:ext cx="2364097" cy="197192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F189B05-9105-2793-298D-8E351EF59005}"/>
              </a:ext>
            </a:extLst>
          </p:cNvPr>
          <p:cNvSpPr txBox="1"/>
          <p:nvPr/>
        </p:nvSpPr>
        <p:spPr>
          <a:xfrm>
            <a:off x="9575751" y="4005481"/>
            <a:ext cx="2273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(</a:t>
            </a:r>
            <a:r>
              <a:rPr lang="zh-CN" altLang="en-US" dirty="0"/>
              <a:t>也是</a:t>
            </a:r>
            <a:r>
              <a:rPr lang="en-US" altLang="zh-CN" dirty="0"/>
              <a:t>j)</a:t>
            </a:r>
            <a:r>
              <a:rPr lang="zh-CN" altLang="en-US" dirty="0"/>
              <a:t>所指位置替换成轴值</a:t>
            </a:r>
          </a:p>
        </p:txBody>
      </p:sp>
    </p:spTree>
    <p:extLst>
      <p:ext uri="{BB962C8B-B14F-4D97-AF65-F5344CB8AC3E}">
        <p14:creationId xmlns:p14="http://schemas.microsoft.com/office/powerpoint/2010/main" val="173761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2F681D-367A-4C8A-8EB5-40CF6C27E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380" y="823000"/>
            <a:ext cx="555546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1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F5D325B-0B2B-25C2-4D21-58E8F51E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77" y="3147339"/>
            <a:ext cx="2332950" cy="19838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7D1147-D692-C004-AC28-04B7D6423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677" y="175098"/>
            <a:ext cx="2984620" cy="23850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0D505E-AC14-1564-1E36-097D938E2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508" y="250802"/>
            <a:ext cx="2871180" cy="24315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904393F-5DFC-7A46-1349-ECC7A140C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26" y="3189729"/>
            <a:ext cx="2364097" cy="197192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28569C-43ED-E78F-EBC5-C45538660762}"/>
              </a:ext>
            </a:extLst>
          </p:cNvPr>
          <p:cNvSpPr txBox="1"/>
          <p:nvPr/>
        </p:nvSpPr>
        <p:spPr>
          <a:xfrm>
            <a:off x="7499698" y="540658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元素</a:t>
            </a:r>
            <a:r>
              <a:rPr lang="en-US" altLang="zh-CN" dirty="0"/>
              <a:t>5</a:t>
            </a:r>
            <a:r>
              <a:rPr lang="zh-CN" altLang="en-US" dirty="0"/>
              <a:t>是数组里第</a:t>
            </a:r>
            <a:r>
              <a:rPr lang="en-US" altLang="zh-CN" dirty="0"/>
              <a:t>k</a:t>
            </a:r>
            <a:r>
              <a:rPr lang="zh-CN" altLang="en-US" dirty="0"/>
              <a:t>大元素？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CD675B-A62F-921C-1DB0-BE9EF181C6FD}"/>
              </a:ext>
            </a:extLst>
          </p:cNvPr>
          <p:cNvSpPr txBox="1"/>
          <p:nvPr/>
        </p:nvSpPr>
        <p:spPr>
          <a:xfrm>
            <a:off x="1473997" y="529973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元素</a:t>
            </a:r>
            <a:r>
              <a:rPr lang="en-US" altLang="zh-CN" dirty="0"/>
              <a:t>4</a:t>
            </a:r>
            <a:r>
              <a:rPr lang="zh-CN" altLang="en-US" dirty="0"/>
              <a:t>是数组里第</a:t>
            </a:r>
            <a:r>
              <a:rPr lang="en-US" altLang="zh-CN" dirty="0"/>
              <a:t>k</a:t>
            </a:r>
            <a:r>
              <a:rPr lang="zh-CN" altLang="en-US" dirty="0"/>
              <a:t>大元素？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F3422-F564-E948-D856-3C333E40895D}"/>
              </a:ext>
            </a:extLst>
          </p:cNvPr>
          <p:cNvSpPr txBox="1"/>
          <p:nvPr/>
        </p:nvSpPr>
        <p:spPr>
          <a:xfrm>
            <a:off x="2062264" y="6021421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轴值的取法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9BDFDEC-FAFF-B753-7422-31BD34A2871C}"/>
                  </a:ext>
                </a:extLst>
              </p14:cNvPr>
              <p14:cNvContentPartPr/>
              <p14:nvPr/>
            </p14:nvContentPartPr>
            <p14:xfrm>
              <a:off x="4521240" y="3143160"/>
              <a:ext cx="7601400" cy="24897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9BDFDEC-FAFF-B753-7422-31BD34A287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11880" y="3133800"/>
                <a:ext cx="7620120" cy="25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546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249</Words>
  <Application>Microsoft Office PowerPoint</Application>
  <PresentationFormat>宽屏</PresentationFormat>
  <Paragraphs>31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快速排序补充</vt:lpstr>
      <vt:lpstr>单边循环快排</vt:lpstr>
      <vt:lpstr>PowerPoint 演示文稿</vt:lpstr>
      <vt:lpstr>PowerPoint 演示文稿</vt:lpstr>
      <vt:lpstr>PowerPoint 演示文稿</vt:lpstr>
      <vt:lpstr>双边循环快排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快速排序补充</dc:title>
  <dc:creator>zhengxian gong</dc:creator>
  <cp:lastModifiedBy>zhengxian gong</cp:lastModifiedBy>
  <cp:revision>6</cp:revision>
  <dcterms:created xsi:type="dcterms:W3CDTF">2023-12-28T00:25:02Z</dcterms:created>
  <dcterms:modified xsi:type="dcterms:W3CDTF">2023-12-28T01:19:11Z</dcterms:modified>
</cp:coreProperties>
</file>