
<file path=[Content_Types].xml><?xml version="1.0" encoding="utf-8"?>
<Types xmlns="http://schemas.openxmlformats.org/package/2006/content-types">
  <Default Extension="jpeg" ContentType="image/jpeg"/>
  <Default Extension="JPG" ContentType="image/.jpg"/>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66"/>
  </p:handoutMasterIdLst>
  <p:sldIdLst>
    <p:sldId id="747" r:id="rId3"/>
    <p:sldId id="680" r:id="rId5"/>
    <p:sldId id="682" r:id="rId6"/>
    <p:sldId id="749" r:id="rId7"/>
    <p:sldId id="684" r:id="rId8"/>
    <p:sldId id="750" r:id="rId9"/>
    <p:sldId id="751" r:id="rId10"/>
    <p:sldId id="752" r:id="rId11"/>
    <p:sldId id="685" r:id="rId12"/>
    <p:sldId id="686" r:id="rId13"/>
    <p:sldId id="687" r:id="rId14"/>
    <p:sldId id="688" r:id="rId15"/>
    <p:sldId id="689" r:id="rId16"/>
    <p:sldId id="690" r:id="rId17"/>
    <p:sldId id="691" r:id="rId18"/>
    <p:sldId id="692" r:id="rId19"/>
    <p:sldId id="693" r:id="rId20"/>
    <p:sldId id="694" r:id="rId21"/>
    <p:sldId id="695" r:id="rId22"/>
    <p:sldId id="696" r:id="rId23"/>
    <p:sldId id="698" r:id="rId24"/>
    <p:sldId id="699" r:id="rId25"/>
    <p:sldId id="701" r:id="rId26"/>
    <p:sldId id="700" r:id="rId27"/>
    <p:sldId id="702" r:id="rId28"/>
    <p:sldId id="703" r:id="rId29"/>
    <p:sldId id="704" r:id="rId30"/>
    <p:sldId id="705" r:id="rId31"/>
    <p:sldId id="706" r:id="rId32"/>
    <p:sldId id="707" r:id="rId33"/>
    <p:sldId id="708" r:id="rId34"/>
    <p:sldId id="709" r:id="rId35"/>
    <p:sldId id="710" r:id="rId36"/>
    <p:sldId id="711" r:id="rId37"/>
    <p:sldId id="712" r:id="rId38"/>
    <p:sldId id="713" r:id="rId39"/>
    <p:sldId id="714" r:id="rId40"/>
    <p:sldId id="715" r:id="rId41"/>
    <p:sldId id="716" r:id="rId42"/>
    <p:sldId id="717" r:id="rId43"/>
    <p:sldId id="718" r:id="rId44"/>
    <p:sldId id="719" r:id="rId45"/>
    <p:sldId id="720" r:id="rId46"/>
    <p:sldId id="721" r:id="rId47"/>
    <p:sldId id="722" r:id="rId48"/>
    <p:sldId id="723" r:id="rId49"/>
    <p:sldId id="724" r:id="rId50"/>
    <p:sldId id="725" r:id="rId51"/>
    <p:sldId id="726" r:id="rId52"/>
    <p:sldId id="727" r:id="rId53"/>
    <p:sldId id="728" r:id="rId54"/>
    <p:sldId id="730" r:id="rId55"/>
    <p:sldId id="731" r:id="rId56"/>
    <p:sldId id="732" r:id="rId57"/>
    <p:sldId id="733" r:id="rId58"/>
    <p:sldId id="734" r:id="rId59"/>
    <p:sldId id="735" r:id="rId60"/>
    <p:sldId id="737" r:id="rId61"/>
    <p:sldId id="738" r:id="rId62"/>
    <p:sldId id="739" r:id="rId63"/>
    <p:sldId id="740" r:id="rId64"/>
    <p:sldId id="741" r:id="rId65"/>
  </p:sldIdLst>
  <p:sldSz cx="9144000" cy="6858000" type="screen4x3"/>
  <p:notesSz cx="6858000" cy="9144000"/>
  <p:custDataLst>
    <p:tags r:id="rId70"/>
  </p:custDataLst>
  <p:defaultTextStyle>
    <a:defPPr>
      <a:defRPr lang="en-US"/>
    </a:defPPr>
    <a:lvl1pPr marL="0" lvl="0"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vl6pPr marL="2286000" lvl="5"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6pPr>
    <a:lvl7pPr marL="2743200" lvl="6"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7pPr>
    <a:lvl8pPr marL="3200400" lvl="7"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8pPr>
    <a:lvl9pPr marL="3657600" lvl="8"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D7FFB0"/>
    <a:srgbClr val="A8C9EA"/>
    <a:srgbClr val="CCFF66"/>
    <a:srgbClr val="FFFFCC"/>
    <a:srgbClr val="F9DF9F"/>
    <a:srgbClr val="FFFF66"/>
    <a:srgbClr val="CCECFF"/>
    <a:srgbClr val="0A06B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828" autoAdjust="0"/>
    <p:restoredTop sz="56244" autoAdjust="0"/>
  </p:normalViewPr>
  <p:slideViewPr>
    <p:cSldViewPr showGuides="1">
      <p:cViewPr varScale="1">
        <p:scale>
          <a:sx n="42" d="100"/>
          <a:sy n="42" d="100"/>
        </p:scale>
        <p:origin x="2205" y="27"/>
      </p:cViewPr>
      <p:guideLst>
        <p:guide orient="horz" pos="2151"/>
        <p:guide pos="2859"/>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0" Type="http://schemas.openxmlformats.org/officeDocument/2006/relationships/tags" Target="tags/tag1.xml"/><Relationship Id="rId7" Type="http://schemas.openxmlformats.org/officeDocument/2006/relationships/slide" Target="slides/slide4.xml"/><Relationship Id="rId69" Type="http://schemas.openxmlformats.org/officeDocument/2006/relationships/tableStyles" Target="tableStyles.xml"/><Relationship Id="rId68" Type="http://schemas.openxmlformats.org/officeDocument/2006/relationships/viewProps" Target="viewProps.xml"/><Relationship Id="rId67" Type="http://schemas.openxmlformats.org/officeDocument/2006/relationships/presProps" Target="presProps.xml"/><Relationship Id="rId66" Type="http://schemas.openxmlformats.org/officeDocument/2006/relationships/handoutMaster" Target="handoutMasters/handoutMaster1.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8130"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defRPr sz="1200">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8131" name="Rectangle 3"/>
          <p:cNvSpPr>
            <a:spLocks noGrp="1" noChangeArrowheads="1"/>
          </p:cNvSpPr>
          <p:nvPr>
            <p:ph type="dt" sz="quarter"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sz="1200">
                <a:latin typeface="Times New Roman" panose="02020603050405020304" pitchFamily="18"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1" lang="zh-CN"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8132" name="Rectangle 4"/>
          <p:cNvSpPr>
            <a:spLocks noGrp="1" noChangeArrowheads="1"/>
          </p:cNvSpPr>
          <p:nvPr>
            <p:ph type="ftr" sz="quarter" idx="2"/>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a:defRPr sz="1200">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8133" name="Rectangle 5"/>
          <p:cNvSpPr>
            <a:spLocks noGrp="1" noChangeArrowheads="1"/>
          </p:cNvSpPr>
          <p:nvPr>
            <p:ph type="sldNum" sz="quarter" idx="3"/>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lstStyle/>
          <a:p>
            <a:pPr lvl="0" algn="r" eaLnBrk="1" hangingPunct="1">
              <a:buNone/>
            </a:pPr>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1986"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defRPr sz="1200">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1987" name="Rectangle 3"/>
          <p:cNvSpPr>
            <a:spLocks noGrp="1" noChangeArrowheads="1"/>
          </p:cNvSpPr>
          <p:nvPr>
            <p:ph type="dt"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sz="1200">
                <a:latin typeface="Times New Roman" panose="02020603050405020304" pitchFamily="18"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1" lang="zh-CN"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0356" name="Rectangle 4"/>
          <p:cNvSpPr>
            <a:spLocks noGrp="1" noRot="1" noChangeAspect="1" noTextEdit="1"/>
          </p:cNvSpPr>
          <p:nvPr>
            <p:ph type="sldImg" idx="2"/>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41989" name="Rectangle 5"/>
          <p:cNvSpPr>
            <a:spLocks noGrp="1" noChangeArrowheads="1"/>
          </p:cNvSpPr>
          <p:nvPr>
            <p:ph type="body" sz="quarter" idx="3"/>
          </p:nvPr>
        </p:nvSpPr>
        <p:spPr bwMode="auto">
          <a:xfrm>
            <a:off x="914400" y="4343400"/>
            <a:ext cx="5029200" cy="4114800"/>
          </a:xfrm>
          <a:prstGeom prst="rect">
            <a:avLst/>
          </a:prstGeom>
          <a:noFill/>
          <a:ln w="9525">
            <a:noFill/>
            <a:miter lim="800000"/>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单击此处编辑母版文本样式</a:t>
            </a:r>
            <a:endParaRPr kumimoji="1"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第二级</a:t>
            </a:r>
            <a:endParaRPr kumimoji="1"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第三级</a:t>
            </a:r>
            <a:endParaRPr kumimoji="1"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第四级</a:t>
            </a:r>
            <a:endParaRPr kumimoji="1"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第五级</a:t>
            </a:r>
            <a:endParaRPr kumimoji="1"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1990" name="Rectangle 6"/>
          <p:cNvSpPr>
            <a:spLocks noGrp="1" noChangeArrowheads="1"/>
          </p:cNvSpPr>
          <p:nvPr>
            <p:ph type="ftr" sz="quarter" idx="4"/>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a:defRPr sz="1200">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1991" name="Rectangle 7"/>
          <p:cNvSpPr>
            <a:spLocks noGrp="1" noChangeArrowheads="1"/>
          </p:cNvSpPr>
          <p:nvPr>
            <p:ph type="sldNum" sz="quarter" idx="5"/>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lstStyle/>
          <a:p>
            <a:pPr lvl="0" algn="r" eaLnBrk="1" hangingPunct="1">
              <a:buNone/>
            </a:pPr>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altLang="zh-CN"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1"/>
        </a:solidFill>
        <a:effectLst/>
      </p:bgPr>
    </p:bg>
    <p:spTree>
      <p:nvGrpSpPr>
        <p:cNvPr id="1" name=""/>
        <p:cNvGrpSpPr/>
        <p:nvPr/>
      </p:nvGrpSpPr>
      <p:grpSpPr>
        <a:xfrm>
          <a:off x="0" y="0"/>
          <a:ext cx="0" cy="0"/>
          <a:chOff x="0" y="0"/>
          <a:chExt cx="0" cy="0"/>
        </a:xfrm>
      </p:grpSpPr>
      <p:sp>
        <p:nvSpPr>
          <p:cNvPr id="11" name="矩形 10"/>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lt1"/>
              </a:solidFill>
              <a:effectLst/>
              <a:uLnTx/>
              <a:uFillTx/>
              <a:latin typeface="+mn-lt"/>
              <a:ea typeface="+mn-ea"/>
              <a:cs typeface="+mn-cs"/>
            </a:endParaRPr>
          </a:p>
        </p:txBody>
      </p:sp>
      <p:sp>
        <p:nvSpPr>
          <p:cNvPr id="13" name="矩形 12"/>
          <p:cNvSpPr/>
          <p:nvPr/>
        </p:nvSpPr>
        <p:spPr bwMode="auto">
          <a:xfrm>
            <a:off x="276225" y="0"/>
            <a:ext cx="104775"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lt1"/>
              </a:solidFill>
              <a:effectLst/>
              <a:uLnTx/>
              <a:uFillTx/>
              <a:latin typeface="+mn-lt"/>
              <a:ea typeface="+mn-ea"/>
              <a:cs typeface="+mn-cs"/>
            </a:endParaRPr>
          </a:p>
        </p:txBody>
      </p:sp>
      <p:sp>
        <p:nvSpPr>
          <p:cNvPr id="14" name="矩形 13"/>
          <p:cNvSpPr/>
          <p:nvPr/>
        </p:nvSpPr>
        <p:spPr bwMode="auto">
          <a:xfrm>
            <a:off x="990600" y="0"/>
            <a:ext cx="182563"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lt1"/>
              </a:solidFill>
              <a:effectLst/>
              <a:uLnTx/>
              <a:uFillTx/>
              <a:latin typeface="+mn-lt"/>
              <a:ea typeface="+mn-ea"/>
              <a:cs typeface="+mn-cs"/>
            </a:endParaRPr>
          </a:p>
        </p:txBody>
      </p:sp>
      <p:sp>
        <p:nvSpPr>
          <p:cNvPr id="15" name="矩形 14"/>
          <p:cNvSpPr/>
          <p:nvPr/>
        </p:nvSpPr>
        <p:spPr bwMode="auto">
          <a:xfrm>
            <a:off x="1141413" y="0"/>
            <a:ext cx="230188"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lt1"/>
              </a:solidFill>
              <a:effectLst/>
              <a:uLnTx/>
              <a:uFillTx/>
              <a:latin typeface="+mn-lt"/>
              <a:ea typeface="+mn-ea"/>
              <a:cs typeface="+mn-cs"/>
            </a:endParaRPr>
          </a:p>
        </p:txBody>
      </p:sp>
      <p:sp>
        <p:nvSpPr>
          <p:cNvPr id="17" name="直接连接符 16"/>
          <p:cNvSpPr>
            <a:spLocks noChangeShapeType="1"/>
          </p:cNvSpPr>
          <p:nvPr/>
        </p:nvSpPr>
        <p:spPr bwMode="auto">
          <a:xfrm>
            <a:off x="106363"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18" name="直接连接符 17"/>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19" name="直接连接符 18"/>
          <p:cNvSpPr>
            <a:spLocks noChangeShapeType="1"/>
          </p:cNvSpPr>
          <p:nvPr/>
        </p:nvSpPr>
        <p:spPr bwMode="auto">
          <a:xfrm>
            <a:off x="854075"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20" name="直接连接符 19"/>
          <p:cNvSpPr>
            <a:spLocks noChangeShapeType="1"/>
          </p:cNvSpPr>
          <p:nvPr/>
        </p:nvSpPr>
        <p:spPr bwMode="auto">
          <a:xfrm>
            <a:off x="172720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21" name="直接连接符 20"/>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24" name="直接连接符 23"/>
          <p:cNvSpPr>
            <a:spLocks noChangeShapeType="1"/>
          </p:cNvSpPr>
          <p:nvPr/>
        </p:nvSpPr>
        <p:spPr bwMode="auto">
          <a:xfrm>
            <a:off x="9113838"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25" name="矩形 24"/>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lt1"/>
              </a:solidFill>
              <a:effectLst/>
              <a:uLnTx/>
              <a:uFillTx/>
              <a:latin typeface="+mn-lt"/>
              <a:ea typeface="+mn-ea"/>
              <a:cs typeface="+mn-cs"/>
            </a:endParaRPr>
          </a:p>
        </p:txBody>
      </p:sp>
      <p:sp>
        <p:nvSpPr>
          <p:cNvPr id="26" name="椭圆 25"/>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lt1"/>
              </a:solidFill>
              <a:effectLst/>
              <a:uLnTx/>
              <a:uFillTx/>
              <a:latin typeface="+mn-lt"/>
              <a:ea typeface="+mn-ea"/>
              <a:cs typeface="+mn-cs"/>
            </a:endParaRPr>
          </a:p>
        </p:txBody>
      </p:sp>
      <p:sp>
        <p:nvSpPr>
          <p:cNvPr id="27" name="椭圆 26"/>
          <p:cNvSpPr/>
          <p:nvPr/>
        </p:nvSpPr>
        <p:spPr bwMode="auto">
          <a:xfrm>
            <a:off x="1309688" y="4867275"/>
            <a:ext cx="641350" cy="64135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lt1"/>
              </a:solidFill>
              <a:effectLst/>
              <a:uLnTx/>
              <a:uFillTx/>
              <a:latin typeface="+mn-lt"/>
              <a:ea typeface="+mn-ea"/>
              <a:cs typeface="+mn-cs"/>
            </a:endParaRPr>
          </a:p>
        </p:txBody>
      </p:sp>
      <p:sp>
        <p:nvSpPr>
          <p:cNvPr id="28" name="椭圆 27"/>
          <p:cNvSpPr/>
          <p:nvPr/>
        </p:nvSpPr>
        <p:spPr bwMode="auto">
          <a:xfrm>
            <a:off x="1090613" y="5500688"/>
            <a:ext cx="138113" cy="136525"/>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lt1"/>
              </a:solidFill>
              <a:effectLst/>
              <a:uLnTx/>
              <a:uFillTx/>
              <a:latin typeface="+mn-lt"/>
              <a:ea typeface="+mn-ea"/>
              <a:cs typeface="+mn-cs"/>
            </a:endParaRPr>
          </a:p>
        </p:txBody>
      </p:sp>
      <p:sp>
        <p:nvSpPr>
          <p:cNvPr id="29" name="椭圆 28"/>
          <p:cNvSpPr/>
          <p:nvPr/>
        </p:nvSpPr>
        <p:spPr bwMode="auto">
          <a:xfrm>
            <a:off x="1663700" y="5788025"/>
            <a:ext cx="274638" cy="274638"/>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lt1"/>
              </a:solidFill>
              <a:effectLst/>
              <a:uLnTx/>
              <a:uFillTx/>
              <a:latin typeface="+mn-lt"/>
              <a:ea typeface="+mn-ea"/>
              <a:cs typeface="+mn-cs"/>
            </a:endParaRPr>
          </a:p>
        </p:txBody>
      </p:sp>
      <p:sp>
        <p:nvSpPr>
          <p:cNvPr id="30" name="椭圆 29"/>
          <p:cNvSpPr/>
          <p:nvPr/>
        </p:nvSpPr>
        <p:spPr>
          <a:xfrm>
            <a:off x="1905000" y="4495800"/>
            <a:ext cx="365125" cy="365125"/>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lt1"/>
              </a:solidFill>
              <a:effectLst/>
              <a:uLnTx/>
              <a:uFillTx/>
              <a:latin typeface="+mn-lt"/>
              <a:ea typeface="+mn-ea"/>
              <a:cs typeface="+mn-cs"/>
            </a:endParaRPr>
          </a:p>
        </p:txBody>
      </p:sp>
      <p:sp>
        <p:nvSpPr>
          <p:cNvPr id="8" name="标题 7"/>
          <p:cNvSpPr>
            <a:spLocks noGrp="1"/>
          </p:cNvSpPr>
          <p:nvPr>
            <p:ph type="ctrTitle"/>
          </p:nvPr>
        </p:nvSpPr>
        <p:spPr>
          <a:xfrm>
            <a:off x="2286000" y="3124200"/>
            <a:ext cx="6172200" cy="1894362"/>
          </a:xfrm>
        </p:spPr>
        <p:txBody>
          <a:bodyPr/>
          <a:lstStyle>
            <a:lvl1pPr>
              <a:defRPr sz="4000" b="1"/>
            </a:lvl1pPr>
          </a:lstStyle>
          <a:p>
            <a:r>
              <a:rPr lang="zh-CN" altLang="en-US" dirty="0"/>
              <a:t>单击此处编辑母版标题样式</a:t>
            </a:r>
            <a:endParaRPr lang="en-US" dirty="0"/>
          </a:p>
        </p:txBody>
      </p:sp>
      <p:sp>
        <p:nvSpPr>
          <p:cNvPr id="9" name="副标题 8"/>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zh-CN" altLang="en-US" dirty="0"/>
              <a:t>单击此处编辑母版副标题样式</a:t>
            </a:r>
            <a:endParaRPr lang="en-US" dirty="0"/>
          </a:p>
        </p:txBody>
      </p:sp>
      <p:sp>
        <p:nvSpPr>
          <p:cNvPr id="31" name="灯片编号占位符 28"/>
          <p:cNvSpPr>
            <a:spLocks noGrp="1"/>
          </p:cNvSpPr>
          <p:nvPr>
            <p:ph type="sldNum" sz="quarter" idx="4"/>
          </p:nvPr>
        </p:nvSpPr>
        <p:spPr bwMode="auto">
          <a:xfrm>
            <a:off x="1325563" y="4929188"/>
            <a:ext cx="609600" cy="517525"/>
          </a:xfrm>
          <a:prstGeom prst="rect">
            <a:avLst/>
          </a:prstGeom>
        </p:spPr>
        <p:txBody>
          <a:bodyPr vert="horz" anchor="ctr"/>
          <a:lstStyle/>
          <a:p>
            <a:pPr algn="ctr">
              <a:buNone/>
            </a:pPr>
            <a:fld id="{9A0DB2DC-4C9A-4742-B13C-FB6460FD3503}" type="slidenum">
              <a:rPr lang="zh-CN" altLang="en-US" dirty="0"/>
            </a:fld>
            <a:endParaRPr lang="zh-CN" alt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sz="3600" b="1"/>
            </a:lvl1pPr>
          </a:lstStyle>
          <a:p>
            <a:r>
              <a:rPr lang="zh-CN" altLang="en-US" dirty="0"/>
              <a:t>单击此处编辑母版标题样式</a:t>
            </a:r>
            <a:endParaRPr lang="en-US" dirty="0"/>
          </a:p>
        </p:txBody>
      </p:sp>
      <p:sp>
        <p:nvSpPr>
          <p:cNvPr id="8" name="内容占位符 7"/>
          <p:cNvSpPr>
            <a:spLocks noGrp="1"/>
          </p:cNvSpPr>
          <p:nvPr>
            <p:ph sz="quarter" idx="1"/>
          </p:nvPr>
        </p:nvSpPr>
        <p:spPr>
          <a:xfrm>
            <a:off x="457200" y="1600200"/>
            <a:ext cx="7467600" cy="4873752"/>
          </a:xfrm>
        </p:spPr>
        <p:txBody>
          <a:bodyPr>
            <a:normAutofit/>
          </a:bodyPr>
          <a:lstStyle>
            <a:lvl1pPr>
              <a:defRPr sz="2400" b="1"/>
            </a:lvl1pPr>
            <a:lvl2pPr>
              <a:defRPr sz="2400" b="1"/>
            </a:lvl2pPr>
            <a:lvl3pPr>
              <a:defRPr sz="2400" b="1"/>
            </a:lvl3pPr>
            <a:lvl4pPr>
              <a:defRPr sz="2400" b="1"/>
            </a:lvl4pPr>
            <a:lvl5pPr>
              <a:defRPr sz="2400" b="1"/>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sp>
        <p:nvSpPr>
          <p:cNvPr id="11" name="灯片编号占位符 8"/>
          <p:cNvSpPr>
            <a:spLocks noGrp="1"/>
          </p:cNvSpPr>
          <p:nvPr>
            <p:ph type="sldNum" sz="quarter" idx="4"/>
          </p:nvPr>
        </p:nvSpPr>
        <p:spPr>
          <a:xfrm>
            <a:off x="8129588" y="5734050"/>
            <a:ext cx="609600" cy="520700"/>
          </a:xfrm>
          <a:prstGeom prst="rect">
            <a:avLst/>
          </a:prstGeom>
        </p:spPr>
        <p:txBody>
          <a:bodyPr vert="horz" rtlCol="0" anchor="ctr"/>
          <a:lstStyle/>
          <a:p>
            <a:pPr algn="ctr">
              <a:buNone/>
            </a:pPr>
            <a:fld id="{9A0DB2DC-4C9A-4742-B13C-FB6460FD3503}" type="slidenum">
              <a:rPr lang="zh-CN" altLang="en-US" dirty="0"/>
            </a:fld>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节标题">
    <p:bg>
      <p:bgPr>
        <a:solidFill>
          <a:schemeClr val="bg2"/>
        </a:solidFill>
        <a:effectLst/>
      </p:bgPr>
    </p:bg>
    <p:spTree>
      <p:nvGrpSpPr>
        <p:cNvPr id="1" name=""/>
        <p:cNvGrpSpPr/>
        <p:nvPr/>
      </p:nvGrpSpPr>
      <p:grpSpPr>
        <a:xfrm>
          <a:off x="0" y="0"/>
          <a:ext cx="0" cy="0"/>
          <a:chOff x="0" y="0"/>
          <a:chExt cx="0" cy="0"/>
        </a:xfrm>
      </p:grpSpPr>
      <p:sp>
        <p:nvSpPr>
          <p:cNvPr id="11" name="矩形 10"/>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lt1"/>
              </a:solidFill>
              <a:effectLst/>
              <a:uLnTx/>
              <a:uFillTx/>
              <a:latin typeface="+mn-lt"/>
              <a:ea typeface="+mn-ea"/>
              <a:cs typeface="+mn-cs"/>
            </a:endParaRPr>
          </a:p>
        </p:txBody>
      </p:sp>
      <p:sp>
        <p:nvSpPr>
          <p:cNvPr id="13" name="矩形 12"/>
          <p:cNvSpPr/>
          <p:nvPr/>
        </p:nvSpPr>
        <p:spPr bwMode="auto">
          <a:xfrm>
            <a:off x="276225" y="0"/>
            <a:ext cx="104775"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lt1"/>
              </a:solidFill>
              <a:effectLst/>
              <a:uLnTx/>
              <a:uFillTx/>
              <a:latin typeface="+mn-lt"/>
              <a:ea typeface="+mn-ea"/>
              <a:cs typeface="+mn-cs"/>
            </a:endParaRPr>
          </a:p>
        </p:txBody>
      </p:sp>
      <p:sp>
        <p:nvSpPr>
          <p:cNvPr id="14" name="矩形 13"/>
          <p:cNvSpPr/>
          <p:nvPr/>
        </p:nvSpPr>
        <p:spPr bwMode="auto">
          <a:xfrm>
            <a:off x="990600" y="0"/>
            <a:ext cx="182563"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lt1"/>
              </a:solidFill>
              <a:effectLst/>
              <a:uLnTx/>
              <a:uFillTx/>
              <a:latin typeface="+mn-lt"/>
              <a:ea typeface="+mn-ea"/>
              <a:cs typeface="+mn-cs"/>
            </a:endParaRPr>
          </a:p>
        </p:txBody>
      </p:sp>
      <p:sp>
        <p:nvSpPr>
          <p:cNvPr id="15" name="矩形 14"/>
          <p:cNvSpPr/>
          <p:nvPr/>
        </p:nvSpPr>
        <p:spPr bwMode="auto">
          <a:xfrm>
            <a:off x="1141413" y="0"/>
            <a:ext cx="230188"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lt1"/>
              </a:solidFill>
              <a:effectLst/>
              <a:uLnTx/>
              <a:uFillTx/>
              <a:latin typeface="+mn-lt"/>
              <a:ea typeface="+mn-ea"/>
              <a:cs typeface="+mn-cs"/>
            </a:endParaRPr>
          </a:p>
        </p:txBody>
      </p:sp>
      <p:sp>
        <p:nvSpPr>
          <p:cNvPr id="17" name="直接连接符 16"/>
          <p:cNvSpPr>
            <a:spLocks noChangeShapeType="1"/>
          </p:cNvSpPr>
          <p:nvPr/>
        </p:nvSpPr>
        <p:spPr bwMode="auto">
          <a:xfrm>
            <a:off x="106363"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18" name="直接连接符 17"/>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19" name="直接连接符 18"/>
          <p:cNvSpPr>
            <a:spLocks noChangeShapeType="1"/>
          </p:cNvSpPr>
          <p:nvPr/>
        </p:nvSpPr>
        <p:spPr bwMode="auto">
          <a:xfrm>
            <a:off x="854075"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20" name="直接连接符 19"/>
          <p:cNvSpPr>
            <a:spLocks noChangeShapeType="1"/>
          </p:cNvSpPr>
          <p:nvPr/>
        </p:nvSpPr>
        <p:spPr bwMode="auto">
          <a:xfrm>
            <a:off x="172720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21" name="直接连接符 20"/>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24" name="矩形 23"/>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lt1"/>
              </a:solidFill>
              <a:effectLst/>
              <a:uLnTx/>
              <a:uFillTx/>
              <a:latin typeface="+mn-lt"/>
              <a:ea typeface="+mn-ea"/>
              <a:cs typeface="+mn-cs"/>
            </a:endParaRPr>
          </a:p>
        </p:txBody>
      </p:sp>
      <p:sp>
        <p:nvSpPr>
          <p:cNvPr id="25" name="椭圆 24"/>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lt1"/>
              </a:solidFill>
              <a:effectLst/>
              <a:uLnTx/>
              <a:uFillTx/>
              <a:latin typeface="+mn-lt"/>
              <a:ea typeface="+mn-ea"/>
              <a:cs typeface="+mn-cs"/>
            </a:endParaRPr>
          </a:p>
        </p:txBody>
      </p:sp>
      <p:sp>
        <p:nvSpPr>
          <p:cNvPr id="26" name="椭圆 25"/>
          <p:cNvSpPr/>
          <p:nvPr/>
        </p:nvSpPr>
        <p:spPr bwMode="auto">
          <a:xfrm>
            <a:off x="1323975" y="4867275"/>
            <a:ext cx="642938" cy="64135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lt1"/>
              </a:solidFill>
              <a:effectLst/>
              <a:uLnTx/>
              <a:uFillTx/>
              <a:latin typeface="+mn-lt"/>
              <a:ea typeface="+mn-ea"/>
              <a:cs typeface="+mn-cs"/>
            </a:endParaRPr>
          </a:p>
        </p:txBody>
      </p:sp>
      <p:sp>
        <p:nvSpPr>
          <p:cNvPr id="27" name="椭圆 26"/>
          <p:cNvSpPr/>
          <p:nvPr/>
        </p:nvSpPr>
        <p:spPr bwMode="auto">
          <a:xfrm>
            <a:off x="1090613" y="5500688"/>
            <a:ext cx="138113" cy="136525"/>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lt1"/>
              </a:solidFill>
              <a:effectLst/>
              <a:uLnTx/>
              <a:uFillTx/>
              <a:latin typeface="+mn-lt"/>
              <a:ea typeface="+mn-ea"/>
              <a:cs typeface="+mn-cs"/>
            </a:endParaRPr>
          </a:p>
        </p:txBody>
      </p:sp>
      <p:sp>
        <p:nvSpPr>
          <p:cNvPr id="28" name="椭圆 27"/>
          <p:cNvSpPr/>
          <p:nvPr/>
        </p:nvSpPr>
        <p:spPr bwMode="auto">
          <a:xfrm>
            <a:off x="1663700" y="5791200"/>
            <a:ext cx="274638" cy="274638"/>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lt1"/>
              </a:solidFill>
              <a:effectLst/>
              <a:uLnTx/>
              <a:uFillTx/>
              <a:latin typeface="+mn-lt"/>
              <a:ea typeface="+mn-ea"/>
              <a:cs typeface="+mn-cs"/>
            </a:endParaRPr>
          </a:p>
        </p:txBody>
      </p:sp>
      <p:sp>
        <p:nvSpPr>
          <p:cNvPr id="29" name="椭圆 28"/>
          <p:cNvSpPr/>
          <p:nvPr/>
        </p:nvSpPr>
        <p:spPr bwMode="auto">
          <a:xfrm>
            <a:off x="1879600" y="4479925"/>
            <a:ext cx="365125" cy="365125"/>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lt1"/>
              </a:solidFill>
              <a:effectLst/>
              <a:uLnTx/>
              <a:uFillTx/>
              <a:latin typeface="+mn-lt"/>
              <a:ea typeface="+mn-ea"/>
              <a:cs typeface="+mn-cs"/>
            </a:endParaRPr>
          </a:p>
        </p:txBody>
      </p:sp>
      <p:sp>
        <p:nvSpPr>
          <p:cNvPr id="30" name="直接连接符 29"/>
          <p:cNvSpPr>
            <a:spLocks noChangeShapeType="1"/>
          </p:cNvSpPr>
          <p:nvPr/>
        </p:nvSpPr>
        <p:spPr bwMode="auto">
          <a:xfrm>
            <a:off x="9097963"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2" name="标题 1"/>
          <p:cNvSpPr>
            <a:spLocks noGrp="1"/>
          </p:cNvSpPr>
          <p:nvPr>
            <p:ph type="title"/>
          </p:nvPr>
        </p:nvSpPr>
        <p:spPr>
          <a:xfrm>
            <a:off x="2286000" y="2895600"/>
            <a:ext cx="6172200" cy="2053590"/>
          </a:xfrm>
        </p:spPr>
        <p:txBody>
          <a:bodyPr/>
          <a:lstStyle>
            <a:lvl1pPr algn="l">
              <a:buNone/>
              <a:defRPr sz="3000" b="1" cap="small" baseline="0"/>
            </a:lvl1pPr>
          </a:lstStyle>
          <a:p>
            <a:r>
              <a:rPr lang="zh-CN" altLang="en-US"/>
              <a:t>单击此处编辑母版标题样式</a:t>
            </a:r>
            <a:endParaRPr lang="en-US"/>
          </a:p>
        </p:txBody>
      </p:sp>
      <p:sp>
        <p:nvSpPr>
          <p:cNvPr id="3" name="文本占位符 2"/>
          <p:cNvSpPr>
            <a:spLocks noGrp="1"/>
          </p:cNvSpPr>
          <p:nvPr>
            <p:ph type="body" idx="1"/>
          </p:nvPr>
        </p:nvSpPr>
        <p:spPr>
          <a:xfrm>
            <a:off x="2286000" y="5010150"/>
            <a:ext cx="6172200" cy="1371600"/>
          </a:xfrm>
        </p:spPr>
        <p:txBody>
          <a:bodyPr/>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zh-CN" altLang="en-US"/>
              <a:t>单击此处编辑母版文本样式</a:t>
            </a:r>
            <a:endParaRPr lang="zh-CN" altLang="en-US"/>
          </a:p>
        </p:txBody>
      </p:sp>
      <p:sp>
        <p:nvSpPr>
          <p:cNvPr id="31" name="灯片编号占位符 5"/>
          <p:cNvSpPr>
            <a:spLocks noGrp="1"/>
          </p:cNvSpPr>
          <p:nvPr>
            <p:ph type="sldNum" sz="quarter" idx="4"/>
          </p:nvPr>
        </p:nvSpPr>
        <p:spPr bwMode="auto">
          <a:xfrm>
            <a:off x="1339850" y="4929188"/>
            <a:ext cx="609600" cy="517525"/>
          </a:xfrm>
          <a:prstGeom prst="rect">
            <a:avLst/>
          </a:prstGeom>
        </p:spPr>
        <p:txBody>
          <a:bodyPr vert="horz" anchor="ctr"/>
          <a:lstStyle/>
          <a:p>
            <a:pPr algn="ctr">
              <a:buNone/>
            </a:pPr>
            <a:fld id="{9A0DB2DC-4C9A-4742-B13C-FB6460FD3503}" type="slidenum">
              <a:rPr lang="zh-CN" altLang="en-US" dirty="0"/>
            </a:fld>
            <a:endParaRPr lang="zh-CN" alt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9" name="内容占位符 8"/>
          <p:cNvSpPr>
            <a:spLocks noGrp="1"/>
          </p:cNvSpPr>
          <p:nvPr>
            <p:ph sz="quarter" idx="1"/>
          </p:nvPr>
        </p:nvSpPr>
        <p:spPr>
          <a:xfrm>
            <a:off x="457200" y="1600200"/>
            <a:ext cx="3657600" cy="45720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11" name="内容占位符 10"/>
          <p:cNvSpPr>
            <a:spLocks noGrp="1"/>
          </p:cNvSpPr>
          <p:nvPr>
            <p:ph sz="quarter" idx="2"/>
          </p:nvPr>
        </p:nvSpPr>
        <p:spPr>
          <a:xfrm>
            <a:off x="4270248" y="1600200"/>
            <a:ext cx="3657600" cy="45720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3" name="灯片编号占位符 2"/>
          <p:cNvSpPr>
            <a:spLocks noGrp="1"/>
          </p:cNvSpPr>
          <p:nvPr>
            <p:ph type="sldNum" sz="quarter" idx="10"/>
          </p:nvPr>
        </p:nvSpPr>
        <p:spPr/>
        <p:txBody>
          <a:bodyPr/>
          <a:lstStyle/>
          <a:p>
            <a:pPr lvl="0" eaLnBrk="1" hangingPunct="1">
              <a:buNone/>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7543800" cy="1143000"/>
          </a:xfrm>
        </p:spPr>
        <p:txBody>
          <a:bodyPr/>
          <a:lstStyle>
            <a:lvl1pPr>
              <a:defRPr/>
            </a:lvl1pPr>
          </a:lstStyle>
          <a:p>
            <a:r>
              <a:rPr lang="zh-CN" altLang="en-US"/>
              <a:t>单击此处编辑母版标题样式</a:t>
            </a:r>
            <a:endParaRPr lang="en-US"/>
          </a:p>
        </p:txBody>
      </p:sp>
      <p:sp>
        <p:nvSpPr>
          <p:cNvPr id="11" name="内容占位符 10"/>
          <p:cNvSpPr>
            <a:spLocks noGrp="1"/>
          </p:cNvSpPr>
          <p:nvPr>
            <p:ph sz="quarter" idx="2"/>
          </p:nvPr>
        </p:nvSpPr>
        <p:spPr>
          <a:xfrm>
            <a:off x="457200" y="2362200"/>
            <a:ext cx="3657600" cy="38862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13" name="内容占位符 12"/>
          <p:cNvSpPr>
            <a:spLocks noGrp="1"/>
          </p:cNvSpPr>
          <p:nvPr>
            <p:ph sz="quarter" idx="4"/>
          </p:nvPr>
        </p:nvSpPr>
        <p:spPr>
          <a:xfrm>
            <a:off x="4371975" y="2362200"/>
            <a:ext cx="3657600" cy="38862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12" name="文本占位符 11"/>
          <p:cNvSpPr>
            <a:spLocks noGrp="1"/>
          </p:cNvSpPr>
          <p:nvPr>
            <p:ph type="body" sz="quarter" idx="1"/>
          </p:nvPr>
        </p:nvSpPr>
        <p:spPr>
          <a:xfrm>
            <a:off x="4572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a:r>
              <a:rPr lang="zh-CN" altLang="en-US"/>
              <a:t>单击此处编辑母版文本样式</a:t>
            </a:r>
            <a:endParaRPr lang="zh-CN" altLang="en-US"/>
          </a:p>
        </p:txBody>
      </p:sp>
      <p:sp>
        <p:nvSpPr>
          <p:cNvPr id="14" name="文本占位符 13"/>
          <p:cNvSpPr>
            <a:spLocks noGrp="1"/>
          </p:cNvSpPr>
          <p:nvPr>
            <p:ph type="body" sz="quarter" idx="3"/>
          </p:nvPr>
        </p:nvSpPr>
        <p:spPr>
          <a:xfrm>
            <a:off x="43434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a:r>
              <a:rPr lang="zh-CN" altLang="en-US"/>
              <a:t>单击此处编辑母版文本样式</a:t>
            </a:r>
            <a:endParaRPr lang="zh-CN" altLang="en-US"/>
          </a:p>
        </p:txBody>
      </p:sp>
      <p:sp>
        <p:nvSpPr>
          <p:cNvPr id="3" name="灯片编号占位符 2"/>
          <p:cNvSpPr>
            <a:spLocks noGrp="1"/>
          </p:cNvSpPr>
          <p:nvPr>
            <p:ph type="sldNum" sz="quarter" idx="10"/>
          </p:nvPr>
        </p:nvSpPr>
        <p:spPr/>
        <p:txBody>
          <a:bodyPr/>
          <a:lstStyle/>
          <a:p>
            <a:pPr lvl="0" eaLnBrk="1" hangingPunct="1">
              <a:buNone/>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11" name="灯片编号占位符 6"/>
          <p:cNvSpPr>
            <a:spLocks noGrp="1"/>
          </p:cNvSpPr>
          <p:nvPr>
            <p:ph type="sldNum" sz="quarter" idx="4"/>
          </p:nvPr>
        </p:nvSpPr>
        <p:spPr>
          <a:xfrm>
            <a:off x="8129588" y="5734050"/>
            <a:ext cx="609600" cy="520700"/>
          </a:xfrm>
          <a:prstGeom prst="rect">
            <a:avLst/>
          </a:prstGeom>
        </p:spPr>
        <p:txBody>
          <a:bodyPr vert="horz" rtlCol="0" anchor="ctr"/>
          <a:lstStyle/>
          <a:p>
            <a:pPr algn="ctr">
              <a:buNone/>
            </a:pPr>
            <a:fld id="{9A0DB2DC-4C9A-4742-B13C-FB6460FD3503}" type="slidenum">
              <a:rPr lang="zh-CN" altLang="en-US" dirty="0"/>
            </a:fld>
            <a:endParaRPr lang="zh-CN" alt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lvl="0" eaLnBrk="1" hangingPunct="1">
              <a:buNone/>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showMasterSp="0">
  <p:cSld name="内容与标题">
    <p:bg>
      <p:bgPr>
        <a:solidFill>
          <a:schemeClr val="bg1"/>
        </a:solidFill>
        <a:effectLst/>
      </p:bgPr>
    </p:bg>
    <p:spTree>
      <p:nvGrpSpPr>
        <p:cNvPr id="1" name=""/>
        <p:cNvGrpSpPr/>
        <p:nvPr/>
      </p:nvGrpSpPr>
      <p:grpSpPr>
        <a:xfrm>
          <a:off x="0" y="0"/>
          <a:ext cx="0" cy="0"/>
          <a:chOff x="0" y="0"/>
          <a:chExt cx="0" cy="0"/>
        </a:xfrm>
      </p:grpSpPr>
      <p:sp>
        <p:nvSpPr>
          <p:cNvPr id="11" name="直接连接符 10"/>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tx1"/>
              </a:solidFill>
              <a:effectLst/>
              <a:uLnTx/>
              <a:uFillTx/>
              <a:latin typeface="Arial" panose="020B0604020202020204" pitchFamily="34" charset="0"/>
              <a:ea typeface="楷体_GB2312" pitchFamily="49" charset="-122"/>
              <a:cs typeface="+mn-cs"/>
            </a:endParaRPr>
          </a:p>
        </p:txBody>
      </p:sp>
      <p:sp>
        <p:nvSpPr>
          <p:cNvPr id="13" name="直接连接符 12"/>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tx1"/>
              </a:solidFill>
              <a:effectLst/>
              <a:uLnTx/>
              <a:uFillTx/>
              <a:latin typeface="Arial" panose="020B0604020202020204" pitchFamily="34" charset="0"/>
              <a:ea typeface="楷体_GB2312" pitchFamily="49" charset="-122"/>
              <a:cs typeface="+mn-cs"/>
            </a:endParaRPr>
          </a:p>
        </p:txBody>
      </p:sp>
      <p:sp>
        <p:nvSpPr>
          <p:cNvPr id="6148" name="直接连接符 14"/>
          <p:cNvSpPr/>
          <p:nvPr/>
        </p:nvSpPr>
        <p:spPr>
          <a:xfrm>
            <a:off x="6192838" y="0"/>
            <a:ext cx="0" cy="6858000"/>
          </a:xfrm>
          <a:prstGeom prst="line">
            <a:avLst/>
          </a:prstGeom>
          <a:ln w="12700" cap="flat" cmpd="sng">
            <a:solidFill>
              <a:schemeClr val="accent1"/>
            </a:solidFill>
            <a:prstDash val="solid"/>
            <a:headEnd type="none" w="med" len="med"/>
            <a:tailEnd type="none" w="med" len="med"/>
          </a:ln>
        </p:spPr>
      </p:sp>
      <p:sp>
        <p:nvSpPr>
          <p:cNvPr id="6149" name="直接连接符 16"/>
          <p:cNvSpPr/>
          <p:nvPr/>
        </p:nvSpPr>
        <p:spPr>
          <a:xfrm>
            <a:off x="8991600" y="0"/>
            <a:ext cx="0" cy="6858000"/>
          </a:xfrm>
          <a:prstGeom prst="line">
            <a:avLst/>
          </a:prstGeom>
          <a:ln w="19050" cap="flat" cmpd="sng">
            <a:solidFill>
              <a:schemeClr val="accent1"/>
            </a:solidFill>
            <a:prstDash val="solid"/>
            <a:headEnd type="none" w="med" len="med"/>
            <a:tailEnd type="none" w="med" len="med"/>
          </a:ln>
        </p:spPr>
      </p:sp>
      <p:sp>
        <p:nvSpPr>
          <p:cNvPr id="17" name="矩形 16"/>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lt1"/>
              </a:solidFill>
              <a:effectLst/>
              <a:uLnTx/>
              <a:uFillTx/>
              <a:latin typeface="+mn-lt"/>
              <a:ea typeface="+mn-ea"/>
              <a:cs typeface="+mn-cs"/>
            </a:endParaRPr>
          </a:p>
        </p:txBody>
      </p:sp>
      <p:sp>
        <p:nvSpPr>
          <p:cNvPr id="6151" name="直接连接符 18"/>
          <p:cNvSpPr/>
          <p:nvPr/>
        </p:nvSpPr>
        <p:spPr>
          <a:xfrm>
            <a:off x="8915400" y="0"/>
            <a:ext cx="0" cy="6858000"/>
          </a:xfrm>
          <a:prstGeom prst="line">
            <a:avLst/>
          </a:prstGeom>
          <a:ln w="9525" cap="flat" cmpd="sng">
            <a:solidFill>
              <a:schemeClr val="accent1"/>
            </a:solidFill>
            <a:prstDash val="solid"/>
            <a:headEnd type="none" w="med" len="med"/>
            <a:tailEnd type="none" w="med" len="med"/>
          </a:ln>
        </p:spPr>
      </p:sp>
      <p:sp>
        <p:nvSpPr>
          <p:cNvPr id="19" name="椭圆 18"/>
          <p:cNvSpPr/>
          <p:nvPr/>
        </p:nvSpPr>
        <p:spPr>
          <a:xfrm>
            <a:off x="8156575" y="5715000"/>
            <a:ext cx="549275" cy="549275"/>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lt1"/>
              </a:solidFill>
              <a:effectLst/>
              <a:uLnTx/>
              <a:uFillTx/>
              <a:latin typeface="+mn-lt"/>
              <a:ea typeface="+mn-ea"/>
              <a:cs typeface="+mn-cs"/>
            </a:endParaRPr>
          </a:p>
        </p:txBody>
      </p:sp>
      <p:sp>
        <p:nvSpPr>
          <p:cNvPr id="2" name="标题 1"/>
          <p:cNvSpPr>
            <a:spLocks noGrp="1"/>
          </p:cNvSpPr>
          <p:nvPr>
            <p:ph type="title"/>
          </p:nvPr>
        </p:nvSpPr>
        <p:spPr>
          <a:xfrm rot="5400000">
            <a:off x="3371850" y="3200400"/>
            <a:ext cx="6309360" cy="457200"/>
          </a:xfrm>
        </p:spPr>
        <p:txBody>
          <a:bodyPr/>
          <a:lstStyle>
            <a:lvl1pPr algn="l">
              <a:buNone/>
              <a:defRPr sz="2000" b="1" cap="small" baseline="0"/>
            </a:lvl1pPr>
          </a:lstStyle>
          <a:p>
            <a:r>
              <a:rPr lang="zh-CN" altLang="en-US"/>
              <a:t>单击此处编辑母版标题样式</a:t>
            </a:r>
            <a:endParaRPr lang="en-US"/>
          </a:p>
        </p:txBody>
      </p:sp>
      <p:sp>
        <p:nvSpPr>
          <p:cNvPr id="3" name="文本占位符 2"/>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a:r>
              <a:rPr lang="zh-CN" altLang="en-US"/>
              <a:t>单击此处编辑母版文本样式</a:t>
            </a:r>
            <a:endParaRPr lang="zh-CN" altLang="en-US"/>
          </a:p>
        </p:txBody>
      </p:sp>
      <p:sp>
        <p:nvSpPr>
          <p:cNvPr id="18" name="内容占位符 17"/>
          <p:cNvSpPr>
            <a:spLocks noGrp="1"/>
          </p:cNvSpPr>
          <p:nvPr>
            <p:ph sz="quarter" idx="1"/>
          </p:nvPr>
        </p:nvSpPr>
        <p:spPr>
          <a:xfrm>
            <a:off x="304800" y="274320"/>
            <a:ext cx="5638800" cy="632764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20" name="灯片编号占位符 21"/>
          <p:cNvSpPr>
            <a:spLocks noGrp="1"/>
          </p:cNvSpPr>
          <p:nvPr>
            <p:ph type="sldNum" sz="quarter" idx="4"/>
          </p:nvPr>
        </p:nvSpPr>
        <p:spPr>
          <a:xfrm>
            <a:off x="8129588" y="5734050"/>
            <a:ext cx="609600" cy="520700"/>
          </a:xfrm>
          <a:prstGeom prst="rect">
            <a:avLst/>
          </a:prstGeom>
        </p:spPr>
        <p:txBody>
          <a:bodyPr vert="horz" rtlCol="0" anchor="ctr"/>
          <a:lstStyle/>
          <a:p>
            <a:pPr algn="ctr">
              <a:buNone/>
            </a:pPr>
            <a:fld id="{9A0DB2DC-4C9A-4742-B13C-FB6460FD3503}" type="slidenum">
              <a:rPr lang="zh-CN" altLang="en-US" dirty="0"/>
            </a:fld>
            <a:endParaRPr lang="zh-CN" alt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图片与标题">
    <p:bg>
      <p:bgPr>
        <a:solidFill>
          <a:schemeClr val="bg1"/>
        </a:solidFill>
        <a:effectLst/>
      </p:bgPr>
    </p:bg>
    <p:spTree>
      <p:nvGrpSpPr>
        <p:cNvPr id="1" name=""/>
        <p:cNvGrpSpPr/>
        <p:nvPr/>
      </p:nvGrpSpPr>
      <p:grpSpPr>
        <a:xfrm>
          <a:off x="0" y="0"/>
          <a:ext cx="0" cy="0"/>
          <a:chOff x="0" y="0"/>
          <a:chExt cx="0" cy="0"/>
        </a:xfrm>
      </p:grpSpPr>
      <p:sp>
        <p:nvSpPr>
          <p:cNvPr id="11" name="直接连接符 10"/>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13" name="椭圆 12"/>
          <p:cNvSpPr/>
          <p:nvPr/>
        </p:nvSpPr>
        <p:spPr>
          <a:xfrm>
            <a:off x="8156575" y="5715000"/>
            <a:ext cx="549275" cy="549275"/>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lt1"/>
              </a:solidFill>
              <a:effectLst/>
              <a:uLnTx/>
              <a:uFillTx/>
              <a:latin typeface="+mn-lt"/>
              <a:ea typeface="+mn-ea"/>
              <a:cs typeface="+mn-cs"/>
            </a:endParaRPr>
          </a:p>
        </p:txBody>
      </p:sp>
      <p:sp>
        <p:nvSpPr>
          <p:cNvPr id="7172" name="直接连接符 14"/>
          <p:cNvSpPr/>
          <p:nvPr/>
        </p:nvSpPr>
        <p:spPr>
          <a:xfrm>
            <a:off x="8991600" y="0"/>
            <a:ext cx="0" cy="6858000"/>
          </a:xfrm>
          <a:prstGeom prst="line">
            <a:avLst/>
          </a:prstGeom>
          <a:ln w="9525" cap="flat" cmpd="sng">
            <a:solidFill>
              <a:schemeClr val="tx1"/>
            </a:solidFill>
            <a:prstDash val="solid"/>
            <a:headEnd type="none" w="med" len="med"/>
            <a:tailEnd type="none" w="med" len="med"/>
          </a:ln>
        </p:spPr>
      </p:sp>
      <p:sp>
        <p:nvSpPr>
          <p:cNvPr id="15" name="矩形 14"/>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lt1"/>
              </a:solidFill>
              <a:effectLst/>
              <a:uLnTx/>
              <a:uFillTx/>
              <a:latin typeface="+mn-lt"/>
              <a:ea typeface="+mn-ea"/>
              <a:cs typeface="+mn-cs"/>
            </a:endParaRPr>
          </a:p>
        </p:txBody>
      </p:sp>
      <p:sp>
        <p:nvSpPr>
          <p:cNvPr id="7174" name="直接连接符 17"/>
          <p:cNvSpPr/>
          <p:nvPr/>
        </p:nvSpPr>
        <p:spPr>
          <a:xfrm>
            <a:off x="8915400" y="0"/>
            <a:ext cx="0" cy="6858000"/>
          </a:xfrm>
          <a:prstGeom prst="line">
            <a:avLst/>
          </a:prstGeom>
          <a:ln w="9525" cap="flat" cmpd="sng">
            <a:solidFill>
              <a:schemeClr val="accent1"/>
            </a:solidFill>
            <a:prstDash val="solid"/>
            <a:headEnd type="none" w="med" len="med"/>
            <a:tailEnd type="none" w="med" len="med"/>
          </a:ln>
        </p:spPr>
      </p:sp>
      <p:sp>
        <p:nvSpPr>
          <p:cNvPr id="18" name="直接连接符 17"/>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tx1"/>
              </a:solidFill>
              <a:effectLst/>
              <a:uLnTx/>
              <a:uFillTx/>
              <a:latin typeface="Arial" panose="020B0604020202020204" pitchFamily="34" charset="0"/>
              <a:ea typeface="楷体_GB2312" pitchFamily="49" charset="-122"/>
              <a:cs typeface="+mn-cs"/>
            </a:endParaRPr>
          </a:p>
        </p:txBody>
      </p:sp>
      <p:sp>
        <p:nvSpPr>
          <p:cNvPr id="7176" name="直接连接符 19"/>
          <p:cNvSpPr/>
          <p:nvPr/>
        </p:nvSpPr>
        <p:spPr>
          <a:xfrm>
            <a:off x="6192838" y="0"/>
            <a:ext cx="0" cy="6858000"/>
          </a:xfrm>
          <a:prstGeom prst="line">
            <a:avLst/>
          </a:prstGeom>
          <a:ln w="12700" cap="flat" cmpd="sng">
            <a:solidFill>
              <a:schemeClr val="accent1"/>
            </a:solidFill>
            <a:prstDash val="solid"/>
            <a:headEnd type="none" w="med" len="med"/>
            <a:tailEnd type="none" w="med" len="med"/>
          </a:ln>
        </p:spPr>
      </p:sp>
      <p:sp>
        <p:nvSpPr>
          <p:cNvPr id="2" name="标题 1"/>
          <p:cNvSpPr>
            <a:spLocks noGrp="1"/>
          </p:cNvSpPr>
          <p:nvPr>
            <p:ph type="title"/>
          </p:nvPr>
        </p:nvSpPr>
        <p:spPr>
          <a:xfrm rot="5400000">
            <a:off x="3350133" y="3200400"/>
            <a:ext cx="6309360" cy="457200"/>
          </a:xfrm>
        </p:spPr>
        <p:txBody>
          <a:bodyPr/>
          <a:lstStyle>
            <a:lvl1pPr algn="l">
              <a:buNone/>
              <a:defRPr sz="2000" b="1"/>
            </a:lvl1pPr>
          </a:lstStyle>
          <a:p>
            <a:r>
              <a:rPr lang="zh-CN" altLang="en-US"/>
              <a:t>单击此处编辑母版标题样式</a:t>
            </a:r>
            <a:endParaRPr lang="en-US"/>
          </a:p>
        </p:txBody>
      </p:sp>
      <p:sp>
        <p:nvSpPr>
          <p:cNvPr id="3" name="图片占位符 2"/>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numCol="1" anchor="t" anchorCtr="0" compatLnSpc="1">
            <a:normAutofit/>
          </a:bodyPr>
          <a:lstStyle>
            <a:lvl1pPr marL="0" indent="0">
              <a:buNone/>
              <a:defRPr sz="3200"/>
            </a:lvl1pPr>
          </a:lstStyle>
          <a:p>
            <a:pPr marL="0" marR="0" lvl="0" indent="0" algn="l" defTabSz="914400" rtl="0" eaLnBrk="0" fontAlgn="base" latinLnBrk="0" hangingPunct="0">
              <a:lnSpc>
                <a:spcPct val="100000"/>
              </a:lnSpc>
              <a:spcBef>
                <a:spcPts val="600"/>
              </a:spcBef>
              <a:spcAft>
                <a:spcPct val="0"/>
              </a:spcAft>
              <a:buClr>
                <a:schemeClr val="accent1"/>
              </a:buClr>
              <a:buSzPct val="70000"/>
              <a:buFont typeface="Wingdings" panose="05000000000000000000" pitchFamily="2" charset="2"/>
              <a:buNone/>
              <a:defRPr/>
            </a:pPr>
            <a:r>
              <a:rPr kumimoji="0" lang="zh-CN" altLang="en-US" sz="3200" b="1" i="0" u="none" strike="noStrike" kern="1200" cap="none" spc="0" normalizeH="0" baseline="0" noProof="0">
                <a:ln>
                  <a:noFill/>
                </a:ln>
                <a:solidFill>
                  <a:schemeClr val="lt1"/>
                </a:solidFill>
                <a:effectLst/>
                <a:uLnTx/>
                <a:uFillTx/>
                <a:latin typeface="+mn-lt"/>
                <a:ea typeface="+mn-ea"/>
                <a:cs typeface="+mn-cs"/>
              </a:rPr>
              <a:t>单击图标添加图片</a:t>
            </a:r>
            <a:endParaRPr kumimoji="0" lang="en-US" sz="3200" b="1" i="0" u="none" strike="noStrike" kern="1200" cap="none" spc="0" normalizeH="0" baseline="0" noProof="0" dirty="0">
              <a:ln>
                <a:noFill/>
              </a:ln>
              <a:solidFill>
                <a:schemeClr val="lt1"/>
              </a:solidFill>
              <a:effectLst/>
              <a:uLnTx/>
              <a:uFillTx/>
              <a:latin typeface="+mn-lt"/>
              <a:ea typeface="+mn-ea"/>
              <a:cs typeface="+mn-cs"/>
            </a:endParaRPr>
          </a:p>
        </p:txBody>
      </p:sp>
      <p:sp>
        <p:nvSpPr>
          <p:cNvPr id="4" name="文本占位符 3"/>
          <p:cNvSpPr>
            <a:spLocks noGrp="1"/>
          </p:cNvSpPr>
          <p:nvPr>
            <p:ph type="body" sz="half" idx="2"/>
          </p:nvPr>
        </p:nvSpPr>
        <p:spPr>
          <a:xfrm>
            <a:off x="6765798" y="264795"/>
            <a:ext cx="1524000" cy="4956048"/>
          </a:xfrm>
        </p:spPr>
        <p:txBody>
          <a:bodyPr rot="0" spcFirstLastPara="0" vertOverflow="overflow" horzOverflow="overflow" spcCol="274320" rtlCol="0" fromWordArt="0" forceAA="0">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a:r>
              <a:rPr lang="zh-CN" altLang="en-US"/>
              <a:t>单击此处编辑母版文本样式</a:t>
            </a:r>
            <a:endParaRPr lang="zh-CN" altLang="en-US"/>
          </a:p>
        </p:txBody>
      </p:sp>
      <p:sp>
        <p:nvSpPr>
          <p:cNvPr id="20" name="灯片编号占位符 17"/>
          <p:cNvSpPr>
            <a:spLocks noGrp="1"/>
          </p:cNvSpPr>
          <p:nvPr>
            <p:ph type="sldNum" sz="quarter" idx="4"/>
          </p:nvPr>
        </p:nvSpPr>
        <p:spPr>
          <a:xfrm>
            <a:off x="8129588" y="5734050"/>
            <a:ext cx="609600" cy="520700"/>
          </a:xfrm>
          <a:prstGeom prst="rect">
            <a:avLst/>
          </a:prstGeom>
        </p:spPr>
        <p:txBody>
          <a:bodyPr vert="horz" rtlCol="0" anchor="ctr"/>
          <a:lstStyle/>
          <a:p>
            <a:pPr algn="ctr">
              <a:buNone/>
            </a:pPr>
            <a:fld id="{9A0DB2DC-4C9A-4742-B13C-FB6460FD3503}" type="slidenum">
              <a:rPr lang="zh-CN" altLang="en-US" dirty="0"/>
            </a:fld>
            <a:endParaRPr lang="zh-CN" alt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4" name="灯片编号占位符 3"/>
          <p:cNvSpPr>
            <a:spLocks noGrp="1"/>
          </p:cNvSpPr>
          <p:nvPr>
            <p:ph type="sldNum" sz="quarter" idx="10"/>
          </p:nvPr>
        </p:nvSpPr>
        <p:spPr/>
        <p:txBody>
          <a:bodyPr/>
          <a:lstStyle/>
          <a:p>
            <a:pPr lvl="0" eaLnBrk="1" hangingPunct="1">
              <a:buNone/>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9"/>
            <a:ext cx="1676400" cy="5851525"/>
          </a:xfrm>
        </p:spPr>
        <p:txBody>
          <a:bodyPr vert="eaVert"/>
          <a:lstStyle/>
          <a:p>
            <a:r>
              <a:rPr lang="zh-CN" altLang="en-US"/>
              <a:t>单击此处编辑母版标题样式</a:t>
            </a:r>
            <a:endParaRPr 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4" name="灯片编号占位符 3"/>
          <p:cNvSpPr>
            <a:spLocks noGrp="1"/>
          </p:cNvSpPr>
          <p:nvPr>
            <p:ph type="sldNum" sz="quarter" idx="10"/>
          </p:nvPr>
        </p:nvSpPr>
        <p:spPr/>
        <p:txBody>
          <a:bodyPr/>
          <a:lstStyle/>
          <a:p>
            <a:pPr lvl="0" eaLnBrk="1" hangingPunct="1">
              <a:buNone/>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直接连接符 15"/>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tx1"/>
              </a:solidFill>
              <a:effectLst/>
              <a:uLnTx/>
              <a:uFillTx/>
              <a:latin typeface="Arial" panose="020B0604020202020204" pitchFamily="34" charset="0"/>
              <a:ea typeface="楷体_GB2312" pitchFamily="49" charset="-122"/>
              <a:cs typeface="+mn-cs"/>
            </a:endParaRPr>
          </a:p>
        </p:txBody>
      </p:sp>
      <p:sp>
        <p:nvSpPr>
          <p:cNvPr id="22" name="标题占位符 21"/>
          <p:cNvSpPr>
            <a:spLocks noGrp="1"/>
          </p:cNvSpPr>
          <p:nvPr>
            <p:ph type="title"/>
          </p:nvPr>
        </p:nvSpPr>
        <p:spPr>
          <a:xfrm>
            <a:off x="457200" y="274638"/>
            <a:ext cx="7467600" cy="1143000"/>
          </a:xfrm>
          <a:prstGeom prst="rect">
            <a:avLst/>
          </a:prstGeom>
        </p:spPr>
        <p:txBody>
          <a:bodyPr vert="horz" anchor="b"/>
          <a:lstStyle/>
          <a:p>
            <a:pPr lvl="0"/>
            <a:r>
              <a:rPr lang="zh-CN" altLang="en-US" dirty="0"/>
              <a:t>单击此处编辑母版标题样式</a:t>
            </a:r>
            <a:endParaRPr lang="zh-CN" altLang="en-US" dirty="0"/>
          </a:p>
        </p:txBody>
      </p:sp>
      <p:sp>
        <p:nvSpPr>
          <p:cNvPr id="1028" name="文本占位符 12"/>
          <p:cNvSpPr>
            <a:spLocks noGrp="1"/>
          </p:cNvSpPr>
          <p:nvPr>
            <p:ph type="body" idx="1"/>
          </p:nvPr>
        </p:nvSpPr>
        <p:spPr>
          <a:xfrm>
            <a:off x="457200" y="1600200"/>
            <a:ext cx="7467600" cy="4873625"/>
          </a:xfrm>
          <a:prstGeom prst="rect">
            <a:avLst/>
          </a:prstGeom>
          <a:noFill/>
          <a:ln w="9525">
            <a:noFill/>
          </a:ln>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7" name="直接连接符 6"/>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1030" name="直接连接符 8"/>
          <p:cNvSpPr/>
          <p:nvPr/>
        </p:nvSpPr>
        <p:spPr>
          <a:xfrm>
            <a:off x="8991600" y="0"/>
            <a:ext cx="0" cy="6858000"/>
          </a:xfrm>
          <a:prstGeom prst="line">
            <a:avLst/>
          </a:prstGeom>
          <a:ln w="19050" cap="flat" cmpd="sng">
            <a:solidFill>
              <a:schemeClr val="accent1"/>
            </a:solidFill>
            <a:prstDash val="solid"/>
            <a:headEnd type="none" w="med" len="med"/>
            <a:tailEnd type="none" w="med" len="med"/>
          </a:ln>
        </p:spPr>
      </p:sp>
      <p:sp>
        <p:nvSpPr>
          <p:cNvPr id="10" name="矩形 9"/>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lt1"/>
              </a:solidFill>
              <a:effectLst/>
              <a:uLnTx/>
              <a:uFillTx/>
              <a:latin typeface="+mn-lt"/>
              <a:ea typeface="+mn-ea"/>
              <a:cs typeface="+mn-cs"/>
            </a:endParaRPr>
          </a:p>
        </p:txBody>
      </p:sp>
      <p:sp>
        <p:nvSpPr>
          <p:cNvPr id="1032" name="直接连接符 10"/>
          <p:cNvSpPr/>
          <p:nvPr/>
        </p:nvSpPr>
        <p:spPr>
          <a:xfrm>
            <a:off x="8915400" y="0"/>
            <a:ext cx="0" cy="6858000"/>
          </a:xfrm>
          <a:prstGeom prst="line">
            <a:avLst/>
          </a:prstGeom>
          <a:ln w="9525" cap="flat" cmpd="sng">
            <a:solidFill>
              <a:schemeClr val="accent1"/>
            </a:solidFill>
            <a:prstDash val="solid"/>
            <a:headEnd type="none" w="med" len="med"/>
            <a:tailEnd type="none" w="med" len="med"/>
          </a:ln>
        </p:spPr>
      </p:sp>
      <p:sp>
        <p:nvSpPr>
          <p:cNvPr id="12" name="椭圆 11"/>
          <p:cNvSpPr/>
          <p:nvPr/>
        </p:nvSpPr>
        <p:spPr>
          <a:xfrm>
            <a:off x="8156575" y="5715000"/>
            <a:ext cx="549275" cy="549275"/>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lt1"/>
              </a:solidFill>
              <a:effectLst/>
              <a:uLnTx/>
              <a:uFillTx/>
              <a:latin typeface="+mn-lt"/>
              <a:ea typeface="+mn-ea"/>
              <a:cs typeface="+mn-cs"/>
            </a:endParaRPr>
          </a:p>
        </p:txBody>
      </p:sp>
      <p:sp>
        <p:nvSpPr>
          <p:cNvPr id="23" name="灯片编号占位符 22"/>
          <p:cNvSpPr>
            <a:spLocks noGrp="1"/>
          </p:cNvSpPr>
          <p:nvPr>
            <p:ph type="sldNum" sz="quarter" idx="4"/>
          </p:nvPr>
        </p:nvSpPr>
        <p:spPr>
          <a:xfrm>
            <a:off x="8129588" y="5734050"/>
            <a:ext cx="609600" cy="520700"/>
          </a:xfrm>
          <a:prstGeom prst="rect">
            <a:avLst/>
          </a:prstGeom>
        </p:spPr>
        <p:txBody>
          <a:bodyPr vert="horz" anchor="ctr"/>
          <a:lstStyle>
            <a:lvl1pPr algn="ctr">
              <a:defRPr sz="1400" b="1">
                <a:solidFill>
                  <a:srgbClr val="FFFFFF"/>
                </a:solidFill>
              </a:defRPr>
            </a:lvl1pPr>
          </a:lstStyle>
          <a:p>
            <a:pPr lvl="0" eaLnBrk="1" hangingPunct="1">
              <a:buNone/>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eaLnBrk="0" fontAlgn="base" hangingPunct="0">
        <a:spcBef>
          <a:spcPct val="0"/>
        </a:spcBef>
        <a:spcAft>
          <a:spcPct val="0"/>
        </a:spcAft>
        <a:defRPr sz="3200" b="1" kern="1200" cap="small">
          <a:solidFill>
            <a:schemeClr val="tx2"/>
          </a:solidFill>
          <a:latin typeface="+mj-lt"/>
          <a:ea typeface="+mj-ea"/>
          <a:cs typeface="+mj-cs"/>
        </a:defRPr>
      </a:lvl1pPr>
      <a:lvl2pPr algn="l" rtl="0" eaLnBrk="0" fontAlgn="base" hangingPunct="0">
        <a:spcBef>
          <a:spcPct val="0"/>
        </a:spcBef>
        <a:spcAft>
          <a:spcPct val="0"/>
        </a:spcAft>
        <a:defRPr sz="3200" b="1">
          <a:solidFill>
            <a:schemeClr val="tx2"/>
          </a:solidFill>
          <a:latin typeface="Century Schoolbook" panose="02040604050505020304" pitchFamily="18" charset="0"/>
        </a:defRPr>
      </a:lvl2pPr>
      <a:lvl3pPr algn="l" rtl="0" eaLnBrk="0" fontAlgn="base" hangingPunct="0">
        <a:spcBef>
          <a:spcPct val="0"/>
        </a:spcBef>
        <a:spcAft>
          <a:spcPct val="0"/>
        </a:spcAft>
        <a:defRPr sz="3200" b="1">
          <a:solidFill>
            <a:schemeClr val="tx2"/>
          </a:solidFill>
          <a:latin typeface="Century Schoolbook" panose="02040604050505020304" pitchFamily="18" charset="0"/>
        </a:defRPr>
      </a:lvl3pPr>
      <a:lvl4pPr algn="l" rtl="0" eaLnBrk="0" fontAlgn="base" hangingPunct="0">
        <a:spcBef>
          <a:spcPct val="0"/>
        </a:spcBef>
        <a:spcAft>
          <a:spcPct val="0"/>
        </a:spcAft>
        <a:defRPr sz="3200" b="1">
          <a:solidFill>
            <a:schemeClr val="tx2"/>
          </a:solidFill>
          <a:latin typeface="Century Schoolbook" panose="02040604050505020304" pitchFamily="18" charset="0"/>
        </a:defRPr>
      </a:lvl4pPr>
      <a:lvl5pPr algn="l" rtl="0" eaLnBrk="0" fontAlgn="base" hangingPunct="0">
        <a:spcBef>
          <a:spcPct val="0"/>
        </a:spcBef>
        <a:spcAft>
          <a:spcPct val="0"/>
        </a:spcAft>
        <a:defRPr sz="3200" b="1">
          <a:solidFill>
            <a:schemeClr val="tx2"/>
          </a:solidFill>
          <a:latin typeface="Century Schoolbook" panose="02040604050505020304" pitchFamily="18" charset="0"/>
        </a:defRPr>
      </a:lvl5pPr>
      <a:lvl6pPr marL="457200" algn="l" rtl="0" fontAlgn="base">
        <a:spcBef>
          <a:spcPct val="0"/>
        </a:spcBef>
        <a:spcAft>
          <a:spcPct val="0"/>
        </a:spcAft>
        <a:defRPr sz="3200" b="1">
          <a:solidFill>
            <a:schemeClr val="tx2"/>
          </a:solidFill>
          <a:latin typeface="Century Schoolbook" panose="02040604050505020304" pitchFamily="18" charset="0"/>
        </a:defRPr>
      </a:lvl6pPr>
      <a:lvl7pPr marL="914400" algn="l" rtl="0" fontAlgn="base">
        <a:spcBef>
          <a:spcPct val="0"/>
        </a:spcBef>
        <a:spcAft>
          <a:spcPct val="0"/>
        </a:spcAft>
        <a:defRPr sz="3200" b="1">
          <a:solidFill>
            <a:schemeClr val="tx2"/>
          </a:solidFill>
          <a:latin typeface="Century Schoolbook" panose="02040604050505020304" pitchFamily="18" charset="0"/>
        </a:defRPr>
      </a:lvl7pPr>
      <a:lvl8pPr marL="1371600" algn="l" rtl="0" fontAlgn="base">
        <a:spcBef>
          <a:spcPct val="0"/>
        </a:spcBef>
        <a:spcAft>
          <a:spcPct val="0"/>
        </a:spcAft>
        <a:defRPr sz="3200" b="1">
          <a:solidFill>
            <a:schemeClr val="tx2"/>
          </a:solidFill>
          <a:latin typeface="Century Schoolbook" panose="02040604050505020304" pitchFamily="18" charset="0"/>
        </a:defRPr>
      </a:lvl8pPr>
      <a:lvl9pPr marL="1828800" algn="l" rtl="0" fontAlgn="base">
        <a:spcBef>
          <a:spcPct val="0"/>
        </a:spcBef>
        <a:spcAft>
          <a:spcPct val="0"/>
        </a:spcAft>
        <a:defRPr sz="3200" b="1">
          <a:solidFill>
            <a:schemeClr val="tx2"/>
          </a:solidFill>
          <a:latin typeface="Century Schoolbook" panose="02040604050505020304" pitchFamily="18" charset="0"/>
        </a:defRPr>
      </a:lvl9pPr>
    </p:titleStyle>
    <p:bodyStyle>
      <a:lvl1pPr marL="273050" indent="-273050" algn="l" rtl="0" eaLnBrk="0" fontAlgn="base" hangingPunct="0">
        <a:spcBef>
          <a:spcPts val="600"/>
        </a:spcBef>
        <a:spcAft>
          <a:spcPct val="0"/>
        </a:spcAft>
        <a:buClr>
          <a:schemeClr val="accent1"/>
        </a:buClr>
        <a:buSzPct val="70000"/>
        <a:buFont typeface="Wingdings" panose="05000000000000000000" pitchFamily="2" charset="2"/>
        <a:buChar char=""/>
        <a:defRPr sz="2400" b="1" kern="1200">
          <a:solidFill>
            <a:schemeClr val="tx1"/>
          </a:solidFill>
          <a:latin typeface="+mn-lt"/>
          <a:ea typeface="+mn-ea"/>
          <a:cs typeface="+mn-cs"/>
        </a:defRPr>
      </a:lvl1pPr>
      <a:lvl2pPr marL="640080" indent="-273050" algn="l" rtl="0" eaLnBrk="0" fontAlgn="base" hangingPunct="0">
        <a:spcBef>
          <a:spcPct val="20000"/>
        </a:spcBef>
        <a:spcAft>
          <a:spcPct val="0"/>
        </a:spcAft>
        <a:buClr>
          <a:schemeClr val="accent1"/>
        </a:buClr>
        <a:buSzPct val="80000"/>
        <a:buFont typeface="Wingdings 2" panose="05020102010507070707" pitchFamily="18" charset="2"/>
        <a:buChar char=""/>
        <a:defRPr sz="2400" b="1"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sz="2400" b="1" kern="1200">
          <a:solidFill>
            <a:schemeClr val="tx1"/>
          </a:solidFill>
          <a:latin typeface="+mn-lt"/>
          <a:ea typeface="+mn-ea"/>
          <a:cs typeface="+mn-cs"/>
        </a:defRPr>
      </a:lvl3pPr>
      <a:lvl4pPr marL="1187450" indent="-182880" algn="l" rtl="0" eaLnBrk="0" fontAlgn="base" hangingPunct="0">
        <a:spcBef>
          <a:spcPct val="20000"/>
        </a:spcBef>
        <a:spcAft>
          <a:spcPct val="0"/>
        </a:spcAft>
        <a:buClr>
          <a:srgbClr val="FEC3AE"/>
        </a:buClr>
        <a:buSzPct val="60000"/>
        <a:buFont typeface="Wingdings" panose="05000000000000000000" pitchFamily="2" charset="2"/>
        <a:buChar char=""/>
        <a:defRPr sz="2400" b="1" kern="1200">
          <a:solidFill>
            <a:schemeClr val="tx1"/>
          </a:solidFill>
          <a:latin typeface="+mn-lt"/>
          <a:ea typeface="+mn-ea"/>
          <a:cs typeface="+mn-cs"/>
        </a:defRPr>
      </a:lvl4pPr>
      <a:lvl5pPr marL="1462405" indent="-182880" algn="l" rtl="0" eaLnBrk="0" fontAlgn="base" hangingPunct="0">
        <a:spcBef>
          <a:spcPct val="20000"/>
        </a:spcBef>
        <a:spcAft>
          <a:spcPct val="0"/>
        </a:spcAft>
        <a:buClr>
          <a:srgbClr val="BDCAE9"/>
        </a:buClr>
        <a:buSzPct val="68000"/>
        <a:buFont typeface="Wingdings 2" panose="05020102010507070707" pitchFamily="18" charset="2"/>
        <a:buChar char=""/>
        <a:defRPr sz="2400" b="1"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panose="05000000000000000000"/>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image" Target="../media/image4.emf"/></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image" Target="../media/image5.jpe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image" Target="../media/image6.jpe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60.xml"/><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61.xml"/><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宋体" panose="02010600030101010101" pitchFamily="2" charset="-122"/>
                <a:cs typeface="Times New Roman" panose="02020603050405020304" pitchFamily="18" charset="0"/>
              </a:rPr>
              <a:t>2.1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结构化分析</a:t>
            </a:r>
            <a:endPar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13316"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
        <p:nvSpPr>
          <p:cNvPr id="47106" name="Rectangle 2"/>
          <p:cNvSpPr>
            <a:spLocks noGrp="1" noChangeArrowheads="1"/>
          </p:cNvSpPr>
          <p:nvPr>
            <p:ph idx="1"/>
          </p:nvPr>
        </p:nvSpPr>
        <p:spPr>
          <a:xfrm>
            <a:off x="762000" y="1582420"/>
            <a:ext cx="7584440" cy="4870450"/>
          </a:xfrm>
        </p:spPr>
        <p:txBody>
          <a:bodyPr vert="horz" wrap="square" lIns="91440" tIns="45720" rIns="91440" bIns="45720" numCol="1" anchor="t" anchorCtr="0" compatLnSpc="1">
            <a:normAutofit fontScale="92500"/>
          </a:bodyPr>
          <a:lstStyle/>
          <a:p>
            <a:pPr marL="0" marR="0" lvl="0" indent="0" algn="l" defTabSz="914400" rtl="0" eaLnBrk="1" fontAlgn="base" latinLnBrk="0" hangingPunct="1">
              <a:lnSpc>
                <a:spcPct val="110000"/>
              </a:lnSpc>
              <a:spcBef>
                <a:spcPct val="20000"/>
              </a:spcBef>
              <a:spcAft>
                <a:spcPct val="0"/>
              </a:spcAft>
              <a:buClr>
                <a:srgbClr val="800080"/>
              </a:buClr>
              <a:buSzPct val="55000"/>
              <a:buFont typeface="Wingdings" panose="05000000000000000000" pitchFamily="2" charset="2"/>
              <a:buNone/>
              <a:defRPr/>
            </a:pPr>
            <a:r>
              <a:rPr lang="zh-CN" altLang="en-US" sz="2800" u="sng" kern="0" noProof="0" dirty="0">
                <a:ln>
                  <a:noFill/>
                </a:ln>
                <a:solidFill>
                  <a:srgbClr val="0070C0"/>
                </a:solidFill>
                <a:effectLst>
                  <a:outerShdw blurRad="38100" dist="38100" dir="2700000" algn="tl">
                    <a:srgbClr val="C0C0C0"/>
                  </a:outerShdw>
                </a:effectLst>
                <a:uLnTx/>
                <a:uFillTx/>
                <a:latin typeface="+mn-ea"/>
                <a:cs typeface="+mn-ea"/>
                <a:sym typeface="+mn-ea"/>
              </a:rPr>
              <a:t>数据建模与</a:t>
            </a:r>
            <a:r>
              <a:rPr lang="en-US" altLang="zh-CN" sz="2800" b="0" u="sng" kern="0" noProof="0" dirty="0">
                <a:ln>
                  <a:noFill/>
                </a:ln>
                <a:solidFill>
                  <a:srgbClr val="0070C0"/>
                </a:solidFill>
                <a:effectLst>
                  <a:outerShdw blurRad="38100" dist="38100" dir="2700000" algn="tl">
                    <a:srgbClr val="C0C0C0"/>
                  </a:outerShdw>
                </a:effectLst>
                <a:uLnTx/>
                <a:uFillTx/>
                <a:latin typeface="Times New Roman Regular" panose="02020603050405020304" charset="0"/>
                <a:cs typeface="Times New Roman Regular" panose="02020603050405020304" charset="0"/>
                <a:sym typeface="+mn-ea"/>
              </a:rPr>
              <a:t>E-R</a:t>
            </a:r>
            <a:r>
              <a:rPr lang="zh-CN" altLang="en-US" sz="2800" u="sng" kern="0" noProof="0" dirty="0">
                <a:ln>
                  <a:noFill/>
                </a:ln>
                <a:solidFill>
                  <a:srgbClr val="0070C0"/>
                </a:solidFill>
                <a:effectLst>
                  <a:outerShdw blurRad="38100" dist="38100" dir="2700000" algn="tl">
                    <a:srgbClr val="C0C0C0"/>
                  </a:outerShdw>
                </a:effectLst>
                <a:uLnTx/>
                <a:uFillTx/>
                <a:latin typeface="+mn-ea"/>
                <a:cs typeface="+mn-ea"/>
                <a:sym typeface="+mn-ea"/>
              </a:rPr>
              <a:t>图</a:t>
            </a:r>
            <a:endParaRPr lang="zh-CN" altLang="en-US" sz="2800" kern="0" noProof="0" dirty="0">
              <a:ln>
                <a:noFill/>
              </a:ln>
              <a:effectLst>
                <a:outerShdw blurRad="38100" dist="38100" dir="2700000" algn="tl">
                  <a:srgbClr val="C0C0C0"/>
                </a:outerShdw>
              </a:effectLst>
              <a:uLnTx/>
              <a:uFillTx/>
              <a:latin typeface="+mn-ea"/>
              <a:cs typeface="+mn-ea"/>
              <a:sym typeface="+mn-ea"/>
            </a:endParaRPr>
          </a:p>
          <a:p>
            <a:pPr marL="342900" marR="0" lvl="0" indent="-342900" algn="l" defTabSz="914400" rtl="0" eaLnBrk="1" fontAlgn="base" latinLnBrk="0" hangingPunct="1">
              <a:lnSpc>
                <a:spcPct val="110000"/>
              </a:lnSpc>
              <a:spcBef>
                <a:spcPct val="20000"/>
              </a:spcBef>
              <a:spcAft>
                <a:spcPct val="0"/>
              </a:spcAft>
              <a:buClr>
                <a:srgbClr val="800080"/>
              </a:buClr>
              <a:buSzPct val="55000"/>
              <a:buFont typeface="Wingdings" panose="05000000000000000000" pitchFamily="2" charset="2"/>
              <a:buChar char="n"/>
              <a:defRPr/>
            </a:pPr>
            <a:r>
              <a:rPr lang="zh-CN" altLang="en-US" sz="2600" kern="0" noProof="0" dirty="0">
                <a:ln>
                  <a:noFill/>
                </a:ln>
                <a:effectLst>
                  <a:outerShdw blurRad="38100" dist="38100" dir="2700000" algn="tl">
                    <a:srgbClr val="C0C0C0"/>
                  </a:outerShdw>
                </a:effectLst>
                <a:uLnTx/>
                <a:uFillTx/>
                <a:latin typeface="+mn-ea"/>
                <a:cs typeface="+mn-ea"/>
                <a:sym typeface="+mn-ea"/>
              </a:rPr>
              <a:t>数据模型包括三种互相关联的信息：</a:t>
            </a:r>
            <a:r>
              <a:rPr lang="zh-CN" altLang="en-US" sz="2600" kern="0" noProof="0" dirty="0">
                <a:ln>
                  <a:noFill/>
                </a:ln>
                <a:solidFill>
                  <a:srgbClr val="CC0000"/>
                </a:solidFill>
                <a:effectLst>
                  <a:outerShdw blurRad="38100" dist="38100" dir="2700000" algn="tl">
                    <a:srgbClr val="C0C0C0"/>
                  </a:outerShdw>
                </a:effectLst>
                <a:uLnTx/>
                <a:uFillTx/>
                <a:latin typeface="+mn-ea"/>
                <a:cs typeface="+mn-ea"/>
                <a:sym typeface="+mn-ea"/>
              </a:rPr>
              <a:t>数据对象</a:t>
            </a:r>
            <a:r>
              <a:rPr lang="zh-CN" altLang="en-US" sz="2600" kern="0" noProof="0" dirty="0">
                <a:ln>
                  <a:noFill/>
                </a:ln>
                <a:effectLst>
                  <a:outerShdw blurRad="38100" dist="38100" dir="2700000" algn="tl">
                    <a:srgbClr val="C0C0C0"/>
                  </a:outerShdw>
                </a:effectLst>
                <a:uLnTx/>
                <a:uFillTx/>
                <a:latin typeface="+mn-ea"/>
                <a:cs typeface="+mn-ea"/>
                <a:sym typeface="+mn-ea"/>
              </a:rPr>
              <a:t>，描述对象的</a:t>
            </a:r>
            <a:r>
              <a:rPr lang="zh-CN" altLang="en-US" sz="2600" kern="0" noProof="0" dirty="0">
                <a:ln>
                  <a:noFill/>
                </a:ln>
                <a:solidFill>
                  <a:srgbClr val="CC0000"/>
                </a:solidFill>
                <a:effectLst>
                  <a:outerShdw blurRad="38100" dist="38100" dir="2700000" algn="tl">
                    <a:srgbClr val="C0C0C0"/>
                  </a:outerShdw>
                </a:effectLst>
                <a:uLnTx/>
                <a:uFillTx/>
                <a:latin typeface="+mn-ea"/>
                <a:cs typeface="+mn-ea"/>
                <a:sym typeface="+mn-ea"/>
              </a:rPr>
              <a:t>属性</a:t>
            </a:r>
            <a:r>
              <a:rPr lang="zh-CN" altLang="en-US" sz="2600" kern="0" noProof="0" dirty="0">
                <a:ln>
                  <a:noFill/>
                </a:ln>
                <a:effectLst>
                  <a:outerShdw blurRad="38100" dist="38100" dir="2700000" algn="tl">
                    <a:srgbClr val="C0C0C0"/>
                  </a:outerShdw>
                </a:effectLst>
                <a:uLnTx/>
                <a:uFillTx/>
                <a:latin typeface="+mn-ea"/>
                <a:cs typeface="+mn-ea"/>
                <a:sym typeface="+mn-ea"/>
              </a:rPr>
              <a:t>，描述对象间相互连接的</a:t>
            </a:r>
            <a:r>
              <a:rPr lang="zh-CN" altLang="en-US" sz="2600" kern="0" noProof="0" dirty="0">
                <a:ln>
                  <a:noFill/>
                </a:ln>
                <a:solidFill>
                  <a:srgbClr val="CC0000"/>
                </a:solidFill>
                <a:effectLst>
                  <a:outerShdw blurRad="38100" dist="38100" dir="2700000" algn="tl">
                    <a:srgbClr val="C0C0C0"/>
                  </a:outerShdw>
                </a:effectLst>
                <a:uLnTx/>
                <a:uFillTx/>
                <a:latin typeface="+mn-ea"/>
                <a:cs typeface="+mn-ea"/>
                <a:sym typeface="+mn-ea"/>
              </a:rPr>
              <a:t>关系</a:t>
            </a:r>
            <a:r>
              <a:rPr lang="zh-CN" altLang="en-US" sz="2600" kern="0" noProof="0" dirty="0">
                <a:ln>
                  <a:noFill/>
                </a:ln>
                <a:effectLst>
                  <a:outerShdw blurRad="38100" dist="38100" dir="2700000" algn="tl">
                    <a:srgbClr val="C0C0C0"/>
                  </a:outerShdw>
                </a:effectLst>
                <a:uLnTx/>
                <a:uFillTx/>
                <a:latin typeface="+mn-ea"/>
                <a:cs typeface="+mn-ea"/>
                <a:sym typeface="+mn-ea"/>
              </a:rPr>
              <a:t>。</a:t>
            </a:r>
            <a:endParaRPr lang="zh-CN" altLang="en-US" sz="2600" kern="0" noProof="0" dirty="0">
              <a:ln>
                <a:noFill/>
              </a:ln>
              <a:effectLst>
                <a:outerShdw blurRad="38100" dist="38100" dir="2700000" algn="tl">
                  <a:srgbClr val="C0C0C0"/>
                </a:outerShdw>
              </a:effectLst>
              <a:uLnTx/>
              <a:uFillTx/>
              <a:latin typeface="+mn-ea"/>
              <a:cs typeface="+mn-ea"/>
              <a:sym typeface="+mn-ea"/>
            </a:endParaRPr>
          </a:p>
          <a:p>
            <a:pPr marL="342900" marR="0" lvl="0" indent="-342900" algn="l" defTabSz="914400" rtl="0" eaLnBrk="1" fontAlgn="base" latinLnBrk="0" hangingPunct="1">
              <a:lnSpc>
                <a:spcPct val="110000"/>
              </a:lnSpc>
              <a:spcBef>
                <a:spcPct val="20000"/>
              </a:spcBef>
              <a:spcAft>
                <a:spcPct val="0"/>
              </a:spcAft>
              <a:buClr>
                <a:srgbClr val="800080"/>
              </a:buClr>
              <a:buSzPct val="55000"/>
              <a:buFont typeface="Wingdings" panose="05000000000000000000" pitchFamily="2" charset="2"/>
              <a:buChar char="n"/>
              <a:defRPr/>
            </a:pPr>
            <a:endPar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ea"/>
              <a:cs typeface="+mn-ea"/>
            </a:endParaRPr>
          </a:p>
          <a:p>
            <a:pPr marL="342900" marR="0" lvl="0" indent="-342900" algn="l" defTabSz="914400" rtl="0" eaLnBrk="1" fontAlgn="base" latinLnBrk="0" hangingPunct="1">
              <a:lnSpc>
                <a:spcPct val="110000"/>
              </a:lnSpc>
              <a:spcBef>
                <a:spcPct val="20000"/>
              </a:spcBef>
              <a:spcAft>
                <a:spcPct val="0"/>
              </a:spcAft>
              <a:buClr>
                <a:srgbClr val="800080"/>
              </a:buClr>
              <a:buSzPct val="55000"/>
              <a:buFont typeface="Wingdings" panose="05000000000000000000" pitchFamily="2" charset="2"/>
              <a:buChar char="n"/>
              <a:defRPr/>
            </a:pPr>
            <a:r>
              <a:rPr lang="zh-CN" altLang="en-US" sz="2600" kern="0" noProof="0" dirty="0">
                <a:ln>
                  <a:noFill/>
                </a:ln>
                <a:effectLst>
                  <a:outerShdw blurRad="38100" dist="38100" dir="2700000" algn="tl">
                    <a:srgbClr val="C0C0C0"/>
                  </a:outerShdw>
                </a:effectLst>
                <a:uLnTx/>
                <a:uFillTx/>
                <a:latin typeface="+mn-ea"/>
                <a:cs typeface="+mn-ea"/>
                <a:sym typeface="+mn-ea"/>
              </a:rPr>
              <a:t>在需求分析阶段描述数据对象和它们之间的关系，使用了</a:t>
            </a:r>
            <a:r>
              <a:rPr lang="en-US" altLang="zh-CN" sz="2600" b="0" kern="0" noProof="0" dirty="0">
                <a:ln>
                  <a:noFill/>
                </a:ln>
                <a:solidFill>
                  <a:srgbClr val="FF0000"/>
                </a:solidFill>
                <a:effectLst>
                  <a:outerShdw blurRad="38100" dist="38100" dir="2700000" algn="tl">
                    <a:srgbClr val="C0C0C0"/>
                  </a:outerShdw>
                </a:effectLst>
                <a:uLnTx/>
                <a:uFillTx/>
                <a:latin typeface="Times New Roman Regular" panose="02020603050405020304" charset="0"/>
                <a:cs typeface="Times New Roman Regular" panose="02020603050405020304" charset="0"/>
                <a:sym typeface="+mn-ea"/>
              </a:rPr>
              <a:t>E-R</a:t>
            </a:r>
            <a:r>
              <a:rPr lang="zh-CN" altLang="en-US" sz="2600" kern="0" noProof="0" dirty="0">
                <a:ln>
                  <a:noFill/>
                </a:ln>
                <a:solidFill>
                  <a:srgbClr val="FF0000"/>
                </a:solidFill>
                <a:effectLst>
                  <a:outerShdw blurRad="38100" dist="38100" dir="2700000" algn="tl">
                    <a:srgbClr val="C0C0C0"/>
                  </a:outerShdw>
                </a:effectLst>
                <a:uLnTx/>
                <a:uFillTx/>
                <a:latin typeface="+mn-ea"/>
                <a:cs typeface="+mn-ea"/>
                <a:sym typeface="+mn-ea"/>
              </a:rPr>
              <a:t>图</a:t>
            </a:r>
            <a:r>
              <a:rPr lang="zh-CN" altLang="en-US" sz="2600" kern="0" noProof="0" dirty="0">
                <a:ln>
                  <a:noFill/>
                </a:ln>
                <a:effectLst>
                  <a:outerShdw blurRad="38100" dist="38100" dir="2700000" algn="tl">
                    <a:srgbClr val="C0C0C0"/>
                  </a:outerShdw>
                </a:effectLst>
                <a:uLnTx/>
                <a:uFillTx/>
                <a:latin typeface="+mn-ea"/>
                <a:cs typeface="+mn-ea"/>
                <a:sym typeface="+mn-ea"/>
              </a:rPr>
              <a:t>。</a:t>
            </a:r>
            <a:endParaRPr lang="zh-CN" altLang="en-US" sz="2600" kern="0" noProof="0" dirty="0">
              <a:ln>
                <a:noFill/>
              </a:ln>
              <a:effectLst>
                <a:outerShdw blurRad="38100" dist="38100" dir="2700000" algn="tl">
                  <a:srgbClr val="C0C0C0"/>
                </a:outerShdw>
              </a:effectLst>
              <a:uLnTx/>
              <a:uFillTx/>
              <a:latin typeface="+mn-ea"/>
              <a:cs typeface="+mn-ea"/>
              <a:sym typeface="+mn-ea"/>
            </a:endParaRPr>
          </a:p>
          <a:p>
            <a:pPr marL="0" marR="0" lvl="0" indent="0" algn="l" defTabSz="914400" rtl="0" eaLnBrk="1" fontAlgn="base" latinLnBrk="0" hangingPunct="1">
              <a:lnSpc>
                <a:spcPct val="110000"/>
              </a:lnSpc>
              <a:spcBef>
                <a:spcPct val="20000"/>
              </a:spcBef>
              <a:spcAft>
                <a:spcPct val="0"/>
              </a:spcAft>
              <a:buClr>
                <a:srgbClr val="800080"/>
              </a:buClr>
              <a:buSzPct val="55000"/>
              <a:buFont typeface="Wingdings" panose="05000000000000000000" pitchFamily="2" charset="2"/>
              <a:buNone/>
              <a:defRPr/>
            </a:pPr>
            <a:endPar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ea"/>
              <a:cs typeface="+mn-ea"/>
            </a:endParaRPr>
          </a:p>
          <a:p>
            <a:pPr marL="342900" marR="0" lvl="0" indent="-342900" algn="l" defTabSz="914400" rtl="0" eaLnBrk="1" fontAlgn="base" latinLnBrk="0" hangingPunct="1">
              <a:lnSpc>
                <a:spcPct val="110000"/>
              </a:lnSpc>
              <a:spcBef>
                <a:spcPct val="20000"/>
              </a:spcBef>
              <a:spcAft>
                <a:spcPct val="0"/>
              </a:spcAft>
              <a:buClr>
                <a:srgbClr val="800080"/>
              </a:buClr>
              <a:buSzPct val="55000"/>
              <a:buFont typeface="Wingdings" panose="05000000000000000000" pitchFamily="2" charset="2"/>
              <a:buChar char="n"/>
              <a:defRPr/>
            </a:pPr>
            <a:r>
              <a:rPr lang="zh-CN" altLang="en-US" sz="2600" kern="0" noProof="0" dirty="0">
                <a:ln>
                  <a:noFill/>
                </a:ln>
                <a:solidFill>
                  <a:srgbClr val="2C1A88"/>
                </a:solidFill>
                <a:effectLst>
                  <a:outerShdw blurRad="38100" dist="38100" dir="2700000" algn="tl">
                    <a:srgbClr val="C0C0C0"/>
                  </a:outerShdw>
                </a:effectLst>
                <a:uLnTx/>
                <a:uFillTx/>
                <a:latin typeface="+mn-ea"/>
                <a:cs typeface="+mn-ea"/>
                <a:sym typeface="+mn-ea"/>
              </a:rPr>
              <a:t>例如，在教学管理中，一个教师可以教授零门、一门或多门课程，每位学生也需要学习几门课程。因此，教学管理中涉及的对象（实体型）有</a:t>
            </a:r>
            <a:r>
              <a:rPr lang="zh-CN" altLang="en-US" sz="2600" kern="0" noProof="0" dirty="0">
                <a:ln>
                  <a:noFill/>
                </a:ln>
                <a:solidFill>
                  <a:srgbClr val="FF0000"/>
                </a:solidFill>
                <a:effectLst>
                  <a:outerShdw blurRad="38100" dist="38100" dir="2700000" algn="tl">
                    <a:srgbClr val="C0C0C0"/>
                  </a:outerShdw>
                </a:effectLst>
                <a:uLnTx/>
                <a:uFillTx/>
                <a:latin typeface="+mn-ea"/>
                <a:cs typeface="+mn-ea"/>
                <a:sym typeface="+mn-ea"/>
              </a:rPr>
              <a:t>学生</a:t>
            </a:r>
            <a:r>
              <a:rPr lang="zh-CN" altLang="en-US" sz="2600" kern="0" noProof="0" dirty="0">
                <a:ln>
                  <a:noFill/>
                </a:ln>
                <a:solidFill>
                  <a:srgbClr val="2C1A88"/>
                </a:solidFill>
                <a:effectLst>
                  <a:outerShdw blurRad="38100" dist="38100" dir="2700000" algn="tl">
                    <a:srgbClr val="C0C0C0"/>
                  </a:outerShdw>
                </a:effectLst>
                <a:uLnTx/>
                <a:uFillTx/>
                <a:latin typeface="+mn-ea"/>
                <a:cs typeface="+mn-ea"/>
                <a:sym typeface="+mn-ea"/>
              </a:rPr>
              <a:t>、</a:t>
            </a:r>
            <a:r>
              <a:rPr lang="zh-CN" altLang="en-US" sz="2600" kern="0" noProof="0" dirty="0">
                <a:ln>
                  <a:noFill/>
                </a:ln>
                <a:solidFill>
                  <a:srgbClr val="FF0000"/>
                </a:solidFill>
                <a:effectLst>
                  <a:outerShdw blurRad="38100" dist="38100" dir="2700000" algn="tl">
                    <a:srgbClr val="C0C0C0"/>
                  </a:outerShdw>
                </a:effectLst>
                <a:uLnTx/>
                <a:uFillTx/>
                <a:latin typeface="+mn-ea"/>
                <a:cs typeface="+mn-ea"/>
                <a:sym typeface="+mn-ea"/>
              </a:rPr>
              <a:t>教师</a:t>
            </a:r>
            <a:r>
              <a:rPr lang="zh-CN" altLang="en-US" sz="2600" kern="0" noProof="0" dirty="0">
                <a:ln>
                  <a:noFill/>
                </a:ln>
                <a:solidFill>
                  <a:srgbClr val="2C1A88"/>
                </a:solidFill>
                <a:effectLst>
                  <a:outerShdw blurRad="38100" dist="38100" dir="2700000" algn="tl">
                    <a:srgbClr val="C0C0C0"/>
                  </a:outerShdw>
                </a:effectLst>
                <a:uLnTx/>
                <a:uFillTx/>
                <a:latin typeface="+mn-ea"/>
                <a:cs typeface="+mn-ea"/>
                <a:sym typeface="+mn-ea"/>
              </a:rPr>
              <a:t>和</a:t>
            </a:r>
            <a:r>
              <a:rPr lang="zh-CN" altLang="en-US" sz="2600" kern="0" noProof="0" dirty="0">
                <a:ln>
                  <a:noFill/>
                </a:ln>
                <a:solidFill>
                  <a:srgbClr val="FF0000"/>
                </a:solidFill>
                <a:effectLst>
                  <a:outerShdw blurRad="38100" dist="38100" dir="2700000" algn="tl">
                    <a:srgbClr val="C0C0C0"/>
                  </a:outerShdw>
                </a:effectLst>
                <a:uLnTx/>
                <a:uFillTx/>
                <a:latin typeface="+mn-ea"/>
                <a:cs typeface="+mn-ea"/>
                <a:sym typeface="+mn-ea"/>
              </a:rPr>
              <a:t>课程</a:t>
            </a:r>
            <a:r>
              <a:rPr lang="zh-CN" altLang="en-US" sz="2600" kern="0" noProof="0" dirty="0">
                <a:ln>
                  <a:noFill/>
                </a:ln>
                <a:solidFill>
                  <a:srgbClr val="2C1A88"/>
                </a:solidFill>
                <a:effectLst>
                  <a:outerShdw blurRad="38100" dist="38100" dir="2700000" algn="tl">
                    <a:srgbClr val="C0C0C0"/>
                  </a:outerShdw>
                </a:effectLst>
                <a:uLnTx/>
                <a:uFillTx/>
                <a:latin typeface="+mn-ea"/>
                <a:cs typeface="+mn-ea"/>
                <a:sym typeface="+mn-ea"/>
              </a:rPr>
              <a:t>。</a:t>
            </a:r>
            <a:endPar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ea"/>
              <a:cs typeface="+mn-e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宋体" panose="02010600030101010101" pitchFamily="2" charset="-122"/>
                <a:cs typeface="Times New Roman" panose="02020603050405020304" pitchFamily="18" charset="0"/>
              </a:rPr>
              <a:t>2.1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结构化分析</a:t>
            </a:r>
            <a:endPar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13316"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grpSp>
        <p:nvGrpSpPr>
          <p:cNvPr id="4" name="组合 3"/>
          <p:cNvGrpSpPr/>
          <p:nvPr/>
        </p:nvGrpSpPr>
        <p:grpSpPr>
          <a:xfrm>
            <a:off x="731962" y="1532255"/>
            <a:ext cx="7111579" cy="4662066"/>
            <a:chOff x="894" y="840"/>
            <a:chExt cx="13197" cy="9461"/>
          </a:xfrm>
        </p:grpSpPr>
        <p:sp>
          <p:nvSpPr>
            <p:cNvPr id="43013" name="Line 2"/>
            <p:cNvSpPr/>
            <p:nvPr/>
          </p:nvSpPr>
          <p:spPr>
            <a:xfrm flipH="1">
              <a:off x="8310" y="3570"/>
              <a:ext cx="1230" cy="0"/>
            </a:xfrm>
            <a:prstGeom prst="line">
              <a:avLst/>
            </a:prstGeom>
            <a:ln w="38100" cap="flat" cmpd="sng">
              <a:solidFill>
                <a:schemeClr val="tx1"/>
              </a:solidFill>
              <a:prstDash val="solid"/>
              <a:headEnd type="none" w="med" len="med"/>
              <a:tailEnd type="none" w="med" len="med"/>
            </a:ln>
          </p:spPr>
        </p:sp>
        <p:sp>
          <p:nvSpPr>
            <p:cNvPr id="43014" name="Line 3"/>
            <p:cNvSpPr/>
            <p:nvPr/>
          </p:nvSpPr>
          <p:spPr>
            <a:xfrm flipV="1">
              <a:off x="4440" y="6450"/>
              <a:ext cx="3240" cy="0"/>
            </a:xfrm>
            <a:prstGeom prst="line">
              <a:avLst/>
            </a:prstGeom>
            <a:ln w="38100" cap="flat" cmpd="sng">
              <a:solidFill>
                <a:schemeClr val="tx1"/>
              </a:solidFill>
              <a:prstDash val="solid"/>
              <a:headEnd type="none" w="med" len="med"/>
              <a:tailEnd type="none" w="med" len="med"/>
            </a:ln>
          </p:spPr>
        </p:sp>
        <p:sp>
          <p:nvSpPr>
            <p:cNvPr id="43015" name="Line 4"/>
            <p:cNvSpPr/>
            <p:nvPr/>
          </p:nvSpPr>
          <p:spPr>
            <a:xfrm flipH="1" flipV="1">
              <a:off x="4170" y="5730"/>
              <a:ext cx="240" cy="450"/>
            </a:xfrm>
            <a:prstGeom prst="line">
              <a:avLst/>
            </a:prstGeom>
            <a:ln w="38100" cap="flat" cmpd="sng">
              <a:solidFill>
                <a:schemeClr val="tx1"/>
              </a:solidFill>
              <a:prstDash val="solid"/>
              <a:headEnd type="none" w="med" len="med"/>
              <a:tailEnd type="none" w="med" len="med"/>
            </a:ln>
          </p:spPr>
        </p:sp>
        <p:sp>
          <p:nvSpPr>
            <p:cNvPr id="43016" name="Line 5"/>
            <p:cNvSpPr/>
            <p:nvPr/>
          </p:nvSpPr>
          <p:spPr>
            <a:xfrm flipV="1">
              <a:off x="4440" y="5730"/>
              <a:ext cx="210" cy="420"/>
            </a:xfrm>
            <a:prstGeom prst="line">
              <a:avLst/>
            </a:prstGeom>
            <a:ln w="38100" cap="flat" cmpd="sng">
              <a:solidFill>
                <a:schemeClr val="tx1"/>
              </a:solidFill>
              <a:prstDash val="solid"/>
              <a:headEnd type="none" w="med" len="med"/>
              <a:tailEnd type="none" w="med" len="med"/>
            </a:ln>
          </p:spPr>
        </p:sp>
        <p:sp>
          <p:nvSpPr>
            <p:cNvPr id="43017" name="Line 6"/>
            <p:cNvSpPr/>
            <p:nvPr/>
          </p:nvSpPr>
          <p:spPr>
            <a:xfrm>
              <a:off x="4440" y="5670"/>
              <a:ext cx="0" cy="780"/>
            </a:xfrm>
            <a:prstGeom prst="line">
              <a:avLst/>
            </a:prstGeom>
            <a:ln w="38100" cap="flat" cmpd="sng">
              <a:solidFill>
                <a:schemeClr val="tx1"/>
              </a:solidFill>
              <a:prstDash val="solid"/>
              <a:headEnd type="none" w="med" len="med"/>
              <a:tailEnd type="none" w="med" len="med"/>
            </a:ln>
          </p:spPr>
        </p:sp>
        <p:sp>
          <p:nvSpPr>
            <p:cNvPr id="43018" name="Line 7"/>
            <p:cNvSpPr/>
            <p:nvPr/>
          </p:nvSpPr>
          <p:spPr>
            <a:xfrm flipH="1">
              <a:off x="4140" y="4410"/>
              <a:ext cx="240" cy="450"/>
            </a:xfrm>
            <a:prstGeom prst="line">
              <a:avLst/>
            </a:prstGeom>
            <a:ln w="38100" cap="flat" cmpd="sng">
              <a:solidFill>
                <a:schemeClr val="tx1"/>
              </a:solidFill>
              <a:prstDash val="solid"/>
              <a:headEnd type="none" w="med" len="med"/>
              <a:tailEnd type="none" w="med" len="med"/>
            </a:ln>
          </p:spPr>
        </p:sp>
        <p:sp>
          <p:nvSpPr>
            <p:cNvPr id="43019" name="Line 8"/>
            <p:cNvSpPr/>
            <p:nvPr/>
          </p:nvSpPr>
          <p:spPr>
            <a:xfrm>
              <a:off x="4410" y="4410"/>
              <a:ext cx="210" cy="420"/>
            </a:xfrm>
            <a:prstGeom prst="line">
              <a:avLst/>
            </a:prstGeom>
            <a:ln w="38100" cap="flat" cmpd="sng">
              <a:solidFill>
                <a:schemeClr val="tx1"/>
              </a:solidFill>
              <a:prstDash val="solid"/>
              <a:headEnd type="none" w="med" len="med"/>
              <a:tailEnd type="none" w="med" len="med"/>
            </a:ln>
          </p:spPr>
        </p:sp>
        <p:sp>
          <p:nvSpPr>
            <p:cNvPr id="43020" name="Line 9"/>
            <p:cNvSpPr/>
            <p:nvPr/>
          </p:nvSpPr>
          <p:spPr>
            <a:xfrm flipV="1">
              <a:off x="4410" y="3660"/>
              <a:ext cx="0" cy="1170"/>
            </a:xfrm>
            <a:prstGeom prst="line">
              <a:avLst/>
            </a:prstGeom>
            <a:ln w="38100" cap="flat" cmpd="sng">
              <a:solidFill>
                <a:schemeClr val="tx1"/>
              </a:solidFill>
              <a:prstDash val="solid"/>
              <a:headEnd type="none" w="med" len="med"/>
              <a:tailEnd type="none" w="med" len="med"/>
            </a:ln>
          </p:spPr>
        </p:sp>
        <p:sp>
          <p:nvSpPr>
            <p:cNvPr id="43021" name="Rectangle 10"/>
            <p:cNvSpPr/>
            <p:nvPr/>
          </p:nvSpPr>
          <p:spPr>
            <a:xfrm>
              <a:off x="4980" y="7860"/>
              <a:ext cx="8820" cy="900"/>
            </a:xfrm>
            <a:prstGeom prst="rect">
              <a:avLst/>
            </a:prstGeom>
            <a:solidFill>
              <a:srgbClr val="D7FFB0"/>
            </a:solidFill>
            <a:ln w="9525" cap="flat" cmpd="sng">
              <a:solidFill>
                <a:schemeClr val="tx1"/>
              </a:solidFill>
              <a:prstDash val="solid"/>
              <a:miter/>
              <a:headEnd type="none" w="med" len="med"/>
              <a:tailEnd type="none" w="med" len="med"/>
            </a:ln>
            <a:effectLst>
              <a:outerShdw dist="107763" dir="2699999" algn="ctr" rotWithShape="0">
                <a:srgbClr val="808080"/>
              </a:outerShdw>
            </a:effectLst>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endParaRPr lang="zh-CN" altLang="en-US" sz="1600" dirty="0"/>
            </a:p>
          </p:txBody>
        </p:sp>
        <p:sp>
          <p:nvSpPr>
            <p:cNvPr id="50187" name="Rectangle 11"/>
            <p:cNvSpPr>
              <a:spLocks noChangeArrowheads="1"/>
            </p:cNvSpPr>
            <p:nvPr/>
          </p:nvSpPr>
          <p:spPr bwMode="auto">
            <a:xfrm>
              <a:off x="2700" y="9367"/>
              <a:ext cx="9567" cy="93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400" b="1" i="0" u="none" strike="noStrike" kern="1200" cap="none" spc="0" normalizeH="0" baseline="0" noProof="0">
                  <a:ln>
                    <a:noFill/>
                  </a:ln>
                  <a:solidFill>
                    <a:srgbClr val="800080"/>
                  </a:solidFill>
                  <a:effectLst>
                    <a:outerShdw blurRad="38100" dist="38100" dir="2700000" algn="tl">
                      <a:srgbClr val="C0C0C0"/>
                    </a:outerShdw>
                  </a:effectLst>
                  <a:uLnTx/>
                  <a:uFillTx/>
                  <a:latin typeface="Times New Roman" panose="02020603050405020304" pitchFamily="18" charset="0"/>
                  <a:ea typeface="仿宋_GB2312" pitchFamily="49" charset="-122"/>
                  <a:cs typeface="+mn-cs"/>
                </a:rPr>
                <a:t>教学数据模型</a:t>
              </a:r>
              <a:endParaRPr kumimoji="1" lang="zh-CN" altLang="en-US" sz="2400" b="1" i="0" u="none" strike="noStrike" kern="1200" cap="none" spc="0" normalizeH="0" baseline="0" noProof="0">
                <a:ln>
                  <a:noFill/>
                </a:ln>
                <a:solidFill>
                  <a:srgbClr val="800080"/>
                </a:solidFill>
                <a:effectLst>
                  <a:outerShdw blurRad="38100" dist="38100" dir="2700000" algn="tl">
                    <a:srgbClr val="C0C0C0"/>
                  </a:outerShdw>
                </a:effectLst>
                <a:uLnTx/>
                <a:uFillTx/>
                <a:latin typeface="Times New Roman" panose="02020603050405020304" pitchFamily="18" charset="0"/>
                <a:ea typeface="仿宋_GB2312" pitchFamily="49" charset="-122"/>
                <a:cs typeface="+mn-cs"/>
              </a:endParaRPr>
            </a:p>
          </p:txBody>
        </p:sp>
        <p:sp>
          <p:nvSpPr>
            <p:cNvPr id="43023" name="Rectangle 12"/>
            <p:cNvSpPr/>
            <p:nvPr/>
          </p:nvSpPr>
          <p:spPr>
            <a:xfrm>
              <a:off x="1170" y="840"/>
              <a:ext cx="7680" cy="930"/>
            </a:xfrm>
            <a:prstGeom prst="rect">
              <a:avLst/>
            </a:prstGeom>
            <a:solidFill>
              <a:srgbClr val="D7FFB0"/>
            </a:solidFill>
            <a:ln w="9525" cap="flat" cmpd="sng">
              <a:solidFill>
                <a:schemeClr val="tx1"/>
              </a:solidFill>
              <a:prstDash val="solid"/>
              <a:miter/>
              <a:headEnd type="none" w="med" len="med"/>
              <a:tailEnd type="none" w="med" len="med"/>
            </a:ln>
            <a:effectLst>
              <a:outerShdw dist="107763" dir="2699999" algn="ctr" rotWithShape="0">
                <a:srgbClr val="808080"/>
              </a:outerShdw>
            </a:effectLst>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endParaRPr lang="zh-CN" altLang="en-US" sz="1600" dirty="0"/>
            </a:p>
          </p:txBody>
        </p:sp>
        <p:sp>
          <p:nvSpPr>
            <p:cNvPr id="50189" name="Text Box 13"/>
            <p:cNvSpPr txBox="1">
              <a:spLocks noChangeArrowheads="1"/>
            </p:cNvSpPr>
            <p:nvPr/>
          </p:nvSpPr>
          <p:spPr bwMode="auto">
            <a:xfrm>
              <a:off x="1205" y="885"/>
              <a:ext cx="7747" cy="934"/>
            </a:xfrm>
            <a:prstGeom prst="rect">
              <a:avLst/>
            </a:prstGeom>
            <a:noFill/>
            <a:ln>
              <a:noFill/>
            </a:ln>
            <a:extLst>
              <a:ext uri="{909E8E84-426E-40DD-AFC4-6F175D3DCCD1}">
                <a14:hiddenFill xmlns:a14="http://schemas.microsoft.com/office/drawing/2010/main">
                  <a:solidFill>
                    <a:srgbClr val="66FF33"/>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marR="0" defTabSz="914400" eaLnBrk="1" hangingPunct="1">
                <a:buClrTx/>
                <a:buSzTx/>
                <a:buFontTx/>
                <a:buNone/>
                <a:defRPr/>
              </a:pPr>
              <a:r>
                <a:rPr kumimoji="1" lang="zh-CN" altLang="en-US" sz="2400" b="1" kern="1200" cap="none" spc="0" normalizeH="0" baseline="0" noProof="0">
                  <a:solidFill>
                    <a:srgbClr val="000099"/>
                  </a:solidFill>
                  <a:latin typeface="Times New Roman" panose="02020603050405020304" pitchFamily="18" charset="0"/>
                  <a:ea typeface="仿宋_GB2312" pitchFamily="49" charset="-122"/>
                  <a:cs typeface="+mn-cs"/>
                </a:rPr>
                <a:t>学号   姓名   专业   性别</a:t>
              </a:r>
              <a:r>
                <a:rPr kumimoji="1" lang="zh-CN" altLang="en-US" sz="2400" b="1" kern="1200" cap="none" spc="0" normalizeH="0" baseline="0" noProof="0">
                  <a:solidFill>
                    <a:srgbClr val="000099"/>
                  </a:solidFill>
                  <a:effectLst>
                    <a:outerShdw blurRad="38100" dist="38100" dir="2700000" algn="tl">
                      <a:srgbClr val="C0C0C0"/>
                    </a:outerShdw>
                  </a:effectLst>
                  <a:latin typeface="Times New Roman" panose="02020603050405020304" pitchFamily="18" charset="0"/>
                  <a:ea typeface="仿宋_GB2312" pitchFamily="49" charset="-122"/>
                  <a:cs typeface="+mn-cs"/>
                </a:rPr>
                <a:t>   </a:t>
              </a:r>
              <a:r>
                <a:rPr kumimoji="1" lang="en-US" altLang="zh-CN" sz="2400" b="1" kern="1200" cap="none" spc="0" normalizeH="0" baseline="0" noProof="0">
                  <a:solidFill>
                    <a:srgbClr val="000099"/>
                  </a:solidFill>
                  <a:effectLst>
                    <a:outerShdw blurRad="38100" dist="38100" dir="2700000" algn="tl">
                      <a:srgbClr val="C0C0C0"/>
                    </a:outerShdw>
                  </a:effectLst>
                  <a:latin typeface="Times New Roman" panose="02020603050405020304" pitchFamily="18" charset="0"/>
                  <a:ea typeface="仿宋_GB2312" pitchFamily="49" charset="-122"/>
                  <a:cs typeface="+mn-cs"/>
                </a:rPr>
                <a:t>……</a:t>
              </a:r>
              <a:endParaRPr kumimoji="1" lang="en-US" altLang="zh-CN" sz="2400" b="1" kern="1200" cap="none" spc="0" normalizeH="0" baseline="0" noProof="0">
                <a:solidFill>
                  <a:srgbClr val="000099"/>
                </a:solidFill>
                <a:effectLst>
                  <a:outerShdw blurRad="38100" dist="38100" dir="2700000" algn="tl">
                    <a:srgbClr val="C0C0C0"/>
                  </a:outerShdw>
                </a:effectLst>
                <a:latin typeface="Times New Roman" panose="02020603050405020304" pitchFamily="18" charset="0"/>
                <a:ea typeface="仿宋_GB2312" pitchFamily="49" charset="-122"/>
                <a:cs typeface="+mn-cs"/>
              </a:endParaRPr>
            </a:p>
          </p:txBody>
        </p:sp>
        <p:sp>
          <p:nvSpPr>
            <p:cNvPr id="43025" name="Line 14"/>
            <p:cNvSpPr/>
            <p:nvPr/>
          </p:nvSpPr>
          <p:spPr>
            <a:xfrm>
              <a:off x="2700" y="840"/>
              <a:ext cx="0" cy="930"/>
            </a:xfrm>
            <a:prstGeom prst="line">
              <a:avLst/>
            </a:prstGeom>
            <a:ln w="9525" cap="flat" cmpd="sng">
              <a:solidFill>
                <a:schemeClr val="tx1"/>
              </a:solidFill>
              <a:prstDash val="solid"/>
              <a:headEnd type="none" w="med" len="med"/>
              <a:tailEnd type="none" w="med" len="med"/>
            </a:ln>
          </p:spPr>
        </p:sp>
        <p:sp>
          <p:nvSpPr>
            <p:cNvPr id="43026" name="Line 15"/>
            <p:cNvSpPr/>
            <p:nvPr/>
          </p:nvSpPr>
          <p:spPr>
            <a:xfrm>
              <a:off x="4260" y="840"/>
              <a:ext cx="0" cy="930"/>
            </a:xfrm>
            <a:prstGeom prst="line">
              <a:avLst/>
            </a:prstGeom>
            <a:ln w="9525" cap="flat" cmpd="sng">
              <a:solidFill>
                <a:schemeClr val="tx1"/>
              </a:solidFill>
              <a:prstDash val="solid"/>
              <a:headEnd type="none" w="med" len="med"/>
              <a:tailEnd type="none" w="med" len="med"/>
            </a:ln>
          </p:spPr>
        </p:sp>
        <p:sp>
          <p:nvSpPr>
            <p:cNvPr id="43027" name="Line 16"/>
            <p:cNvSpPr/>
            <p:nvPr/>
          </p:nvSpPr>
          <p:spPr>
            <a:xfrm>
              <a:off x="5790" y="840"/>
              <a:ext cx="0" cy="930"/>
            </a:xfrm>
            <a:prstGeom prst="line">
              <a:avLst/>
            </a:prstGeom>
            <a:ln w="9525" cap="flat" cmpd="sng">
              <a:solidFill>
                <a:schemeClr val="tx1"/>
              </a:solidFill>
              <a:prstDash val="solid"/>
              <a:headEnd type="none" w="med" len="med"/>
              <a:tailEnd type="none" w="med" len="med"/>
            </a:ln>
          </p:spPr>
        </p:sp>
        <p:sp>
          <p:nvSpPr>
            <p:cNvPr id="43028" name="Line 17"/>
            <p:cNvSpPr/>
            <p:nvPr/>
          </p:nvSpPr>
          <p:spPr>
            <a:xfrm>
              <a:off x="7320" y="840"/>
              <a:ext cx="0" cy="930"/>
            </a:xfrm>
            <a:prstGeom prst="line">
              <a:avLst/>
            </a:prstGeom>
            <a:ln w="9525" cap="flat" cmpd="sng">
              <a:solidFill>
                <a:schemeClr val="tx1"/>
              </a:solidFill>
              <a:prstDash val="solid"/>
              <a:headEnd type="none" w="med" len="med"/>
              <a:tailEnd type="none" w="med" len="med"/>
            </a:ln>
          </p:spPr>
        </p:sp>
        <p:sp>
          <p:nvSpPr>
            <p:cNvPr id="43029" name="Rectangle 18"/>
            <p:cNvSpPr/>
            <p:nvPr/>
          </p:nvSpPr>
          <p:spPr>
            <a:xfrm>
              <a:off x="3630" y="2730"/>
              <a:ext cx="1560" cy="900"/>
            </a:xfrm>
            <a:prstGeom prst="rect">
              <a:avLst/>
            </a:prstGeom>
            <a:solidFill>
              <a:srgbClr val="CCECFF"/>
            </a:solidFill>
            <a:ln w="9525" cap="flat" cmpd="sng">
              <a:solidFill>
                <a:schemeClr val="tx1"/>
              </a:solidFill>
              <a:prstDash val="solid"/>
              <a:miter/>
              <a:headEnd type="none" w="med" len="med"/>
              <a:tailEnd type="none" w="med" len="med"/>
            </a:ln>
            <a:effectLst>
              <a:outerShdw dist="107763" dir="2699999" algn="ctr" rotWithShape="0">
                <a:srgbClr val="808080"/>
              </a:outerShdw>
            </a:effectLst>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endParaRPr lang="zh-CN" altLang="en-US" sz="1600" dirty="0"/>
            </a:p>
          </p:txBody>
        </p:sp>
        <p:sp>
          <p:nvSpPr>
            <p:cNvPr id="43030" name="Text Box 19"/>
            <p:cNvSpPr txBox="1"/>
            <p:nvPr/>
          </p:nvSpPr>
          <p:spPr>
            <a:xfrm>
              <a:off x="3630" y="2666"/>
              <a:ext cx="1559" cy="934"/>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r>
                <a:rPr lang="zh-CN" altLang="en-US" sz="2400" b="1" dirty="0">
                  <a:solidFill>
                    <a:schemeClr val="tx1"/>
                  </a:solidFill>
                  <a:latin typeface="Times New Roman" panose="02020603050405020304" pitchFamily="18" charset="0"/>
                  <a:ea typeface="仿宋_GB2312" pitchFamily="49" charset="-122"/>
                </a:rPr>
                <a:t>学生</a:t>
              </a:r>
              <a:endParaRPr lang="zh-CN" altLang="en-US" sz="2400" b="1" dirty="0">
                <a:solidFill>
                  <a:schemeClr val="tx1"/>
                </a:solidFill>
                <a:latin typeface="Times New Roman" panose="02020603050405020304" pitchFamily="18" charset="0"/>
                <a:ea typeface="仿宋_GB2312" pitchFamily="49" charset="-122"/>
              </a:endParaRPr>
            </a:p>
          </p:txBody>
        </p:sp>
        <p:sp>
          <p:nvSpPr>
            <p:cNvPr id="43031" name="Rectangle 20"/>
            <p:cNvSpPr/>
            <p:nvPr/>
          </p:nvSpPr>
          <p:spPr>
            <a:xfrm>
              <a:off x="12000" y="1860"/>
              <a:ext cx="1830" cy="4320"/>
            </a:xfrm>
            <a:prstGeom prst="rect">
              <a:avLst/>
            </a:prstGeom>
            <a:solidFill>
              <a:srgbClr val="D7FFB0"/>
            </a:solidFill>
            <a:ln w="9525" cap="flat" cmpd="sng">
              <a:solidFill>
                <a:schemeClr val="tx1"/>
              </a:solidFill>
              <a:prstDash val="solid"/>
              <a:miter/>
              <a:headEnd type="none" w="med" len="med"/>
              <a:tailEnd type="none" w="med" len="med"/>
            </a:ln>
            <a:effectLst>
              <a:outerShdw dist="107763" dir="2699999" algn="ctr" rotWithShape="0">
                <a:srgbClr val="808080"/>
              </a:outerShdw>
            </a:effectLst>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endParaRPr lang="zh-CN" altLang="en-US" sz="1600" dirty="0"/>
            </a:p>
          </p:txBody>
        </p:sp>
        <p:sp>
          <p:nvSpPr>
            <p:cNvPr id="43032" name="Text Box 21"/>
            <p:cNvSpPr txBox="1"/>
            <p:nvPr/>
          </p:nvSpPr>
          <p:spPr>
            <a:xfrm>
              <a:off x="11812" y="1901"/>
              <a:ext cx="2279" cy="4682"/>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lgn="ctr" eaLnBrk="1" hangingPunct="1">
                <a:spcBef>
                  <a:spcPct val="25000"/>
                </a:spcBef>
                <a:buClrTx/>
                <a:buSzTx/>
                <a:buFontTx/>
                <a:buNone/>
              </a:pPr>
              <a:r>
                <a:rPr lang="zh-CN" altLang="en-US" sz="2400" b="1" dirty="0">
                  <a:solidFill>
                    <a:srgbClr val="000099"/>
                  </a:solidFill>
                  <a:latin typeface="Times New Roman" panose="02020603050405020304" pitchFamily="18" charset="0"/>
                  <a:ea typeface="仿宋_GB2312" pitchFamily="49" charset="-122"/>
                </a:rPr>
                <a:t>职工号</a:t>
              </a:r>
              <a:endParaRPr lang="zh-CN" altLang="en-US" sz="2400" b="1" dirty="0">
                <a:solidFill>
                  <a:srgbClr val="000099"/>
                </a:solidFill>
                <a:latin typeface="Times New Roman" panose="02020603050405020304" pitchFamily="18" charset="0"/>
                <a:ea typeface="仿宋_GB2312" pitchFamily="49" charset="-122"/>
              </a:endParaRPr>
            </a:p>
            <a:p>
              <a:pPr marL="0" lvl="0" indent="0" algn="ctr" eaLnBrk="1" hangingPunct="1">
                <a:spcBef>
                  <a:spcPct val="25000"/>
                </a:spcBef>
                <a:buClrTx/>
                <a:buSzTx/>
                <a:buFontTx/>
                <a:buNone/>
              </a:pPr>
              <a:r>
                <a:rPr lang="zh-CN" altLang="en-US" sz="2400" b="1" dirty="0">
                  <a:solidFill>
                    <a:srgbClr val="000099"/>
                  </a:solidFill>
                  <a:latin typeface="Times New Roman" panose="02020603050405020304" pitchFamily="18" charset="0"/>
                  <a:ea typeface="仿宋_GB2312" pitchFamily="49" charset="-122"/>
                </a:rPr>
                <a:t>姓名</a:t>
              </a:r>
              <a:endParaRPr lang="zh-CN" altLang="en-US" sz="2400" b="1" dirty="0">
                <a:solidFill>
                  <a:srgbClr val="000099"/>
                </a:solidFill>
                <a:latin typeface="Times New Roman" panose="02020603050405020304" pitchFamily="18" charset="0"/>
                <a:ea typeface="仿宋_GB2312" pitchFamily="49" charset="-122"/>
              </a:endParaRPr>
            </a:p>
            <a:p>
              <a:pPr marL="0" lvl="0" indent="0" algn="ctr" eaLnBrk="1" hangingPunct="1">
                <a:spcBef>
                  <a:spcPct val="25000"/>
                </a:spcBef>
                <a:buClrTx/>
                <a:buSzTx/>
                <a:buFontTx/>
                <a:buNone/>
              </a:pPr>
              <a:r>
                <a:rPr lang="zh-CN" altLang="en-US" sz="2400" b="1" dirty="0">
                  <a:solidFill>
                    <a:srgbClr val="000099"/>
                  </a:solidFill>
                  <a:latin typeface="Times New Roman" panose="02020603050405020304" pitchFamily="18" charset="0"/>
                  <a:ea typeface="仿宋_GB2312" pitchFamily="49" charset="-122"/>
                </a:rPr>
                <a:t>专业</a:t>
              </a:r>
              <a:endParaRPr lang="zh-CN" altLang="en-US" sz="2400" b="1" dirty="0">
                <a:solidFill>
                  <a:srgbClr val="000099"/>
                </a:solidFill>
                <a:latin typeface="Times New Roman" panose="02020603050405020304" pitchFamily="18" charset="0"/>
                <a:ea typeface="仿宋_GB2312" pitchFamily="49" charset="-122"/>
              </a:endParaRPr>
            </a:p>
            <a:p>
              <a:pPr marL="0" lvl="0" indent="0" algn="ctr" eaLnBrk="1" hangingPunct="1">
                <a:spcBef>
                  <a:spcPct val="25000"/>
                </a:spcBef>
                <a:buClrTx/>
                <a:buSzTx/>
                <a:buFontTx/>
                <a:buNone/>
              </a:pPr>
              <a:r>
                <a:rPr lang="zh-CN" altLang="en-US" sz="2400" b="1" dirty="0">
                  <a:solidFill>
                    <a:srgbClr val="000099"/>
                  </a:solidFill>
                  <a:latin typeface="Times New Roman" panose="02020603050405020304" pitchFamily="18" charset="0"/>
                  <a:ea typeface="仿宋_GB2312" pitchFamily="49" charset="-122"/>
                </a:rPr>
                <a:t>职称</a:t>
              </a:r>
              <a:endParaRPr lang="zh-CN" altLang="en-US" sz="2400" b="1" dirty="0">
                <a:solidFill>
                  <a:srgbClr val="000099"/>
                </a:solidFill>
                <a:latin typeface="Times New Roman" panose="02020603050405020304" pitchFamily="18" charset="0"/>
                <a:ea typeface="仿宋_GB2312" pitchFamily="49" charset="-122"/>
              </a:endParaRPr>
            </a:p>
            <a:p>
              <a:pPr marL="0" lvl="0" indent="0" algn="ctr" eaLnBrk="1" hangingPunct="1">
                <a:spcBef>
                  <a:spcPct val="25000"/>
                </a:spcBef>
                <a:buClrTx/>
                <a:buSzTx/>
                <a:buFontTx/>
                <a:buNone/>
              </a:pPr>
              <a:r>
                <a:rPr lang="zh-CN" altLang="en-US" sz="2400" b="1" dirty="0">
                  <a:solidFill>
                    <a:srgbClr val="000099"/>
                  </a:solidFill>
                  <a:latin typeface="Times New Roman" panose="02020603050405020304" pitchFamily="18" charset="0"/>
                  <a:ea typeface="仿宋_GB2312" pitchFamily="49" charset="-122"/>
                </a:rPr>
                <a:t>年龄</a:t>
              </a:r>
              <a:endParaRPr lang="zh-CN" altLang="en-US" sz="2400" b="1" dirty="0">
                <a:solidFill>
                  <a:srgbClr val="000099"/>
                </a:solidFill>
                <a:latin typeface="Times New Roman" panose="02020603050405020304" pitchFamily="18" charset="0"/>
                <a:ea typeface="仿宋_GB2312" pitchFamily="49" charset="-122"/>
              </a:endParaRPr>
            </a:p>
          </p:txBody>
        </p:sp>
        <p:sp>
          <p:nvSpPr>
            <p:cNvPr id="43033" name="Line 22"/>
            <p:cNvSpPr/>
            <p:nvPr/>
          </p:nvSpPr>
          <p:spPr>
            <a:xfrm>
              <a:off x="12000" y="2730"/>
              <a:ext cx="1830" cy="0"/>
            </a:xfrm>
            <a:prstGeom prst="line">
              <a:avLst/>
            </a:prstGeom>
            <a:ln w="9525" cap="flat" cmpd="sng">
              <a:solidFill>
                <a:schemeClr val="tx1"/>
              </a:solidFill>
              <a:prstDash val="solid"/>
              <a:headEnd type="none" w="med" len="med"/>
              <a:tailEnd type="none" w="med" len="med"/>
            </a:ln>
          </p:spPr>
        </p:sp>
        <p:sp>
          <p:nvSpPr>
            <p:cNvPr id="43034" name="Line 23"/>
            <p:cNvSpPr/>
            <p:nvPr/>
          </p:nvSpPr>
          <p:spPr>
            <a:xfrm>
              <a:off x="12000" y="3600"/>
              <a:ext cx="1830" cy="0"/>
            </a:xfrm>
            <a:prstGeom prst="line">
              <a:avLst/>
            </a:prstGeom>
            <a:ln w="9525" cap="flat" cmpd="sng">
              <a:solidFill>
                <a:schemeClr val="tx1"/>
              </a:solidFill>
              <a:prstDash val="solid"/>
              <a:headEnd type="none" w="med" len="med"/>
              <a:tailEnd type="none" w="med" len="med"/>
            </a:ln>
          </p:spPr>
        </p:sp>
        <p:sp>
          <p:nvSpPr>
            <p:cNvPr id="43035" name="Line 24"/>
            <p:cNvSpPr/>
            <p:nvPr/>
          </p:nvSpPr>
          <p:spPr>
            <a:xfrm>
              <a:off x="12030" y="4440"/>
              <a:ext cx="1830" cy="0"/>
            </a:xfrm>
            <a:prstGeom prst="line">
              <a:avLst/>
            </a:prstGeom>
            <a:ln w="9525" cap="flat" cmpd="sng">
              <a:solidFill>
                <a:schemeClr val="tx1"/>
              </a:solidFill>
              <a:prstDash val="solid"/>
              <a:headEnd type="none" w="med" len="med"/>
              <a:tailEnd type="none" w="med" len="med"/>
            </a:ln>
          </p:spPr>
        </p:sp>
        <p:sp>
          <p:nvSpPr>
            <p:cNvPr id="43036" name="Line 25"/>
            <p:cNvSpPr/>
            <p:nvPr/>
          </p:nvSpPr>
          <p:spPr>
            <a:xfrm>
              <a:off x="12030" y="5310"/>
              <a:ext cx="1830" cy="0"/>
            </a:xfrm>
            <a:prstGeom prst="line">
              <a:avLst/>
            </a:prstGeom>
            <a:ln w="9525" cap="flat" cmpd="sng">
              <a:solidFill>
                <a:schemeClr val="tx1"/>
              </a:solidFill>
              <a:prstDash val="solid"/>
              <a:headEnd type="none" w="med" len="med"/>
              <a:tailEnd type="none" w="med" len="med"/>
            </a:ln>
          </p:spPr>
        </p:sp>
        <p:sp>
          <p:nvSpPr>
            <p:cNvPr id="43037" name="Rectangle 26"/>
            <p:cNvSpPr/>
            <p:nvPr/>
          </p:nvSpPr>
          <p:spPr>
            <a:xfrm>
              <a:off x="9510" y="3150"/>
              <a:ext cx="1560" cy="900"/>
            </a:xfrm>
            <a:prstGeom prst="rect">
              <a:avLst/>
            </a:prstGeom>
            <a:solidFill>
              <a:srgbClr val="CCECFF"/>
            </a:solidFill>
            <a:ln w="9525" cap="flat" cmpd="sng">
              <a:solidFill>
                <a:schemeClr val="tx1"/>
              </a:solidFill>
              <a:prstDash val="solid"/>
              <a:miter/>
              <a:headEnd type="none" w="med" len="med"/>
              <a:tailEnd type="none" w="med" len="med"/>
            </a:ln>
            <a:effectLst>
              <a:outerShdw dist="107763" dir="2699999" algn="ctr" rotWithShape="0">
                <a:srgbClr val="808080"/>
              </a:outerShdw>
            </a:effectLst>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endParaRPr lang="zh-CN" altLang="en-US" sz="1600" dirty="0"/>
            </a:p>
          </p:txBody>
        </p:sp>
        <p:sp>
          <p:nvSpPr>
            <p:cNvPr id="43038" name="Text Box 27"/>
            <p:cNvSpPr txBox="1"/>
            <p:nvPr/>
          </p:nvSpPr>
          <p:spPr>
            <a:xfrm>
              <a:off x="9489" y="3090"/>
              <a:ext cx="1559" cy="934"/>
            </a:xfrm>
            <a:prstGeom prst="rect">
              <a:avLst/>
            </a:prstGeom>
            <a:noFill/>
            <a:ln w="9525">
              <a:noFill/>
            </a:ln>
            <a:extLst>
              <a:ext uri="{909E8E84-426E-40DD-AFC4-6F175D3DCCD1}">
                <a14:hiddenFill xmlns:a14="http://schemas.microsoft.com/office/drawing/2010/main">
                  <a:solidFill>
                    <a:srgbClr val="CCECFF"/>
                  </a:solidFill>
                </a14:hiddenFill>
              </a:ext>
            </a:extLst>
          </p:spPr>
          <p:txBody>
            <a:bodyPr wrap="square">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r>
                <a:rPr lang="zh-CN" altLang="en-US" sz="2400" b="1" dirty="0">
                  <a:solidFill>
                    <a:schemeClr val="tx1"/>
                  </a:solidFill>
                  <a:latin typeface="Times New Roman" panose="02020603050405020304" pitchFamily="18" charset="0"/>
                  <a:ea typeface="仿宋_GB2312" pitchFamily="49" charset="-122"/>
                </a:rPr>
                <a:t>教师</a:t>
              </a:r>
              <a:endParaRPr lang="zh-CN" altLang="en-US" sz="2400" b="1" dirty="0">
                <a:solidFill>
                  <a:schemeClr val="tx1"/>
                </a:solidFill>
                <a:latin typeface="Times New Roman" panose="02020603050405020304" pitchFamily="18" charset="0"/>
                <a:ea typeface="仿宋_GB2312" pitchFamily="49" charset="-122"/>
              </a:endParaRPr>
            </a:p>
          </p:txBody>
        </p:sp>
        <p:sp>
          <p:nvSpPr>
            <p:cNvPr id="43039" name="Text Box 28"/>
            <p:cNvSpPr txBox="1"/>
            <p:nvPr/>
          </p:nvSpPr>
          <p:spPr>
            <a:xfrm>
              <a:off x="5015" y="7789"/>
              <a:ext cx="9076" cy="934"/>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r>
                <a:rPr lang="zh-CN" altLang="en-US" sz="2400" b="1" dirty="0">
                  <a:solidFill>
                    <a:srgbClr val="000099"/>
                  </a:solidFill>
                  <a:latin typeface="Times New Roman" panose="02020603050405020304" pitchFamily="18" charset="0"/>
                  <a:ea typeface="仿宋_GB2312" pitchFamily="49" charset="-122"/>
                </a:rPr>
                <a:t>课程号   课程名   学分   学时   </a:t>
              </a:r>
              <a:r>
                <a:rPr lang="en-US" altLang="zh-CN" sz="2400" b="1" dirty="0">
                  <a:solidFill>
                    <a:srgbClr val="000099"/>
                  </a:solidFill>
                  <a:latin typeface="Times New Roman" panose="02020603050405020304" pitchFamily="18" charset="0"/>
                  <a:ea typeface="仿宋_GB2312" pitchFamily="49" charset="-122"/>
                </a:rPr>
                <a:t>……</a:t>
              </a:r>
              <a:endParaRPr lang="en-US" altLang="zh-CN" sz="2400" b="1" dirty="0">
                <a:solidFill>
                  <a:srgbClr val="000099"/>
                </a:solidFill>
                <a:latin typeface="Times New Roman" panose="02020603050405020304" pitchFamily="18" charset="0"/>
                <a:ea typeface="仿宋_GB2312" pitchFamily="49" charset="-122"/>
              </a:endParaRPr>
            </a:p>
          </p:txBody>
        </p:sp>
        <p:sp>
          <p:nvSpPr>
            <p:cNvPr id="43040" name="Line 29"/>
            <p:cNvSpPr/>
            <p:nvPr/>
          </p:nvSpPr>
          <p:spPr>
            <a:xfrm>
              <a:off x="7080" y="7860"/>
              <a:ext cx="0" cy="930"/>
            </a:xfrm>
            <a:prstGeom prst="line">
              <a:avLst/>
            </a:prstGeom>
            <a:ln w="9525" cap="flat" cmpd="sng">
              <a:solidFill>
                <a:schemeClr val="tx1"/>
              </a:solidFill>
              <a:prstDash val="solid"/>
              <a:headEnd type="none" w="med" len="med"/>
              <a:tailEnd type="none" w="med" len="med"/>
            </a:ln>
          </p:spPr>
        </p:sp>
        <p:sp>
          <p:nvSpPr>
            <p:cNvPr id="43041" name="Line 30"/>
            <p:cNvSpPr/>
            <p:nvPr/>
          </p:nvSpPr>
          <p:spPr>
            <a:xfrm>
              <a:off x="9180" y="7860"/>
              <a:ext cx="0" cy="930"/>
            </a:xfrm>
            <a:prstGeom prst="line">
              <a:avLst/>
            </a:prstGeom>
            <a:ln w="9525" cap="flat" cmpd="sng">
              <a:solidFill>
                <a:schemeClr val="tx1"/>
              </a:solidFill>
              <a:prstDash val="solid"/>
              <a:headEnd type="none" w="med" len="med"/>
              <a:tailEnd type="none" w="med" len="med"/>
            </a:ln>
          </p:spPr>
        </p:sp>
        <p:sp>
          <p:nvSpPr>
            <p:cNvPr id="43042" name="Line 31"/>
            <p:cNvSpPr/>
            <p:nvPr/>
          </p:nvSpPr>
          <p:spPr>
            <a:xfrm>
              <a:off x="10740" y="7860"/>
              <a:ext cx="0" cy="930"/>
            </a:xfrm>
            <a:prstGeom prst="line">
              <a:avLst/>
            </a:prstGeom>
            <a:ln w="9525" cap="flat" cmpd="sng">
              <a:solidFill>
                <a:schemeClr val="tx1"/>
              </a:solidFill>
              <a:prstDash val="solid"/>
              <a:headEnd type="none" w="med" len="med"/>
              <a:tailEnd type="none" w="med" len="med"/>
            </a:ln>
          </p:spPr>
        </p:sp>
        <p:sp>
          <p:nvSpPr>
            <p:cNvPr id="43043" name="Line 32"/>
            <p:cNvSpPr/>
            <p:nvPr/>
          </p:nvSpPr>
          <p:spPr>
            <a:xfrm>
              <a:off x="12300" y="7860"/>
              <a:ext cx="0" cy="930"/>
            </a:xfrm>
            <a:prstGeom prst="line">
              <a:avLst/>
            </a:prstGeom>
            <a:ln w="9525" cap="flat" cmpd="sng">
              <a:solidFill>
                <a:schemeClr val="tx1"/>
              </a:solidFill>
              <a:prstDash val="solid"/>
              <a:headEnd type="none" w="med" len="med"/>
              <a:tailEnd type="none" w="med" len="med"/>
            </a:ln>
          </p:spPr>
        </p:sp>
        <p:sp>
          <p:nvSpPr>
            <p:cNvPr id="43044" name="Rectangle 33"/>
            <p:cNvSpPr/>
            <p:nvPr/>
          </p:nvSpPr>
          <p:spPr>
            <a:xfrm>
              <a:off x="7530" y="6030"/>
              <a:ext cx="1560" cy="900"/>
            </a:xfrm>
            <a:prstGeom prst="rect">
              <a:avLst/>
            </a:prstGeom>
            <a:solidFill>
              <a:srgbClr val="CCECFF"/>
            </a:solidFill>
            <a:ln w="9525" cap="flat" cmpd="sng">
              <a:solidFill>
                <a:schemeClr val="tx1"/>
              </a:solidFill>
              <a:prstDash val="solid"/>
              <a:miter/>
              <a:headEnd type="none" w="med" len="med"/>
              <a:tailEnd type="none" w="med" len="med"/>
            </a:ln>
            <a:effectLst>
              <a:outerShdw dist="107763" dir="2699999" algn="ctr" rotWithShape="0">
                <a:srgbClr val="808080"/>
              </a:outerShdw>
            </a:effectLst>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endParaRPr lang="zh-CN" altLang="en-US" sz="1600" dirty="0"/>
            </a:p>
          </p:txBody>
        </p:sp>
        <p:sp>
          <p:nvSpPr>
            <p:cNvPr id="43045" name="Text Box 34"/>
            <p:cNvSpPr txBox="1"/>
            <p:nvPr/>
          </p:nvSpPr>
          <p:spPr>
            <a:xfrm>
              <a:off x="7618" y="6060"/>
              <a:ext cx="1646" cy="934"/>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r>
                <a:rPr lang="zh-CN" altLang="en-US" sz="2400" b="1" dirty="0">
                  <a:solidFill>
                    <a:schemeClr val="tx1"/>
                  </a:solidFill>
                  <a:latin typeface="Times New Roman" panose="02020603050405020304" pitchFamily="18" charset="0"/>
                  <a:ea typeface="仿宋_GB2312" pitchFamily="49" charset="-122"/>
                </a:rPr>
                <a:t>课程</a:t>
              </a:r>
              <a:endParaRPr lang="zh-CN" altLang="en-US" sz="2400" b="1" dirty="0">
                <a:solidFill>
                  <a:schemeClr val="tx1"/>
                </a:solidFill>
                <a:latin typeface="Times New Roman" panose="02020603050405020304" pitchFamily="18" charset="0"/>
                <a:ea typeface="仿宋_GB2312" pitchFamily="49" charset="-122"/>
              </a:endParaRPr>
            </a:p>
          </p:txBody>
        </p:sp>
        <p:sp>
          <p:nvSpPr>
            <p:cNvPr id="43046" name="AutoShape 35"/>
            <p:cNvSpPr/>
            <p:nvPr/>
          </p:nvSpPr>
          <p:spPr>
            <a:xfrm>
              <a:off x="2910" y="4710"/>
              <a:ext cx="3000" cy="1080"/>
            </a:xfrm>
            <a:prstGeom prst="flowChartDecision">
              <a:avLst/>
            </a:prstGeom>
            <a:solidFill>
              <a:srgbClr val="FFC000"/>
            </a:solidFill>
            <a:ln w="9525" cap="flat" cmpd="sng">
              <a:solidFill>
                <a:schemeClr val="tx1"/>
              </a:solidFill>
              <a:prstDash val="solid"/>
              <a:miter/>
              <a:headEnd type="none" w="med" len="med"/>
              <a:tailEnd type="none" w="med" len="med"/>
            </a:ln>
            <a:effectLst>
              <a:outerShdw dist="107763" dir="2699999" algn="ctr" rotWithShape="0">
                <a:srgbClr val="808080"/>
              </a:outerShdw>
            </a:effectLst>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endParaRPr lang="zh-CN" altLang="en-US" sz="1600" dirty="0"/>
            </a:p>
          </p:txBody>
        </p:sp>
        <p:sp>
          <p:nvSpPr>
            <p:cNvPr id="43047" name="Rectangle 36"/>
            <p:cNvSpPr/>
            <p:nvPr/>
          </p:nvSpPr>
          <p:spPr>
            <a:xfrm>
              <a:off x="1110" y="6090"/>
              <a:ext cx="1920" cy="2640"/>
            </a:xfrm>
            <a:prstGeom prst="rect">
              <a:avLst/>
            </a:prstGeom>
            <a:solidFill>
              <a:srgbClr val="D7FFB0"/>
            </a:solidFill>
            <a:ln w="9525" cap="flat" cmpd="sng">
              <a:solidFill>
                <a:schemeClr val="tx1"/>
              </a:solidFill>
              <a:prstDash val="solid"/>
              <a:miter/>
              <a:headEnd type="none" w="med" len="med"/>
              <a:tailEnd type="none" w="med" len="med"/>
            </a:ln>
            <a:effectLst>
              <a:outerShdw dist="107763" dir="2699999" algn="ctr" rotWithShape="0">
                <a:srgbClr val="808080"/>
              </a:outerShdw>
            </a:effectLst>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endParaRPr lang="zh-CN" altLang="en-US" sz="1600" dirty="0"/>
            </a:p>
          </p:txBody>
        </p:sp>
        <p:sp>
          <p:nvSpPr>
            <p:cNvPr id="50213" name="Text Box 37"/>
            <p:cNvSpPr txBox="1">
              <a:spLocks noChangeArrowheads="1"/>
            </p:cNvSpPr>
            <p:nvPr/>
          </p:nvSpPr>
          <p:spPr bwMode="auto">
            <a:xfrm>
              <a:off x="894" y="6130"/>
              <a:ext cx="2287" cy="280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5000"/>
                </a:spcBef>
                <a:spcAft>
                  <a:spcPct val="0"/>
                </a:spcAft>
                <a:buClrTx/>
                <a:buSzTx/>
                <a:buFontTx/>
                <a:buNone/>
                <a:defRPr/>
              </a:pPr>
              <a:r>
                <a:rPr kumimoji="1" lang="zh-CN" altLang="en-US" sz="2400" b="1" i="0" u="none" strike="noStrike" kern="1200" cap="none" spc="0" normalizeH="0" baseline="0" noProof="0">
                  <a:ln>
                    <a:noFill/>
                  </a:ln>
                  <a:solidFill>
                    <a:srgbClr val="000099"/>
                  </a:solidFill>
                  <a:effectLst>
                    <a:outerShdw blurRad="38100" dist="38100" dir="2700000" algn="tl">
                      <a:srgbClr val="C0C0C0"/>
                    </a:outerShdw>
                  </a:effectLst>
                  <a:uLnTx/>
                  <a:uFillTx/>
                  <a:latin typeface="Times New Roman" panose="02020603050405020304" pitchFamily="18" charset="0"/>
                  <a:ea typeface="仿宋_GB2312" pitchFamily="49" charset="-122"/>
                  <a:cs typeface="+mn-cs"/>
                </a:rPr>
                <a:t>学号</a:t>
              </a:r>
              <a:endParaRPr kumimoji="1" lang="zh-CN" altLang="en-US" sz="2400" b="1" i="0" u="none" strike="noStrike" kern="1200" cap="none" spc="0" normalizeH="0" baseline="0" noProof="0">
                <a:ln>
                  <a:noFill/>
                </a:ln>
                <a:solidFill>
                  <a:srgbClr val="000099"/>
                </a:solidFill>
                <a:effectLst>
                  <a:outerShdw blurRad="38100" dist="38100" dir="2700000" algn="tl">
                    <a:srgbClr val="C0C0C0"/>
                  </a:outerShdw>
                </a:effectLst>
                <a:uLnTx/>
                <a:uFillTx/>
                <a:latin typeface="Times New Roman" panose="02020603050405020304" pitchFamily="18" charset="0"/>
                <a:ea typeface="仿宋_GB2312" pitchFamily="49" charset="-122"/>
                <a:cs typeface="+mn-cs"/>
              </a:endParaRPr>
            </a:p>
            <a:p>
              <a:pPr marL="0" marR="0" lvl="0" indent="0" algn="ctr" defTabSz="914400" rtl="0" eaLnBrk="1" fontAlgn="base" latinLnBrk="0" hangingPunct="1">
                <a:lnSpc>
                  <a:spcPct val="100000"/>
                </a:lnSpc>
                <a:spcBef>
                  <a:spcPct val="25000"/>
                </a:spcBef>
                <a:spcAft>
                  <a:spcPct val="0"/>
                </a:spcAft>
                <a:buClrTx/>
                <a:buSzTx/>
                <a:buFontTx/>
                <a:buNone/>
                <a:defRPr/>
              </a:pPr>
              <a:r>
                <a:rPr kumimoji="1" lang="zh-CN" altLang="en-US" sz="2400" b="1" i="0" u="none" strike="noStrike" kern="1200" cap="none" spc="0" normalizeH="0" baseline="0" noProof="0">
                  <a:ln>
                    <a:noFill/>
                  </a:ln>
                  <a:solidFill>
                    <a:srgbClr val="000099"/>
                  </a:solidFill>
                  <a:effectLst>
                    <a:outerShdw blurRad="38100" dist="38100" dir="2700000" algn="tl">
                      <a:srgbClr val="C0C0C0"/>
                    </a:outerShdw>
                  </a:effectLst>
                  <a:uLnTx/>
                  <a:uFillTx/>
                  <a:latin typeface="Times New Roman" panose="02020603050405020304" pitchFamily="18" charset="0"/>
                  <a:ea typeface="仿宋_GB2312" pitchFamily="49" charset="-122"/>
                  <a:cs typeface="+mn-cs"/>
                </a:rPr>
                <a:t>课程号</a:t>
              </a:r>
              <a:endParaRPr kumimoji="1" lang="zh-CN" altLang="en-US" sz="2400" b="1" i="0" u="none" strike="noStrike" kern="1200" cap="none" spc="0" normalizeH="0" baseline="0" noProof="0">
                <a:ln>
                  <a:noFill/>
                </a:ln>
                <a:solidFill>
                  <a:srgbClr val="000099"/>
                </a:solidFill>
                <a:effectLst>
                  <a:outerShdw blurRad="38100" dist="38100" dir="2700000" algn="tl">
                    <a:srgbClr val="C0C0C0"/>
                  </a:outerShdw>
                </a:effectLst>
                <a:uLnTx/>
                <a:uFillTx/>
                <a:latin typeface="Times New Roman" panose="02020603050405020304" pitchFamily="18" charset="0"/>
                <a:ea typeface="仿宋_GB2312" pitchFamily="49" charset="-122"/>
                <a:cs typeface="+mn-cs"/>
              </a:endParaRPr>
            </a:p>
            <a:p>
              <a:pPr marL="0" marR="0" lvl="0" indent="0" algn="ctr" defTabSz="914400" rtl="0" eaLnBrk="1" fontAlgn="base" latinLnBrk="0" hangingPunct="1">
                <a:lnSpc>
                  <a:spcPct val="100000"/>
                </a:lnSpc>
                <a:spcBef>
                  <a:spcPct val="25000"/>
                </a:spcBef>
                <a:spcAft>
                  <a:spcPct val="0"/>
                </a:spcAft>
                <a:buClrTx/>
                <a:buSzTx/>
                <a:buFontTx/>
                <a:buNone/>
                <a:defRPr/>
              </a:pPr>
              <a:r>
                <a:rPr kumimoji="1" lang="zh-CN" altLang="en-US" sz="2400" b="1" i="0" u="none" strike="noStrike" kern="1200" cap="none" spc="0" normalizeH="0" baseline="0" noProof="0">
                  <a:ln>
                    <a:noFill/>
                  </a:ln>
                  <a:solidFill>
                    <a:srgbClr val="000099"/>
                  </a:solidFill>
                  <a:effectLst>
                    <a:outerShdw blurRad="38100" dist="38100" dir="2700000" algn="tl">
                      <a:srgbClr val="C0C0C0"/>
                    </a:outerShdw>
                  </a:effectLst>
                  <a:uLnTx/>
                  <a:uFillTx/>
                  <a:latin typeface="Times New Roman" panose="02020603050405020304" pitchFamily="18" charset="0"/>
                  <a:ea typeface="仿宋_GB2312" pitchFamily="49" charset="-122"/>
                  <a:cs typeface="+mn-cs"/>
                </a:rPr>
                <a:t>成绩</a:t>
              </a:r>
              <a:endParaRPr kumimoji="1" lang="zh-CN" altLang="en-US" sz="2400" b="1" i="0" u="none" strike="noStrike" kern="1200" cap="none" spc="0" normalizeH="0" baseline="0" noProof="0">
                <a:ln>
                  <a:noFill/>
                </a:ln>
                <a:solidFill>
                  <a:srgbClr val="000099"/>
                </a:solidFill>
                <a:effectLst>
                  <a:outerShdw blurRad="38100" dist="38100" dir="2700000" algn="tl">
                    <a:srgbClr val="C0C0C0"/>
                  </a:outerShdw>
                </a:effectLst>
                <a:uLnTx/>
                <a:uFillTx/>
                <a:latin typeface="Times New Roman" panose="02020603050405020304" pitchFamily="18" charset="0"/>
                <a:ea typeface="仿宋_GB2312" pitchFamily="49" charset="-122"/>
                <a:cs typeface="+mn-cs"/>
              </a:endParaRPr>
            </a:p>
          </p:txBody>
        </p:sp>
        <p:sp>
          <p:nvSpPr>
            <p:cNvPr id="43049" name="Line 38"/>
            <p:cNvSpPr/>
            <p:nvPr/>
          </p:nvSpPr>
          <p:spPr>
            <a:xfrm flipV="1">
              <a:off x="1110" y="6990"/>
              <a:ext cx="1908" cy="0"/>
            </a:xfrm>
            <a:prstGeom prst="line">
              <a:avLst/>
            </a:prstGeom>
            <a:ln w="9525" cap="flat" cmpd="sng">
              <a:solidFill>
                <a:schemeClr val="tx1"/>
              </a:solidFill>
              <a:prstDash val="solid"/>
              <a:headEnd type="none" w="med" len="med"/>
              <a:tailEnd type="none" w="med" len="med"/>
            </a:ln>
          </p:spPr>
        </p:sp>
        <p:sp>
          <p:nvSpPr>
            <p:cNvPr id="43050" name="Line 39"/>
            <p:cNvSpPr/>
            <p:nvPr/>
          </p:nvSpPr>
          <p:spPr>
            <a:xfrm flipV="1">
              <a:off x="1110" y="7830"/>
              <a:ext cx="1908" cy="0"/>
            </a:xfrm>
            <a:prstGeom prst="line">
              <a:avLst/>
            </a:prstGeom>
            <a:ln w="9525" cap="flat" cmpd="sng">
              <a:solidFill>
                <a:schemeClr val="tx1"/>
              </a:solidFill>
              <a:prstDash val="solid"/>
              <a:headEnd type="none" w="med" len="med"/>
              <a:tailEnd type="none" w="med" len="med"/>
            </a:ln>
          </p:spPr>
        </p:sp>
        <p:sp>
          <p:nvSpPr>
            <p:cNvPr id="43051" name="Text Box 40"/>
            <p:cNvSpPr txBox="1"/>
            <p:nvPr/>
          </p:nvSpPr>
          <p:spPr>
            <a:xfrm>
              <a:off x="3695" y="4810"/>
              <a:ext cx="1875" cy="934"/>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r>
                <a:rPr lang="zh-CN" altLang="en-US" sz="2400" b="1" dirty="0">
                  <a:solidFill>
                    <a:schemeClr val="tx1"/>
                  </a:solidFill>
                  <a:latin typeface="Times New Roman" panose="02020603050405020304" pitchFamily="18" charset="0"/>
                  <a:ea typeface="仿宋_GB2312" pitchFamily="49" charset="-122"/>
                </a:rPr>
                <a:t>选课</a:t>
              </a:r>
              <a:endParaRPr lang="zh-CN" altLang="en-US" sz="2400" b="1" dirty="0">
                <a:solidFill>
                  <a:schemeClr val="tx1"/>
                </a:solidFill>
                <a:latin typeface="Times New Roman" panose="02020603050405020304" pitchFamily="18" charset="0"/>
                <a:ea typeface="仿宋_GB2312" pitchFamily="49" charset="-122"/>
              </a:endParaRPr>
            </a:p>
          </p:txBody>
        </p:sp>
        <p:sp>
          <p:nvSpPr>
            <p:cNvPr id="43052" name="Line 41"/>
            <p:cNvSpPr/>
            <p:nvPr/>
          </p:nvSpPr>
          <p:spPr>
            <a:xfrm>
              <a:off x="4230" y="4020"/>
              <a:ext cx="360" cy="0"/>
            </a:xfrm>
            <a:prstGeom prst="line">
              <a:avLst/>
            </a:prstGeom>
            <a:ln w="38100" cap="flat" cmpd="sng">
              <a:solidFill>
                <a:schemeClr val="tx1"/>
              </a:solidFill>
              <a:prstDash val="solid"/>
              <a:headEnd type="none" w="med" len="med"/>
              <a:tailEnd type="none" w="med" len="med"/>
            </a:ln>
          </p:spPr>
        </p:sp>
        <p:sp>
          <p:nvSpPr>
            <p:cNvPr id="43053" name="Line 42"/>
            <p:cNvSpPr/>
            <p:nvPr/>
          </p:nvSpPr>
          <p:spPr>
            <a:xfrm>
              <a:off x="7290" y="6240"/>
              <a:ext cx="0" cy="420"/>
            </a:xfrm>
            <a:prstGeom prst="line">
              <a:avLst/>
            </a:prstGeom>
            <a:ln w="38100" cap="flat" cmpd="sng">
              <a:solidFill>
                <a:schemeClr val="tx1"/>
              </a:solidFill>
              <a:prstDash val="solid"/>
              <a:headEnd type="none" w="med" len="med"/>
              <a:tailEnd type="none" w="med" len="med"/>
            </a:ln>
          </p:spPr>
        </p:sp>
        <p:sp>
          <p:nvSpPr>
            <p:cNvPr id="43054" name="Line 43"/>
            <p:cNvSpPr/>
            <p:nvPr/>
          </p:nvSpPr>
          <p:spPr>
            <a:xfrm>
              <a:off x="8340" y="3570"/>
              <a:ext cx="0" cy="2460"/>
            </a:xfrm>
            <a:prstGeom prst="line">
              <a:avLst/>
            </a:prstGeom>
            <a:ln w="38100" cap="flat" cmpd="sng">
              <a:solidFill>
                <a:schemeClr val="tx1"/>
              </a:solidFill>
              <a:prstDash val="solid"/>
              <a:headEnd type="none" w="med" len="med"/>
              <a:tailEnd type="none" w="med" len="med"/>
            </a:ln>
          </p:spPr>
        </p:sp>
        <p:sp>
          <p:nvSpPr>
            <p:cNvPr id="43055" name="Line 44"/>
            <p:cNvSpPr/>
            <p:nvPr/>
          </p:nvSpPr>
          <p:spPr>
            <a:xfrm flipH="1">
              <a:off x="8070" y="5640"/>
              <a:ext cx="270" cy="420"/>
            </a:xfrm>
            <a:prstGeom prst="line">
              <a:avLst/>
            </a:prstGeom>
            <a:ln w="38100" cap="flat" cmpd="sng">
              <a:solidFill>
                <a:schemeClr val="tx1"/>
              </a:solidFill>
              <a:prstDash val="solid"/>
              <a:headEnd type="none" w="med" len="med"/>
              <a:tailEnd type="none" w="med" len="med"/>
            </a:ln>
          </p:spPr>
        </p:sp>
        <p:sp>
          <p:nvSpPr>
            <p:cNvPr id="43056" name="Line 45"/>
            <p:cNvSpPr/>
            <p:nvPr/>
          </p:nvSpPr>
          <p:spPr>
            <a:xfrm>
              <a:off x="8340" y="5700"/>
              <a:ext cx="240" cy="360"/>
            </a:xfrm>
            <a:prstGeom prst="line">
              <a:avLst/>
            </a:prstGeom>
            <a:ln w="38100" cap="flat" cmpd="sng">
              <a:solidFill>
                <a:schemeClr val="tx1"/>
              </a:solidFill>
              <a:prstDash val="solid"/>
              <a:headEnd type="none" w="med" len="med"/>
              <a:tailEnd type="none" w="med" len="med"/>
            </a:ln>
          </p:spPr>
        </p:sp>
        <p:sp>
          <p:nvSpPr>
            <p:cNvPr id="43057" name="Oval 46"/>
            <p:cNvSpPr/>
            <p:nvPr/>
          </p:nvSpPr>
          <p:spPr>
            <a:xfrm>
              <a:off x="8160" y="5340"/>
              <a:ext cx="330" cy="300"/>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endParaRPr lang="zh-CN" altLang="en-US" sz="1600" dirty="0"/>
            </a:p>
          </p:txBody>
        </p:sp>
        <p:sp>
          <p:nvSpPr>
            <p:cNvPr id="43058" name="Line 47"/>
            <p:cNvSpPr/>
            <p:nvPr/>
          </p:nvSpPr>
          <p:spPr>
            <a:xfrm>
              <a:off x="8100" y="5700"/>
              <a:ext cx="450" cy="0"/>
            </a:xfrm>
            <a:prstGeom prst="line">
              <a:avLst/>
            </a:prstGeom>
            <a:ln w="38100" cap="flat" cmpd="sng">
              <a:solidFill>
                <a:schemeClr val="tx1"/>
              </a:solidFill>
              <a:prstDash val="solid"/>
              <a:headEnd type="none" w="med" len="med"/>
              <a:tailEnd type="none" w="med" len="med"/>
            </a:ln>
          </p:spPr>
        </p:sp>
        <p:sp>
          <p:nvSpPr>
            <p:cNvPr id="43059" name="Line 48"/>
            <p:cNvSpPr/>
            <p:nvPr/>
          </p:nvSpPr>
          <p:spPr>
            <a:xfrm>
              <a:off x="9270" y="3360"/>
              <a:ext cx="0" cy="420"/>
            </a:xfrm>
            <a:prstGeom prst="line">
              <a:avLst/>
            </a:prstGeom>
            <a:ln w="38100" cap="flat" cmpd="sng">
              <a:solidFill>
                <a:schemeClr val="tx1"/>
              </a:solidFill>
              <a:prstDash val="solid"/>
              <a:headEnd type="none" w="med" len="med"/>
              <a:tailEnd type="none" w="med" len="med"/>
            </a:ln>
          </p:spPr>
        </p:sp>
        <p:sp>
          <p:nvSpPr>
            <p:cNvPr id="43060" name="Line 49"/>
            <p:cNvSpPr/>
            <p:nvPr/>
          </p:nvSpPr>
          <p:spPr>
            <a:xfrm>
              <a:off x="1350" y="1920"/>
              <a:ext cx="2280" cy="810"/>
            </a:xfrm>
            <a:prstGeom prst="line">
              <a:avLst/>
            </a:prstGeom>
            <a:ln w="9525" cap="flat" cmpd="sng">
              <a:solidFill>
                <a:srgbClr val="CC0000"/>
              </a:solidFill>
              <a:prstDash val="solid"/>
              <a:headEnd type="none" w="med" len="med"/>
              <a:tailEnd type="none" w="med" len="med"/>
            </a:ln>
          </p:spPr>
        </p:sp>
        <p:sp>
          <p:nvSpPr>
            <p:cNvPr id="43061" name="Line 50"/>
            <p:cNvSpPr/>
            <p:nvPr/>
          </p:nvSpPr>
          <p:spPr>
            <a:xfrm flipV="1">
              <a:off x="5190" y="1890"/>
              <a:ext cx="3630" cy="870"/>
            </a:xfrm>
            <a:prstGeom prst="line">
              <a:avLst/>
            </a:prstGeom>
            <a:ln w="9525" cap="flat" cmpd="sng">
              <a:solidFill>
                <a:srgbClr val="CC0000"/>
              </a:solidFill>
              <a:prstDash val="solid"/>
              <a:headEnd type="none" w="med" len="med"/>
              <a:tailEnd type="none" w="med" len="med"/>
            </a:ln>
          </p:spPr>
        </p:sp>
        <p:sp>
          <p:nvSpPr>
            <p:cNvPr id="43062" name="Line 51"/>
            <p:cNvSpPr/>
            <p:nvPr/>
          </p:nvSpPr>
          <p:spPr>
            <a:xfrm flipH="1">
              <a:off x="1170" y="5280"/>
              <a:ext cx="1740" cy="810"/>
            </a:xfrm>
            <a:prstGeom prst="line">
              <a:avLst/>
            </a:prstGeom>
            <a:ln w="9525" cap="flat" cmpd="sng">
              <a:solidFill>
                <a:srgbClr val="CC0000"/>
              </a:solidFill>
              <a:prstDash val="solid"/>
              <a:headEnd type="none" w="med" len="med"/>
              <a:tailEnd type="none" w="med" len="med"/>
            </a:ln>
          </p:spPr>
        </p:sp>
        <p:sp>
          <p:nvSpPr>
            <p:cNvPr id="43063" name="Line 52"/>
            <p:cNvSpPr/>
            <p:nvPr/>
          </p:nvSpPr>
          <p:spPr>
            <a:xfrm flipH="1">
              <a:off x="3180" y="5430"/>
              <a:ext cx="2670" cy="3360"/>
            </a:xfrm>
            <a:prstGeom prst="line">
              <a:avLst/>
            </a:prstGeom>
            <a:ln w="9525" cap="flat" cmpd="sng">
              <a:solidFill>
                <a:srgbClr val="CC0000"/>
              </a:solidFill>
              <a:prstDash val="solid"/>
              <a:headEnd type="none" w="med" len="med"/>
              <a:tailEnd type="none" w="med" len="med"/>
            </a:ln>
          </p:spPr>
        </p:sp>
        <p:sp>
          <p:nvSpPr>
            <p:cNvPr id="43064" name="Line 53"/>
            <p:cNvSpPr/>
            <p:nvPr/>
          </p:nvSpPr>
          <p:spPr>
            <a:xfrm flipH="1">
              <a:off x="5040" y="6960"/>
              <a:ext cx="2490" cy="870"/>
            </a:xfrm>
            <a:prstGeom prst="line">
              <a:avLst/>
            </a:prstGeom>
            <a:ln w="9525" cap="flat" cmpd="sng">
              <a:solidFill>
                <a:srgbClr val="CC0000"/>
              </a:solidFill>
              <a:prstDash val="solid"/>
              <a:headEnd type="none" w="med" len="med"/>
              <a:tailEnd type="none" w="med" len="med"/>
            </a:ln>
          </p:spPr>
        </p:sp>
        <p:sp>
          <p:nvSpPr>
            <p:cNvPr id="43065" name="Line 54"/>
            <p:cNvSpPr/>
            <p:nvPr/>
          </p:nvSpPr>
          <p:spPr>
            <a:xfrm>
              <a:off x="9180" y="6960"/>
              <a:ext cx="4590" cy="870"/>
            </a:xfrm>
            <a:prstGeom prst="line">
              <a:avLst/>
            </a:prstGeom>
            <a:ln w="9525" cap="flat" cmpd="sng">
              <a:solidFill>
                <a:srgbClr val="CC0000"/>
              </a:solidFill>
              <a:prstDash val="solid"/>
              <a:headEnd type="none" w="med" len="med"/>
              <a:tailEnd type="none" w="med" len="med"/>
            </a:ln>
          </p:spPr>
        </p:sp>
        <p:sp>
          <p:nvSpPr>
            <p:cNvPr id="43066" name="Line 55"/>
            <p:cNvSpPr/>
            <p:nvPr/>
          </p:nvSpPr>
          <p:spPr>
            <a:xfrm flipH="1">
              <a:off x="11100" y="1890"/>
              <a:ext cx="900" cy="1230"/>
            </a:xfrm>
            <a:prstGeom prst="line">
              <a:avLst/>
            </a:prstGeom>
            <a:ln w="9525" cap="flat" cmpd="sng">
              <a:solidFill>
                <a:srgbClr val="CC0000"/>
              </a:solidFill>
              <a:prstDash val="solid"/>
              <a:headEnd type="none" w="med" len="med"/>
              <a:tailEnd type="none" w="med" len="med"/>
            </a:ln>
          </p:spPr>
        </p:sp>
        <p:sp>
          <p:nvSpPr>
            <p:cNvPr id="43067" name="Line 56"/>
            <p:cNvSpPr/>
            <p:nvPr/>
          </p:nvSpPr>
          <p:spPr>
            <a:xfrm>
              <a:off x="11100" y="4170"/>
              <a:ext cx="900" cy="2040"/>
            </a:xfrm>
            <a:prstGeom prst="line">
              <a:avLst/>
            </a:prstGeom>
            <a:ln w="9525" cap="flat" cmpd="sng">
              <a:solidFill>
                <a:srgbClr val="CC0000"/>
              </a:solidFill>
              <a:prstDash val="solid"/>
              <a:headEnd type="none" w="med" len="med"/>
              <a:tailEnd type="none" w="med" len="med"/>
            </a:ln>
          </p:spPr>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6"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
        <p:nvSpPr>
          <p:cNvPr id="52226" name="Rectangle 2"/>
          <p:cNvSpPr>
            <a:spLocks noChangeArrowheads="1"/>
          </p:cNvSpPr>
          <p:nvPr/>
        </p:nvSpPr>
        <p:spPr bwMode="auto">
          <a:xfrm>
            <a:off x="1334770" y="612775"/>
            <a:ext cx="7769860" cy="8686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20000"/>
              </a:spcBef>
              <a:spcAft>
                <a:spcPct val="0"/>
              </a:spcAft>
              <a:buClrTx/>
              <a:buSzTx/>
              <a:buFontTx/>
              <a:buNone/>
              <a:defRPr/>
            </a:pPr>
            <a:r>
              <a:rPr kumimoji="1" lang="en-US" altLang="zh-CN" sz="3200" b="1" i="0" u="none" strike="noStrike" kern="1200" cap="none" spc="0" normalizeH="0" baseline="0" noProof="0">
                <a:ln>
                  <a:noFill/>
                </a:ln>
                <a:solidFill>
                  <a:srgbClr val="2C1A88"/>
                </a:solidFill>
                <a:effectLst>
                  <a:outerShdw blurRad="38100" dist="38100" dir="2700000" algn="tl">
                    <a:srgbClr val="C0C0C0"/>
                  </a:outerShdw>
                </a:effectLst>
                <a:uLnTx/>
                <a:uFillTx/>
                <a:latin typeface="Times New Roman" panose="02020603050405020304" pitchFamily="18" charset="0"/>
                <a:ea typeface="仿宋_GB2312" pitchFamily="49" charset="-122"/>
                <a:cs typeface="+mn-cs"/>
              </a:rPr>
              <a:t>E</a:t>
            </a:r>
            <a:r>
              <a:rPr kumimoji="1" lang="en-US" altLang="zh-CN" sz="3200" b="1" i="0" u="none" strike="noStrike" kern="1200" cap="none" spc="0" normalizeH="0" baseline="0" noProof="0">
                <a:ln>
                  <a:noFill/>
                </a:ln>
                <a:solidFill>
                  <a:srgbClr val="2C1A88"/>
                </a:solidFill>
                <a:effectLst>
                  <a:outerShdw blurRad="38100" dist="38100" dir="2700000" algn="tl">
                    <a:srgbClr val="C0C0C0"/>
                  </a:outerShdw>
                </a:effectLst>
                <a:uLnTx/>
                <a:uFillTx/>
                <a:latin typeface="仿宋_GB2312" pitchFamily="49" charset="-122"/>
                <a:ea typeface="仿宋_GB2312" pitchFamily="49" charset="-122"/>
                <a:cs typeface="+mn-cs"/>
              </a:rPr>
              <a:t>-</a:t>
            </a:r>
            <a:r>
              <a:rPr kumimoji="1" lang="en-US" altLang="zh-CN" sz="3200" b="1" i="0" u="none" strike="noStrike" kern="1200" cap="none" spc="0" normalizeH="0" baseline="0" noProof="0">
                <a:ln>
                  <a:noFill/>
                </a:ln>
                <a:solidFill>
                  <a:srgbClr val="2C1A88"/>
                </a:solidFill>
                <a:effectLst>
                  <a:outerShdw blurRad="38100" dist="38100" dir="2700000" algn="tl">
                    <a:srgbClr val="C0C0C0"/>
                  </a:outerShdw>
                </a:effectLst>
                <a:uLnTx/>
                <a:uFillTx/>
                <a:latin typeface="Times New Roman" panose="02020603050405020304" pitchFamily="18" charset="0"/>
                <a:ea typeface="仿宋_GB2312" pitchFamily="49" charset="-122"/>
                <a:cs typeface="+mn-cs"/>
              </a:rPr>
              <a:t>R</a:t>
            </a:r>
            <a:r>
              <a:rPr kumimoji="1" lang="zh-CN" altLang="en-US" sz="3200" b="1" i="0" u="none" strike="noStrike" kern="1200" cap="none" spc="0" normalizeH="0" baseline="0" noProof="0">
                <a:ln>
                  <a:noFill/>
                </a:ln>
                <a:solidFill>
                  <a:srgbClr val="2C1A88"/>
                </a:solidFill>
                <a:effectLst>
                  <a:outerShdw blurRad="38100" dist="38100" dir="2700000" algn="tl">
                    <a:srgbClr val="C0C0C0"/>
                  </a:outerShdw>
                </a:effectLst>
                <a:uLnTx/>
                <a:uFillTx/>
                <a:latin typeface="Times New Roman" panose="02020603050405020304" pitchFamily="18" charset="0"/>
                <a:ea typeface="仿宋_GB2312" pitchFamily="49" charset="-122"/>
                <a:cs typeface="+mn-cs"/>
              </a:rPr>
              <a:t>图中表示实体关联的符号如下：</a:t>
            </a:r>
            <a:endParaRPr kumimoji="1" lang="zh-CN" altLang="en-US" sz="3200" b="0" i="0" u="none" strike="noStrike" kern="1200" cap="none" spc="0" normalizeH="0" baseline="0" noProof="0">
              <a:ln>
                <a:noFill/>
              </a:ln>
              <a:solidFill>
                <a:srgbClr val="2C1A88"/>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p:txBody>
      </p:sp>
      <p:grpSp>
        <p:nvGrpSpPr>
          <p:cNvPr id="45062" name="Group 3"/>
          <p:cNvGrpSpPr/>
          <p:nvPr/>
        </p:nvGrpSpPr>
        <p:grpSpPr>
          <a:xfrm>
            <a:off x="927735" y="1381760"/>
            <a:ext cx="2697480" cy="475015"/>
            <a:chOff x="576" y="792"/>
            <a:chExt cx="1716" cy="276"/>
          </a:xfrm>
        </p:grpSpPr>
        <p:sp>
          <p:nvSpPr>
            <p:cNvPr id="45130" name="Rectangle 4"/>
            <p:cNvSpPr/>
            <p:nvPr/>
          </p:nvSpPr>
          <p:spPr>
            <a:xfrm>
              <a:off x="576" y="792"/>
              <a:ext cx="372" cy="276"/>
            </a:xfrm>
            <a:prstGeom prst="rect">
              <a:avLst/>
            </a:prstGeom>
            <a:solidFill>
              <a:schemeClr val="accent1"/>
            </a:solidFill>
            <a:ln w="9525" cap="flat" cmpd="sng">
              <a:solidFill>
                <a:schemeClr val="tx1"/>
              </a:solidFill>
              <a:prstDash val="solid"/>
              <a:miter/>
              <a:headEnd type="none" w="med" len="med"/>
              <a:tailEnd type="none" w="med" len="med"/>
            </a:ln>
            <a:effectLst>
              <a:outerShdw dist="35921" dir="2699999" algn="ctr" rotWithShape="0">
                <a:srgbClr val="808080"/>
              </a:outerShdw>
            </a:effectLst>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endParaRPr lang="zh-CN" altLang="en-US" sz="1800" dirty="0"/>
            </a:p>
          </p:txBody>
        </p:sp>
        <p:sp>
          <p:nvSpPr>
            <p:cNvPr id="45131" name="Rectangle 5"/>
            <p:cNvSpPr/>
            <p:nvPr/>
          </p:nvSpPr>
          <p:spPr>
            <a:xfrm>
              <a:off x="1920" y="792"/>
              <a:ext cx="372" cy="276"/>
            </a:xfrm>
            <a:prstGeom prst="rect">
              <a:avLst/>
            </a:prstGeom>
            <a:solidFill>
              <a:schemeClr val="accent1"/>
            </a:solidFill>
            <a:ln w="9525" cap="flat" cmpd="sng">
              <a:solidFill>
                <a:schemeClr val="tx1"/>
              </a:solidFill>
              <a:prstDash val="solid"/>
              <a:miter/>
              <a:headEnd type="none" w="med" len="med"/>
              <a:tailEnd type="none" w="med" len="med"/>
            </a:ln>
            <a:effectLst>
              <a:outerShdw dist="35921" dir="2699999" algn="ctr" rotWithShape="0">
                <a:srgbClr val="808080"/>
              </a:outerShdw>
            </a:effectLst>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endParaRPr lang="zh-CN" altLang="en-US" sz="1800" dirty="0"/>
            </a:p>
          </p:txBody>
        </p:sp>
        <p:sp>
          <p:nvSpPr>
            <p:cNvPr id="45132" name="Line 6"/>
            <p:cNvSpPr/>
            <p:nvPr/>
          </p:nvSpPr>
          <p:spPr>
            <a:xfrm>
              <a:off x="948" y="936"/>
              <a:ext cx="972" cy="0"/>
            </a:xfrm>
            <a:prstGeom prst="line">
              <a:avLst/>
            </a:prstGeom>
            <a:ln w="9525" cap="flat" cmpd="sng">
              <a:solidFill>
                <a:schemeClr val="tx1"/>
              </a:solidFill>
              <a:prstDash val="solid"/>
              <a:headEnd type="none" w="med" len="med"/>
              <a:tailEnd type="none" w="med" len="med"/>
            </a:ln>
          </p:spPr>
        </p:sp>
        <p:sp>
          <p:nvSpPr>
            <p:cNvPr id="45133" name="Text Box 7"/>
            <p:cNvSpPr txBox="1"/>
            <p:nvPr/>
          </p:nvSpPr>
          <p:spPr>
            <a:xfrm>
              <a:off x="655" y="794"/>
              <a:ext cx="255" cy="267"/>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lgn="r" eaLnBrk="1" hangingPunct="1">
                <a:spcBef>
                  <a:spcPct val="0"/>
                </a:spcBef>
                <a:buClrTx/>
                <a:buSzTx/>
                <a:buFontTx/>
                <a:buNone/>
              </a:pPr>
              <a:r>
                <a:rPr lang="en-US" altLang="en-US" sz="2400" b="1" dirty="0">
                  <a:solidFill>
                    <a:srgbClr val="000099"/>
                  </a:solidFill>
                  <a:latin typeface="Times New Roman" panose="02020603050405020304" pitchFamily="18" charset="0"/>
                </a:rPr>
                <a:t>X</a:t>
              </a:r>
              <a:endParaRPr lang="en-US" altLang="zh-CN" sz="4800" dirty="0">
                <a:latin typeface="Times New Roman" panose="02020603050405020304" pitchFamily="18" charset="0"/>
              </a:endParaRPr>
            </a:p>
          </p:txBody>
        </p:sp>
        <p:sp>
          <p:nvSpPr>
            <p:cNvPr id="45134" name="Text Box 8"/>
            <p:cNvSpPr txBox="1"/>
            <p:nvPr/>
          </p:nvSpPr>
          <p:spPr>
            <a:xfrm>
              <a:off x="1999" y="794"/>
              <a:ext cx="255" cy="267"/>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lgn="r" eaLnBrk="1" hangingPunct="1">
                <a:spcBef>
                  <a:spcPct val="0"/>
                </a:spcBef>
                <a:buClrTx/>
                <a:buSzTx/>
                <a:buFontTx/>
                <a:buNone/>
              </a:pPr>
              <a:r>
                <a:rPr lang="en-US" altLang="en-US" sz="2400" b="1" dirty="0">
                  <a:solidFill>
                    <a:srgbClr val="000099"/>
                  </a:solidFill>
                  <a:latin typeface="Times New Roman" panose="02020603050405020304" pitchFamily="18" charset="0"/>
                </a:rPr>
                <a:t>Y</a:t>
              </a:r>
              <a:endParaRPr lang="en-US" altLang="zh-CN" sz="4800" dirty="0">
                <a:latin typeface="Times New Roman" panose="02020603050405020304" pitchFamily="18" charset="0"/>
              </a:endParaRPr>
            </a:p>
          </p:txBody>
        </p:sp>
        <p:sp>
          <p:nvSpPr>
            <p:cNvPr id="45135" name="Line 9"/>
            <p:cNvSpPr/>
            <p:nvPr/>
          </p:nvSpPr>
          <p:spPr>
            <a:xfrm>
              <a:off x="1788" y="852"/>
              <a:ext cx="0" cy="180"/>
            </a:xfrm>
            <a:prstGeom prst="line">
              <a:avLst/>
            </a:prstGeom>
            <a:ln w="9525" cap="flat" cmpd="sng">
              <a:solidFill>
                <a:schemeClr val="tx1"/>
              </a:solidFill>
              <a:prstDash val="solid"/>
              <a:headEnd type="none" w="med" len="med"/>
              <a:tailEnd type="none" w="med" len="med"/>
            </a:ln>
          </p:spPr>
        </p:sp>
        <p:sp>
          <p:nvSpPr>
            <p:cNvPr id="45136" name="Line 10"/>
            <p:cNvSpPr/>
            <p:nvPr/>
          </p:nvSpPr>
          <p:spPr>
            <a:xfrm>
              <a:off x="1092" y="852"/>
              <a:ext cx="0" cy="180"/>
            </a:xfrm>
            <a:prstGeom prst="line">
              <a:avLst/>
            </a:prstGeom>
            <a:ln w="9525" cap="flat" cmpd="sng">
              <a:solidFill>
                <a:schemeClr val="tx1"/>
              </a:solidFill>
              <a:prstDash val="solid"/>
              <a:headEnd type="none" w="med" len="med"/>
              <a:tailEnd type="none" w="med" len="med"/>
            </a:ln>
          </p:spPr>
        </p:sp>
      </p:grpSp>
      <p:sp>
        <p:nvSpPr>
          <p:cNvPr id="45063" name="Text Box 11"/>
          <p:cNvSpPr txBox="1"/>
          <p:nvPr/>
        </p:nvSpPr>
        <p:spPr>
          <a:xfrm>
            <a:off x="3874770" y="1384300"/>
            <a:ext cx="3045460" cy="496570"/>
          </a:xfrm>
          <a:prstGeom prst="rect">
            <a:avLst/>
          </a:prstGeom>
          <a:noFill/>
          <a:ln w="9525">
            <a:noFill/>
          </a:ln>
        </p:spPr>
        <p:txBody>
          <a:bodyPr wrap="none">
            <a:no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lgn="r" eaLnBrk="1" hangingPunct="1">
              <a:spcBef>
                <a:spcPct val="0"/>
              </a:spcBef>
              <a:buClrTx/>
              <a:buSzTx/>
              <a:buFontTx/>
              <a:buNone/>
            </a:pPr>
            <a:r>
              <a:rPr lang="zh-CN" altLang="en-US" sz="2400" b="1" dirty="0">
                <a:solidFill>
                  <a:schemeClr val="tx1"/>
                </a:solidFill>
                <a:latin typeface="Times New Roman" panose="02020603050405020304" pitchFamily="18" charset="0"/>
                <a:ea typeface="仿宋_GB2312" pitchFamily="49" charset="-122"/>
              </a:rPr>
              <a:t>一个</a:t>
            </a:r>
            <a:r>
              <a:rPr lang="en-US" altLang="en-US" sz="2400" b="1" dirty="0">
                <a:solidFill>
                  <a:schemeClr val="tx1"/>
                </a:solidFill>
                <a:latin typeface="Times New Roman" panose="02020603050405020304" pitchFamily="18" charset="0"/>
                <a:ea typeface="仿宋_GB2312" pitchFamily="49" charset="-122"/>
              </a:rPr>
              <a:t>X</a:t>
            </a:r>
            <a:r>
              <a:rPr lang="zh-CN" altLang="en-US" sz="2400" b="1" dirty="0">
                <a:solidFill>
                  <a:schemeClr val="tx1"/>
                </a:solidFill>
                <a:latin typeface="Times New Roman" panose="02020603050405020304" pitchFamily="18" charset="0"/>
                <a:ea typeface="仿宋_GB2312" pitchFamily="49" charset="-122"/>
              </a:rPr>
              <a:t>与一个</a:t>
            </a:r>
            <a:r>
              <a:rPr lang="en-US" altLang="en-US" sz="2400" b="1" dirty="0">
                <a:solidFill>
                  <a:schemeClr val="tx1"/>
                </a:solidFill>
                <a:latin typeface="Times New Roman" panose="02020603050405020304" pitchFamily="18" charset="0"/>
                <a:ea typeface="仿宋_GB2312" pitchFamily="49" charset="-122"/>
              </a:rPr>
              <a:t>Y</a:t>
            </a:r>
            <a:r>
              <a:rPr lang="zh-CN" altLang="en-US" sz="2400" b="1" dirty="0">
                <a:solidFill>
                  <a:schemeClr val="tx1"/>
                </a:solidFill>
                <a:latin typeface="Times New Roman" panose="02020603050405020304" pitchFamily="18" charset="0"/>
                <a:ea typeface="仿宋_GB2312" pitchFamily="49" charset="-122"/>
              </a:rPr>
              <a:t>相关联</a:t>
            </a:r>
            <a:endParaRPr lang="zh-CN" altLang="en-US" sz="2400" b="1" dirty="0">
              <a:solidFill>
                <a:schemeClr val="tx1"/>
              </a:solidFill>
              <a:latin typeface="Times New Roman" panose="02020603050405020304" pitchFamily="18" charset="0"/>
              <a:ea typeface="仿宋_GB2312" pitchFamily="49" charset="-122"/>
            </a:endParaRPr>
          </a:p>
        </p:txBody>
      </p:sp>
      <p:sp>
        <p:nvSpPr>
          <p:cNvPr id="45064" name="Text Box 12"/>
          <p:cNvSpPr txBox="1"/>
          <p:nvPr/>
        </p:nvSpPr>
        <p:spPr>
          <a:xfrm>
            <a:off x="3882390" y="2108200"/>
            <a:ext cx="3956050" cy="496570"/>
          </a:xfrm>
          <a:prstGeom prst="rect">
            <a:avLst/>
          </a:prstGeom>
          <a:noFill/>
          <a:ln w="9525">
            <a:noFill/>
          </a:ln>
        </p:spPr>
        <p:txBody>
          <a:bodyPr wrap="none">
            <a:no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r>
              <a:rPr lang="zh-CN" altLang="en-US" sz="2400" b="1" dirty="0">
                <a:solidFill>
                  <a:schemeClr val="tx1"/>
                </a:solidFill>
                <a:latin typeface="Times New Roman" panose="02020603050405020304" pitchFamily="18" charset="0"/>
                <a:ea typeface="仿宋_GB2312" pitchFamily="49" charset="-122"/>
              </a:rPr>
              <a:t>一个</a:t>
            </a:r>
            <a:r>
              <a:rPr lang="en-US" altLang="en-US" sz="2400" b="1" dirty="0">
                <a:solidFill>
                  <a:schemeClr val="tx1"/>
                </a:solidFill>
                <a:latin typeface="Times New Roman" panose="02020603050405020304" pitchFamily="18" charset="0"/>
                <a:ea typeface="仿宋_GB2312" pitchFamily="49" charset="-122"/>
              </a:rPr>
              <a:t>X</a:t>
            </a:r>
            <a:r>
              <a:rPr lang="zh-CN" altLang="en-US" sz="2400" b="1" dirty="0">
                <a:solidFill>
                  <a:schemeClr val="tx1"/>
                </a:solidFill>
                <a:latin typeface="Times New Roman" panose="02020603050405020304" pitchFamily="18" charset="0"/>
                <a:ea typeface="仿宋_GB2312" pitchFamily="49" charset="-122"/>
              </a:rPr>
              <a:t>与一个或多个</a:t>
            </a:r>
            <a:r>
              <a:rPr lang="en-US" altLang="en-US" sz="2400" b="1" dirty="0">
                <a:solidFill>
                  <a:schemeClr val="tx1"/>
                </a:solidFill>
                <a:latin typeface="Times New Roman" panose="02020603050405020304" pitchFamily="18" charset="0"/>
                <a:ea typeface="仿宋_GB2312" pitchFamily="49" charset="-122"/>
              </a:rPr>
              <a:t>Y</a:t>
            </a:r>
            <a:r>
              <a:rPr lang="zh-CN" altLang="en-US" sz="2400" b="1" dirty="0">
                <a:solidFill>
                  <a:schemeClr val="tx1"/>
                </a:solidFill>
                <a:latin typeface="Times New Roman" panose="02020603050405020304" pitchFamily="18" charset="0"/>
                <a:ea typeface="仿宋_GB2312" pitchFamily="49" charset="-122"/>
              </a:rPr>
              <a:t>相关联</a:t>
            </a:r>
            <a:endParaRPr lang="zh-CN" altLang="en-US" sz="2400" b="1" dirty="0">
              <a:solidFill>
                <a:schemeClr val="tx1"/>
              </a:solidFill>
              <a:latin typeface="Times New Roman" panose="02020603050405020304" pitchFamily="18" charset="0"/>
              <a:ea typeface="仿宋_GB2312" pitchFamily="49" charset="-122"/>
            </a:endParaRPr>
          </a:p>
        </p:txBody>
      </p:sp>
      <p:grpSp>
        <p:nvGrpSpPr>
          <p:cNvPr id="45065" name="Group 13"/>
          <p:cNvGrpSpPr/>
          <p:nvPr/>
        </p:nvGrpSpPr>
        <p:grpSpPr>
          <a:xfrm>
            <a:off x="927735" y="2105660"/>
            <a:ext cx="2697480" cy="475015"/>
            <a:chOff x="576" y="1248"/>
            <a:chExt cx="1716" cy="276"/>
          </a:xfrm>
        </p:grpSpPr>
        <p:sp>
          <p:nvSpPr>
            <p:cNvPr id="45120" name="Rectangle 14"/>
            <p:cNvSpPr/>
            <p:nvPr/>
          </p:nvSpPr>
          <p:spPr>
            <a:xfrm>
              <a:off x="576" y="1248"/>
              <a:ext cx="372" cy="276"/>
            </a:xfrm>
            <a:prstGeom prst="rect">
              <a:avLst/>
            </a:prstGeom>
            <a:solidFill>
              <a:schemeClr val="accent1"/>
            </a:solidFill>
            <a:ln w="9525" cap="flat" cmpd="sng">
              <a:solidFill>
                <a:schemeClr val="tx1"/>
              </a:solidFill>
              <a:prstDash val="solid"/>
              <a:miter/>
              <a:headEnd type="none" w="med" len="med"/>
              <a:tailEnd type="none" w="med" len="med"/>
            </a:ln>
            <a:effectLst>
              <a:outerShdw dist="35921" dir="2699999" algn="ctr" rotWithShape="0">
                <a:srgbClr val="808080"/>
              </a:outerShdw>
            </a:effectLst>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endParaRPr lang="zh-CN" altLang="en-US" sz="1800" dirty="0"/>
            </a:p>
          </p:txBody>
        </p:sp>
        <p:grpSp>
          <p:nvGrpSpPr>
            <p:cNvPr id="45121" name="Group 15"/>
            <p:cNvGrpSpPr/>
            <p:nvPr/>
          </p:nvGrpSpPr>
          <p:grpSpPr>
            <a:xfrm>
              <a:off x="655" y="1248"/>
              <a:ext cx="1637" cy="276"/>
              <a:chOff x="655" y="1248"/>
              <a:chExt cx="1637" cy="276"/>
            </a:xfrm>
          </p:grpSpPr>
          <p:sp>
            <p:nvSpPr>
              <p:cNvPr id="45122" name="Rectangle 16"/>
              <p:cNvSpPr/>
              <p:nvPr/>
            </p:nvSpPr>
            <p:spPr>
              <a:xfrm>
                <a:off x="1920" y="1248"/>
                <a:ext cx="372" cy="276"/>
              </a:xfrm>
              <a:prstGeom prst="rect">
                <a:avLst/>
              </a:prstGeom>
              <a:solidFill>
                <a:schemeClr val="accent1"/>
              </a:solidFill>
              <a:ln w="9525" cap="flat" cmpd="sng">
                <a:solidFill>
                  <a:schemeClr val="tx1"/>
                </a:solidFill>
                <a:prstDash val="solid"/>
                <a:miter/>
                <a:headEnd type="none" w="med" len="med"/>
                <a:tailEnd type="none" w="med" len="med"/>
              </a:ln>
              <a:effectLst>
                <a:outerShdw dist="35921" dir="2699999" algn="ctr" rotWithShape="0">
                  <a:srgbClr val="808080"/>
                </a:outerShdw>
              </a:effectLst>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endParaRPr lang="zh-CN" altLang="en-US" sz="1800" dirty="0"/>
              </a:p>
            </p:txBody>
          </p:sp>
          <p:sp>
            <p:nvSpPr>
              <p:cNvPr id="45123" name="Line 17"/>
              <p:cNvSpPr/>
              <p:nvPr/>
            </p:nvSpPr>
            <p:spPr>
              <a:xfrm>
                <a:off x="948" y="1392"/>
                <a:ext cx="972" cy="0"/>
              </a:xfrm>
              <a:prstGeom prst="line">
                <a:avLst/>
              </a:prstGeom>
              <a:ln w="9525" cap="flat" cmpd="sng">
                <a:solidFill>
                  <a:schemeClr val="tx1"/>
                </a:solidFill>
                <a:prstDash val="solid"/>
                <a:headEnd type="none" w="med" len="med"/>
                <a:tailEnd type="none" w="med" len="med"/>
              </a:ln>
            </p:spPr>
          </p:sp>
          <p:sp>
            <p:nvSpPr>
              <p:cNvPr id="45124" name="Text Box 18"/>
              <p:cNvSpPr txBox="1"/>
              <p:nvPr/>
            </p:nvSpPr>
            <p:spPr>
              <a:xfrm>
                <a:off x="655" y="1250"/>
                <a:ext cx="255" cy="267"/>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lgn="r" eaLnBrk="1" hangingPunct="1">
                  <a:spcBef>
                    <a:spcPct val="0"/>
                  </a:spcBef>
                  <a:buClrTx/>
                  <a:buSzTx/>
                  <a:buFontTx/>
                  <a:buNone/>
                </a:pPr>
                <a:r>
                  <a:rPr lang="en-US" altLang="en-US" sz="2400" b="1" dirty="0">
                    <a:solidFill>
                      <a:srgbClr val="000099"/>
                    </a:solidFill>
                    <a:latin typeface="Times New Roman" panose="02020603050405020304" pitchFamily="18" charset="0"/>
                  </a:rPr>
                  <a:t>X</a:t>
                </a:r>
                <a:endParaRPr lang="en-US" altLang="zh-CN" sz="4800" dirty="0">
                  <a:latin typeface="Times New Roman" panose="02020603050405020304" pitchFamily="18" charset="0"/>
                </a:endParaRPr>
              </a:p>
            </p:txBody>
          </p:sp>
          <p:sp>
            <p:nvSpPr>
              <p:cNvPr id="45125" name="Text Box 19"/>
              <p:cNvSpPr txBox="1"/>
              <p:nvPr/>
            </p:nvSpPr>
            <p:spPr>
              <a:xfrm>
                <a:off x="1999" y="1250"/>
                <a:ext cx="255" cy="267"/>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lgn="r" eaLnBrk="1" hangingPunct="1">
                  <a:spcBef>
                    <a:spcPct val="0"/>
                  </a:spcBef>
                  <a:buClrTx/>
                  <a:buSzTx/>
                  <a:buFontTx/>
                  <a:buNone/>
                </a:pPr>
                <a:r>
                  <a:rPr lang="en-US" altLang="en-US" sz="2400" b="1" dirty="0">
                    <a:solidFill>
                      <a:srgbClr val="000099"/>
                    </a:solidFill>
                    <a:latin typeface="Times New Roman" panose="02020603050405020304" pitchFamily="18" charset="0"/>
                  </a:rPr>
                  <a:t>Y</a:t>
                </a:r>
                <a:endParaRPr lang="en-US" altLang="zh-CN" sz="4800" dirty="0">
                  <a:latin typeface="Times New Roman" panose="02020603050405020304" pitchFamily="18" charset="0"/>
                </a:endParaRPr>
              </a:p>
            </p:txBody>
          </p:sp>
          <p:sp>
            <p:nvSpPr>
              <p:cNvPr id="45126" name="Line 20"/>
              <p:cNvSpPr/>
              <p:nvPr/>
            </p:nvSpPr>
            <p:spPr>
              <a:xfrm>
                <a:off x="1788" y="1308"/>
                <a:ext cx="0" cy="180"/>
              </a:xfrm>
              <a:prstGeom prst="line">
                <a:avLst/>
              </a:prstGeom>
              <a:ln w="9525" cap="flat" cmpd="sng">
                <a:solidFill>
                  <a:schemeClr val="tx1"/>
                </a:solidFill>
                <a:prstDash val="solid"/>
                <a:headEnd type="none" w="med" len="med"/>
                <a:tailEnd type="none" w="med" len="med"/>
              </a:ln>
            </p:spPr>
          </p:sp>
          <p:sp>
            <p:nvSpPr>
              <p:cNvPr id="45127" name="Line 21"/>
              <p:cNvSpPr/>
              <p:nvPr/>
            </p:nvSpPr>
            <p:spPr>
              <a:xfrm>
                <a:off x="1092" y="1308"/>
                <a:ext cx="0" cy="180"/>
              </a:xfrm>
              <a:prstGeom prst="line">
                <a:avLst/>
              </a:prstGeom>
              <a:ln w="9525" cap="flat" cmpd="sng">
                <a:solidFill>
                  <a:schemeClr val="tx1"/>
                </a:solidFill>
                <a:prstDash val="solid"/>
                <a:headEnd type="none" w="med" len="med"/>
                <a:tailEnd type="none" w="med" len="med"/>
              </a:ln>
            </p:spPr>
          </p:sp>
          <p:sp>
            <p:nvSpPr>
              <p:cNvPr id="45128" name="Line 22"/>
              <p:cNvSpPr/>
              <p:nvPr/>
            </p:nvSpPr>
            <p:spPr>
              <a:xfrm flipV="1">
                <a:off x="1788" y="1320"/>
                <a:ext cx="132" cy="72"/>
              </a:xfrm>
              <a:prstGeom prst="line">
                <a:avLst/>
              </a:prstGeom>
              <a:ln w="9525" cap="flat" cmpd="sng">
                <a:solidFill>
                  <a:schemeClr val="tx1"/>
                </a:solidFill>
                <a:prstDash val="solid"/>
                <a:headEnd type="none" w="med" len="med"/>
                <a:tailEnd type="none" w="med" len="med"/>
              </a:ln>
            </p:spPr>
          </p:sp>
          <p:sp>
            <p:nvSpPr>
              <p:cNvPr id="45129" name="Line 23"/>
              <p:cNvSpPr/>
              <p:nvPr/>
            </p:nvSpPr>
            <p:spPr>
              <a:xfrm>
                <a:off x="1800" y="1404"/>
                <a:ext cx="120" cy="60"/>
              </a:xfrm>
              <a:prstGeom prst="line">
                <a:avLst/>
              </a:prstGeom>
              <a:ln w="9525" cap="flat" cmpd="sng">
                <a:solidFill>
                  <a:schemeClr val="tx1"/>
                </a:solidFill>
                <a:prstDash val="solid"/>
                <a:headEnd type="none" w="med" len="med"/>
                <a:tailEnd type="none" w="med" len="med"/>
              </a:ln>
            </p:spPr>
          </p:sp>
        </p:grpSp>
      </p:grpSp>
      <p:sp>
        <p:nvSpPr>
          <p:cNvPr id="45066" name="Text Box 24"/>
          <p:cNvSpPr txBox="1"/>
          <p:nvPr/>
        </p:nvSpPr>
        <p:spPr>
          <a:xfrm>
            <a:off x="3876040" y="2832100"/>
            <a:ext cx="3956050" cy="496570"/>
          </a:xfrm>
          <a:prstGeom prst="rect">
            <a:avLst/>
          </a:prstGeom>
          <a:noFill/>
          <a:ln w="9525">
            <a:noFill/>
          </a:ln>
        </p:spPr>
        <p:txBody>
          <a:bodyPr wrap="none">
            <a:no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r>
              <a:rPr lang="zh-CN" altLang="en-US" sz="2400" b="1" dirty="0">
                <a:solidFill>
                  <a:schemeClr val="tx1"/>
                </a:solidFill>
                <a:latin typeface="Times New Roman" panose="02020603050405020304" pitchFamily="18" charset="0"/>
                <a:ea typeface="仿宋_GB2312" pitchFamily="49" charset="-122"/>
              </a:rPr>
              <a:t>一个</a:t>
            </a:r>
            <a:r>
              <a:rPr lang="en-US" altLang="en-US" sz="2400" b="1" dirty="0">
                <a:solidFill>
                  <a:schemeClr val="tx1"/>
                </a:solidFill>
                <a:latin typeface="Times New Roman" panose="02020603050405020304" pitchFamily="18" charset="0"/>
                <a:ea typeface="仿宋_GB2312" pitchFamily="49" charset="-122"/>
              </a:rPr>
              <a:t>X</a:t>
            </a:r>
            <a:r>
              <a:rPr lang="zh-CN" altLang="en-US" sz="2400" b="1" dirty="0">
                <a:solidFill>
                  <a:schemeClr val="tx1"/>
                </a:solidFill>
                <a:latin typeface="Times New Roman" panose="02020603050405020304" pitchFamily="18" charset="0"/>
                <a:ea typeface="仿宋_GB2312" pitchFamily="49" charset="-122"/>
              </a:rPr>
              <a:t>与零个或一个</a:t>
            </a:r>
            <a:r>
              <a:rPr lang="en-US" altLang="en-US" sz="2400" b="1" dirty="0">
                <a:solidFill>
                  <a:schemeClr val="tx1"/>
                </a:solidFill>
                <a:latin typeface="Times New Roman" panose="02020603050405020304" pitchFamily="18" charset="0"/>
                <a:ea typeface="仿宋_GB2312" pitchFamily="49" charset="-122"/>
              </a:rPr>
              <a:t>Y</a:t>
            </a:r>
            <a:r>
              <a:rPr lang="zh-CN" altLang="en-US" sz="2400" b="1" dirty="0">
                <a:solidFill>
                  <a:schemeClr val="tx1"/>
                </a:solidFill>
                <a:latin typeface="Times New Roman" panose="02020603050405020304" pitchFamily="18" charset="0"/>
                <a:ea typeface="仿宋_GB2312" pitchFamily="49" charset="-122"/>
              </a:rPr>
              <a:t>相关联</a:t>
            </a:r>
            <a:endParaRPr lang="zh-CN" altLang="en-US" sz="2400" b="1" dirty="0">
              <a:solidFill>
                <a:schemeClr val="tx1"/>
              </a:solidFill>
              <a:latin typeface="Times New Roman" panose="02020603050405020304" pitchFamily="18" charset="0"/>
              <a:ea typeface="仿宋_GB2312" pitchFamily="49" charset="-122"/>
            </a:endParaRPr>
          </a:p>
        </p:txBody>
      </p:sp>
      <p:grpSp>
        <p:nvGrpSpPr>
          <p:cNvPr id="45067" name="Group 25"/>
          <p:cNvGrpSpPr/>
          <p:nvPr/>
        </p:nvGrpSpPr>
        <p:grpSpPr>
          <a:xfrm>
            <a:off x="927735" y="2810510"/>
            <a:ext cx="2697480" cy="475015"/>
            <a:chOff x="576" y="1692"/>
            <a:chExt cx="1716" cy="276"/>
          </a:xfrm>
        </p:grpSpPr>
        <p:sp>
          <p:nvSpPr>
            <p:cNvPr id="45112" name="Rectangle 26"/>
            <p:cNvSpPr/>
            <p:nvPr/>
          </p:nvSpPr>
          <p:spPr>
            <a:xfrm>
              <a:off x="576" y="1692"/>
              <a:ext cx="372" cy="276"/>
            </a:xfrm>
            <a:prstGeom prst="rect">
              <a:avLst/>
            </a:prstGeom>
            <a:solidFill>
              <a:schemeClr val="accent1"/>
            </a:solidFill>
            <a:ln w="9525" cap="flat" cmpd="sng">
              <a:solidFill>
                <a:schemeClr val="tx1"/>
              </a:solidFill>
              <a:prstDash val="solid"/>
              <a:miter/>
              <a:headEnd type="none" w="med" len="med"/>
              <a:tailEnd type="none" w="med" len="med"/>
            </a:ln>
            <a:effectLst>
              <a:outerShdw dist="35921" dir="2699999" algn="ctr" rotWithShape="0">
                <a:srgbClr val="808080"/>
              </a:outerShdw>
            </a:effectLst>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endParaRPr lang="zh-CN" altLang="en-US" sz="1800" dirty="0"/>
            </a:p>
          </p:txBody>
        </p:sp>
        <p:sp>
          <p:nvSpPr>
            <p:cNvPr id="45113" name="Rectangle 27"/>
            <p:cNvSpPr/>
            <p:nvPr/>
          </p:nvSpPr>
          <p:spPr>
            <a:xfrm>
              <a:off x="1920" y="1692"/>
              <a:ext cx="372" cy="276"/>
            </a:xfrm>
            <a:prstGeom prst="rect">
              <a:avLst/>
            </a:prstGeom>
            <a:solidFill>
              <a:schemeClr val="accent1"/>
            </a:solidFill>
            <a:ln w="9525" cap="flat" cmpd="sng">
              <a:solidFill>
                <a:schemeClr val="tx1"/>
              </a:solidFill>
              <a:prstDash val="solid"/>
              <a:miter/>
              <a:headEnd type="none" w="med" len="med"/>
              <a:tailEnd type="none" w="med" len="med"/>
            </a:ln>
            <a:effectLst>
              <a:outerShdw dist="35921" dir="2699999" algn="ctr" rotWithShape="0">
                <a:srgbClr val="808080"/>
              </a:outerShdw>
            </a:effectLst>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endParaRPr lang="zh-CN" altLang="en-US" sz="1800" dirty="0"/>
            </a:p>
          </p:txBody>
        </p:sp>
        <p:sp>
          <p:nvSpPr>
            <p:cNvPr id="45114" name="Line 28"/>
            <p:cNvSpPr/>
            <p:nvPr/>
          </p:nvSpPr>
          <p:spPr>
            <a:xfrm>
              <a:off x="948" y="1836"/>
              <a:ext cx="972" cy="0"/>
            </a:xfrm>
            <a:prstGeom prst="line">
              <a:avLst/>
            </a:prstGeom>
            <a:ln w="9525" cap="flat" cmpd="sng">
              <a:solidFill>
                <a:schemeClr val="tx1"/>
              </a:solidFill>
              <a:prstDash val="solid"/>
              <a:headEnd type="none" w="med" len="med"/>
              <a:tailEnd type="none" w="med" len="med"/>
            </a:ln>
          </p:spPr>
        </p:sp>
        <p:sp>
          <p:nvSpPr>
            <p:cNvPr id="45115" name="Text Box 29"/>
            <p:cNvSpPr txBox="1"/>
            <p:nvPr/>
          </p:nvSpPr>
          <p:spPr>
            <a:xfrm>
              <a:off x="655" y="1694"/>
              <a:ext cx="255" cy="267"/>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lgn="r" eaLnBrk="1" hangingPunct="1">
                <a:spcBef>
                  <a:spcPct val="0"/>
                </a:spcBef>
                <a:buClrTx/>
                <a:buSzTx/>
                <a:buFontTx/>
                <a:buNone/>
              </a:pPr>
              <a:r>
                <a:rPr lang="en-US" altLang="en-US" sz="2400" b="1" dirty="0">
                  <a:solidFill>
                    <a:srgbClr val="000099"/>
                  </a:solidFill>
                  <a:latin typeface="Times New Roman" panose="02020603050405020304" pitchFamily="18" charset="0"/>
                </a:rPr>
                <a:t>X</a:t>
              </a:r>
              <a:endParaRPr lang="en-US" altLang="zh-CN" sz="4800" dirty="0">
                <a:latin typeface="Times New Roman" panose="02020603050405020304" pitchFamily="18" charset="0"/>
              </a:endParaRPr>
            </a:p>
          </p:txBody>
        </p:sp>
        <p:sp>
          <p:nvSpPr>
            <p:cNvPr id="45116" name="Text Box 30"/>
            <p:cNvSpPr txBox="1"/>
            <p:nvPr/>
          </p:nvSpPr>
          <p:spPr>
            <a:xfrm>
              <a:off x="1999" y="1694"/>
              <a:ext cx="255" cy="267"/>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lgn="r" eaLnBrk="1" hangingPunct="1">
                <a:spcBef>
                  <a:spcPct val="0"/>
                </a:spcBef>
                <a:buClrTx/>
                <a:buSzTx/>
                <a:buFontTx/>
                <a:buNone/>
              </a:pPr>
              <a:r>
                <a:rPr lang="en-US" altLang="en-US" sz="2400" b="1" dirty="0">
                  <a:solidFill>
                    <a:srgbClr val="000099"/>
                  </a:solidFill>
                  <a:latin typeface="Times New Roman" panose="02020603050405020304" pitchFamily="18" charset="0"/>
                </a:rPr>
                <a:t>Y</a:t>
              </a:r>
              <a:endParaRPr lang="en-US" altLang="zh-CN" sz="4800" dirty="0">
                <a:latin typeface="Times New Roman" panose="02020603050405020304" pitchFamily="18" charset="0"/>
              </a:endParaRPr>
            </a:p>
          </p:txBody>
        </p:sp>
        <p:sp>
          <p:nvSpPr>
            <p:cNvPr id="45117" name="Line 31"/>
            <p:cNvSpPr/>
            <p:nvPr/>
          </p:nvSpPr>
          <p:spPr>
            <a:xfrm>
              <a:off x="1788" y="1752"/>
              <a:ext cx="0" cy="180"/>
            </a:xfrm>
            <a:prstGeom prst="line">
              <a:avLst/>
            </a:prstGeom>
            <a:ln w="9525" cap="flat" cmpd="sng">
              <a:solidFill>
                <a:schemeClr val="tx1"/>
              </a:solidFill>
              <a:prstDash val="solid"/>
              <a:headEnd type="none" w="med" len="med"/>
              <a:tailEnd type="none" w="med" len="med"/>
            </a:ln>
          </p:spPr>
        </p:sp>
        <p:sp>
          <p:nvSpPr>
            <p:cNvPr id="45118" name="Line 32"/>
            <p:cNvSpPr/>
            <p:nvPr/>
          </p:nvSpPr>
          <p:spPr>
            <a:xfrm>
              <a:off x="1092" y="1752"/>
              <a:ext cx="0" cy="180"/>
            </a:xfrm>
            <a:prstGeom prst="line">
              <a:avLst/>
            </a:prstGeom>
            <a:ln w="9525" cap="flat" cmpd="sng">
              <a:solidFill>
                <a:schemeClr val="tx1"/>
              </a:solidFill>
              <a:prstDash val="solid"/>
              <a:headEnd type="none" w="med" len="med"/>
              <a:tailEnd type="none" w="med" len="med"/>
            </a:ln>
          </p:spPr>
        </p:sp>
        <p:sp>
          <p:nvSpPr>
            <p:cNvPr id="45119" name="Oval 33"/>
            <p:cNvSpPr/>
            <p:nvPr/>
          </p:nvSpPr>
          <p:spPr>
            <a:xfrm>
              <a:off x="1668" y="1776"/>
              <a:ext cx="108" cy="120"/>
            </a:xfrm>
            <a:prstGeom prst="ellipse">
              <a:avLst/>
            </a:prstGeom>
            <a:solidFill>
              <a:schemeClr val="bg1"/>
            </a:solidFill>
            <a:ln w="1905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endParaRPr lang="zh-CN" altLang="en-US" sz="1800" dirty="0"/>
            </a:p>
          </p:txBody>
        </p:sp>
      </p:grpSp>
      <p:sp>
        <p:nvSpPr>
          <p:cNvPr id="45068" name="Text Box 34"/>
          <p:cNvSpPr txBox="1"/>
          <p:nvPr/>
        </p:nvSpPr>
        <p:spPr>
          <a:xfrm>
            <a:off x="3885565" y="3517900"/>
            <a:ext cx="4714240" cy="496570"/>
          </a:xfrm>
          <a:prstGeom prst="rect">
            <a:avLst/>
          </a:prstGeom>
          <a:noFill/>
          <a:ln w="9525">
            <a:noFill/>
          </a:ln>
        </p:spPr>
        <p:txBody>
          <a:bodyPr wrap="none">
            <a:no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r>
              <a:rPr lang="zh-CN" altLang="en-US" sz="2400" b="1" dirty="0">
                <a:solidFill>
                  <a:schemeClr val="tx1"/>
                </a:solidFill>
                <a:latin typeface="Times New Roman" panose="02020603050405020304" pitchFamily="18" charset="0"/>
                <a:ea typeface="仿宋_GB2312" pitchFamily="49" charset="-122"/>
              </a:rPr>
              <a:t>一个</a:t>
            </a:r>
            <a:r>
              <a:rPr lang="en-US" altLang="en-US" sz="2400" b="1" dirty="0">
                <a:solidFill>
                  <a:schemeClr val="tx1"/>
                </a:solidFill>
                <a:latin typeface="Times New Roman" panose="02020603050405020304" pitchFamily="18" charset="0"/>
                <a:ea typeface="仿宋_GB2312" pitchFamily="49" charset="-122"/>
              </a:rPr>
              <a:t>X</a:t>
            </a:r>
            <a:r>
              <a:rPr lang="zh-CN" altLang="en-US" sz="2400" b="1" dirty="0">
                <a:solidFill>
                  <a:schemeClr val="tx1"/>
                </a:solidFill>
                <a:latin typeface="Times New Roman" panose="02020603050405020304" pitchFamily="18" charset="0"/>
                <a:ea typeface="仿宋_GB2312" pitchFamily="49" charset="-122"/>
              </a:rPr>
              <a:t>与零个</a:t>
            </a:r>
            <a:r>
              <a:rPr lang="en-US" altLang="zh-CN" sz="2400" b="1" dirty="0">
                <a:solidFill>
                  <a:schemeClr val="tx1"/>
                </a:solidFill>
                <a:latin typeface="Times New Roman" panose="02020603050405020304" pitchFamily="18" charset="0"/>
                <a:ea typeface="仿宋_GB2312" pitchFamily="49" charset="-122"/>
              </a:rPr>
              <a:t>, </a:t>
            </a:r>
            <a:r>
              <a:rPr lang="zh-CN" altLang="en-US" sz="2400" b="1" dirty="0">
                <a:solidFill>
                  <a:schemeClr val="tx1"/>
                </a:solidFill>
                <a:latin typeface="Times New Roman" panose="02020603050405020304" pitchFamily="18" charset="0"/>
                <a:ea typeface="仿宋_GB2312" pitchFamily="49" charset="-122"/>
              </a:rPr>
              <a:t>一个或多个</a:t>
            </a:r>
            <a:r>
              <a:rPr lang="en-US" altLang="en-US" sz="2400" b="1" dirty="0">
                <a:solidFill>
                  <a:schemeClr val="tx1"/>
                </a:solidFill>
                <a:latin typeface="Times New Roman" panose="02020603050405020304" pitchFamily="18" charset="0"/>
                <a:ea typeface="仿宋_GB2312" pitchFamily="49" charset="-122"/>
              </a:rPr>
              <a:t>Y</a:t>
            </a:r>
            <a:r>
              <a:rPr lang="zh-CN" altLang="en-US" sz="2400" b="1" dirty="0">
                <a:solidFill>
                  <a:schemeClr val="tx1"/>
                </a:solidFill>
                <a:latin typeface="Times New Roman" panose="02020603050405020304" pitchFamily="18" charset="0"/>
                <a:ea typeface="仿宋_GB2312" pitchFamily="49" charset="-122"/>
              </a:rPr>
              <a:t>相关联</a:t>
            </a:r>
            <a:endParaRPr lang="zh-CN" altLang="en-US" sz="2400" b="1" dirty="0">
              <a:solidFill>
                <a:schemeClr val="tx1"/>
              </a:solidFill>
              <a:latin typeface="Times New Roman" panose="02020603050405020304" pitchFamily="18" charset="0"/>
              <a:ea typeface="仿宋_GB2312" pitchFamily="49" charset="-122"/>
            </a:endParaRPr>
          </a:p>
        </p:txBody>
      </p:sp>
      <p:grpSp>
        <p:nvGrpSpPr>
          <p:cNvPr id="45069" name="Group 35"/>
          <p:cNvGrpSpPr/>
          <p:nvPr/>
        </p:nvGrpSpPr>
        <p:grpSpPr>
          <a:xfrm>
            <a:off x="927735" y="3515360"/>
            <a:ext cx="2697480" cy="475015"/>
            <a:chOff x="576" y="2136"/>
            <a:chExt cx="1716" cy="276"/>
          </a:xfrm>
        </p:grpSpPr>
        <p:sp>
          <p:nvSpPr>
            <p:cNvPr id="45102" name="Rectangle 36"/>
            <p:cNvSpPr/>
            <p:nvPr/>
          </p:nvSpPr>
          <p:spPr>
            <a:xfrm>
              <a:off x="576" y="2136"/>
              <a:ext cx="372" cy="276"/>
            </a:xfrm>
            <a:prstGeom prst="rect">
              <a:avLst/>
            </a:prstGeom>
            <a:solidFill>
              <a:schemeClr val="accent1"/>
            </a:solidFill>
            <a:ln w="9525" cap="flat" cmpd="sng">
              <a:solidFill>
                <a:schemeClr val="tx1"/>
              </a:solidFill>
              <a:prstDash val="solid"/>
              <a:miter/>
              <a:headEnd type="none" w="med" len="med"/>
              <a:tailEnd type="none" w="med" len="med"/>
            </a:ln>
            <a:effectLst>
              <a:outerShdw dist="35921" dir="2699999" algn="ctr" rotWithShape="0">
                <a:srgbClr val="808080"/>
              </a:outerShdw>
            </a:effectLst>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endParaRPr lang="zh-CN" altLang="en-US" sz="1800" dirty="0"/>
            </a:p>
          </p:txBody>
        </p:sp>
        <p:sp>
          <p:nvSpPr>
            <p:cNvPr id="45103" name="Rectangle 37"/>
            <p:cNvSpPr/>
            <p:nvPr/>
          </p:nvSpPr>
          <p:spPr>
            <a:xfrm>
              <a:off x="1920" y="2136"/>
              <a:ext cx="372" cy="276"/>
            </a:xfrm>
            <a:prstGeom prst="rect">
              <a:avLst/>
            </a:prstGeom>
            <a:solidFill>
              <a:schemeClr val="accent1"/>
            </a:solidFill>
            <a:ln w="9525" cap="flat" cmpd="sng">
              <a:solidFill>
                <a:schemeClr val="tx1"/>
              </a:solidFill>
              <a:prstDash val="solid"/>
              <a:miter/>
              <a:headEnd type="none" w="med" len="med"/>
              <a:tailEnd type="none" w="med" len="med"/>
            </a:ln>
            <a:effectLst>
              <a:outerShdw dist="35921" dir="2699999" algn="ctr" rotWithShape="0">
                <a:srgbClr val="808080"/>
              </a:outerShdw>
            </a:effectLst>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endParaRPr lang="zh-CN" altLang="en-US" sz="1800" dirty="0"/>
            </a:p>
          </p:txBody>
        </p:sp>
        <p:sp>
          <p:nvSpPr>
            <p:cNvPr id="45104" name="Line 38"/>
            <p:cNvSpPr/>
            <p:nvPr/>
          </p:nvSpPr>
          <p:spPr>
            <a:xfrm>
              <a:off x="948" y="2280"/>
              <a:ext cx="972" cy="0"/>
            </a:xfrm>
            <a:prstGeom prst="line">
              <a:avLst/>
            </a:prstGeom>
            <a:ln w="9525" cap="flat" cmpd="sng">
              <a:solidFill>
                <a:schemeClr val="tx1"/>
              </a:solidFill>
              <a:prstDash val="solid"/>
              <a:headEnd type="none" w="med" len="med"/>
              <a:tailEnd type="none" w="med" len="med"/>
            </a:ln>
          </p:spPr>
        </p:sp>
        <p:sp>
          <p:nvSpPr>
            <p:cNvPr id="45105" name="Text Box 39"/>
            <p:cNvSpPr txBox="1"/>
            <p:nvPr/>
          </p:nvSpPr>
          <p:spPr>
            <a:xfrm>
              <a:off x="655" y="2138"/>
              <a:ext cx="255" cy="267"/>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lgn="r" eaLnBrk="1" hangingPunct="1">
                <a:spcBef>
                  <a:spcPct val="0"/>
                </a:spcBef>
                <a:buClrTx/>
                <a:buSzTx/>
                <a:buFontTx/>
                <a:buNone/>
              </a:pPr>
              <a:r>
                <a:rPr lang="en-US" altLang="en-US" sz="2400" b="1" dirty="0">
                  <a:solidFill>
                    <a:srgbClr val="000099"/>
                  </a:solidFill>
                  <a:latin typeface="Times New Roman" panose="02020603050405020304" pitchFamily="18" charset="0"/>
                </a:rPr>
                <a:t>X</a:t>
              </a:r>
              <a:endParaRPr lang="en-US" altLang="zh-CN" sz="4800" dirty="0">
                <a:latin typeface="Times New Roman" panose="02020603050405020304" pitchFamily="18" charset="0"/>
              </a:endParaRPr>
            </a:p>
          </p:txBody>
        </p:sp>
        <p:sp>
          <p:nvSpPr>
            <p:cNvPr id="45106" name="Text Box 40"/>
            <p:cNvSpPr txBox="1"/>
            <p:nvPr/>
          </p:nvSpPr>
          <p:spPr>
            <a:xfrm>
              <a:off x="1999" y="2138"/>
              <a:ext cx="255" cy="267"/>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lgn="r" eaLnBrk="1" hangingPunct="1">
                <a:spcBef>
                  <a:spcPct val="0"/>
                </a:spcBef>
                <a:buClrTx/>
                <a:buSzTx/>
                <a:buFontTx/>
                <a:buNone/>
              </a:pPr>
              <a:r>
                <a:rPr lang="en-US" altLang="en-US" sz="2400" b="1" dirty="0">
                  <a:solidFill>
                    <a:srgbClr val="000099"/>
                  </a:solidFill>
                  <a:latin typeface="Times New Roman" panose="02020603050405020304" pitchFamily="18" charset="0"/>
                </a:rPr>
                <a:t>Y</a:t>
              </a:r>
              <a:endParaRPr lang="en-US" altLang="zh-CN" sz="4800" dirty="0">
                <a:latin typeface="Times New Roman" panose="02020603050405020304" pitchFamily="18" charset="0"/>
              </a:endParaRPr>
            </a:p>
          </p:txBody>
        </p:sp>
        <p:sp>
          <p:nvSpPr>
            <p:cNvPr id="45107" name="Line 41"/>
            <p:cNvSpPr/>
            <p:nvPr/>
          </p:nvSpPr>
          <p:spPr>
            <a:xfrm>
              <a:off x="1788" y="2196"/>
              <a:ext cx="0" cy="180"/>
            </a:xfrm>
            <a:prstGeom prst="line">
              <a:avLst/>
            </a:prstGeom>
            <a:ln w="9525" cap="flat" cmpd="sng">
              <a:solidFill>
                <a:schemeClr val="tx1"/>
              </a:solidFill>
              <a:prstDash val="solid"/>
              <a:headEnd type="none" w="med" len="med"/>
              <a:tailEnd type="none" w="med" len="med"/>
            </a:ln>
          </p:spPr>
        </p:sp>
        <p:sp>
          <p:nvSpPr>
            <p:cNvPr id="45108" name="Line 42"/>
            <p:cNvSpPr/>
            <p:nvPr/>
          </p:nvSpPr>
          <p:spPr>
            <a:xfrm>
              <a:off x="1092" y="2196"/>
              <a:ext cx="0" cy="180"/>
            </a:xfrm>
            <a:prstGeom prst="line">
              <a:avLst/>
            </a:prstGeom>
            <a:ln w="9525" cap="flat" cmpd="sng">
              <a:solidFill>
                <a:schemeClr val="tx1"/>
              </a:solidFill>
              <a:prstDash val="solid"/>
              <a:headEnd type="none" w="med" len="med"/>
              <a:tailEnd type="none" w="med" len="med"/>
            </a:ln>
          </p:spPr>
        </p:sp>
        <p:sp>
          <p:nvSpPr>
            <p:cNvPr id="45109" name="Line 43"/>
            <p:cNvSpPr/>
            <p:nvPr/>
          </p:nvSpPr>
          <p:spPr>
            <a:xfrm flipV="1">
              <a:off x="1788" y="2208"/>
              <a:ext cx="132" cy="72"/>
            </a:xfrm>
            <a:prstGeom prst="line">
              <a:avLst/>
            </a:prstGeom>
            <a:ln w="9525" cap="flat" cmpd="sng">
              <a:solidFill>
                <a:schemeClr val="tx1"/>
              </a:solidFill>
              <a:prstDash val="solid"/>
              <a:headEnd type="none" w="med" len="med"/>
              <a:tailEnd type="none" w="med" len="med"/>
            </a:ln>
          </p:spPr>
        </p:sp>
        <p:sp>
          <p:nvSpPr>
            <p:cNvPr id="45110" name="Line 44"/>
            <p:cNvSpPr/>
            <p:nvPr/>
          </p:nvSpPr>
          <p:spPr>
            <a:xfrm>
              <a:off x="1800" y="2292"/>
              <a:ext cx="120" cy="60"/>
            </a:xfrm>
            <a:prstGeom prst="line">
              <a:avLst/>
            </a:prstGeom>
            <a:ln w="9525" cap="flat" cmpd="sng">
              <a:solidFill>
                <a:schemeClr val="tx1"/>
              </a:solidFill>
              <a:prstDash val="solid"/>
              <a:headEnd type="none" w="med" len="med"/>
              <a:tailEnd type="none" w="med" len="med"/>
            </a:ln>
          </p:spPr>
        </p:sp>
        <p:sp>
          <p:nvSpPr>
            <p:cNvPr id="45111" name="Oval 45"/>
            <p:cNvSpPr/>
            <p:nvPr/>
          </p:nvSpPr>
          <p:spPr>
            <a:xfrm>
              <a:off x="1668" y="2220"/>
              <a:ext cx="108" cy="120"/>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endParaRPr lang="zh-CN" altLang="en-US" sz="1800" dirty="0"/>
            </a:p>
          </p:txBody>
        </p:sp>
      </p:grpSp>
      <p:sp>
        <p:nvSpPr>
          <p:cNvPr id="45070" name="Text Box 46"/>
          <p:cNvSpPr txBox="1"/>
          <p:nvPr/>
        </p:nvSpPr>
        <p:spPr>
          <a:xfrm>
            <a:off x="3879850" y="4451350"/>
            <a:ext cx="3550920" cy="496570"/>
          </a:xfrm>
          <a:prstGeom prst="rect">
            <a:avLst/>
          </a:prstGeom>
          <a:noFill/>
          <a:ln w="9525">
            <a:noFill/>
          </a:ln>
        </p:spPr>
        <p:txBody>
          <a:bodyPr wrap="none">
            <a:no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r>
              <a:rPr lang="zh-CN" altLang="en-US" sz="2400" b="1" dirty="0">
                <a:solidFill>
                  <a:schemeClr val="tx1"/>
                </a:solidFill>
                <a:latin typeface="Times New Roman" panose="02020603050405020304" pitchFamily="18" charset="0"/>
                <a:ea typeface="仿宋_GB2312" pitchFamily="49" charset="-122"/>
              </a:rPr>
              <a:t>一个</a:t>
            </a:r>
            <a:r>
              <a:rPr lang="en-US" altLang="en-US" sz="2400" b="1" dirty="0">
                <a:solidFill>
                  <a:schemeClr val="tx1"/>
                </a:solidFill>
                <a:latin typeface="Times New Roman" panose="02020603050405020304" pitchFamily="18" charset="0"/>
                <a:ea typeface="仿宋_GB2312" pitchFamily="49" charset="-122"/>
              </a:rPr>
              <a:t>X</a:t>
            </a:r>
            <a:r>
              <a:rPr lang="zh-CN" altLang="en-US" sz="2400" b="1" dirty="0">
                <a:solidFill>
                  <a:schemeClr val="tx1"/>
                </a:solidFill>
                <a:latin typeface="Times New Roman" panose="02020603050405020304" pitchFamily="18" charset="0"/>
                <a:ea typeface="仿宋_GB2312" pitchFamily="49" charset="-122"/>
              </a:rPr>
              <a:t>与一个</a:t>
            </a:r>
            <a:r>
              <a:rPr lang="en-US" altLang="en-US" sz="2400" b="1" dirty="0">
                <a:solidFill>
                  <a:schemeClr val="tx1"/>
                </a:solidFill>
                <a:latin typeface="Times New Roman" panose="02020603050405020304" pitchFamily="18" charset="0"/>
                <a:ea typeface="仿宋_GB2312" pitchFamily="49" charset="-122"/>
              </a:rPr>
              <a:t>Y</a:t>
            </a:r>
            <a:r>
              <a:rPr lang="zh-CN" altLang="en-US" sz="2400" b="1" dirty="0">
                <a:solidFill>
                  <a:schemeClr val="tx1"/>
                </a:solidFill>
                <a:latin typeface="Times New Roman" panose="02020603050405020304" pitchFamily="18" charset="0"/>
                <a:ea typeface="仿宋_GB2312" pitchFamily="49" charset="-122"/>
              </a:rPr>
              <a:t>或</a:t>
            </a:r>
            <a:r>
              <a:rPr lang="en-US" altLang="zh-CN" sz="2400" b="1" dirty="0">
                <a:solidFill>
                  <a:schemeClr val="tx1"/>
                </a:solidFill>
                <a:latin typeface="Times New Roman" panose="02020603050405020304" pitchFamily="18" charset="0"/>
                <a:ea typeface="仿宋_GB2312" pitchFamily="49" charset="-122"/>
              </a:rPr>
              <a:t>Z</a:t>
            </a:r>
            <a:r>
              <a:rPr lang="zh-CN" altLang="en-US" sz="2400" b="1" dirty="0">
                <a:solidFill>
                  <a:schemeClr val="tx1"/>
                </a:solidFill>
                <a:latin typeface="Times New Roman" panose="02020603050405020304" pitchFamily="18" charset="0"/>
                <a:ea typeface="仿宋_GB2312" pitchFamily="49" charset="-122"/>
              </a:rPr>
              <a:t>相关联</a:t>
            </a:r>
            <a:endParaRPr lang="zh-CN" altLang="en-US" sz="2400" b="1" dirty="0">
              <a:solidFill>
                <a:schemeClr val="tx1"/>
              </a:solidFill>
              <a:latin typeface="Times New Roman" panose="02020603050405020304" pitchFamily="18" charset="0"/>
              <a:ea typeface="仿宋_GB2312" pitchFamily="49" charset="-122"/>
            </a:endParaRPr>
          </a:p>
        </p:txBody>
      </p:sp>
      <p:grpSp>
        <p:nvGrpSpPr>
          <p:cNvPr id="45071" name="Group 47"/>
          <p:cNvGrpSpPr/>
          <p:nvPr/>
        </p:nvGrpSpPr>
        <p:grpSpPr>
          <a:xfrm>
            <a:off x="927735" y="4194175"/>
            <a:ext cx="2697480" cy="1136669"/>
            <a:chOff x="576" y="2580"/>
            <a:chExt cx="1716" cy="660"/>
          </a:xfrm>
        </p:grpSpPr>
        <p:grpSp>
          <p:nvGrpSpPr>
            <p:cNvPr id="45087" name="Group 48"/>
            <p:cNvGrpSpPr/>
            <p:nvPr/>
          </p:nvGrpSpPr>
          <p:grpSpPr>
            <a:xfrm>
              <a:off x="576" y="2580"/>
              <a:ext cx="1716" cy="660"/>
              <a:chOff x="576" y="2580"/>
              <a:chExt cx="1716" cy="660"/>
            </a:xfrm>
          </p:grpSpPr>
          <p:sp>
            <p:nvSpPr>
              <p:cNvPr id="45089" name="Rectangle 49"/>
              <p:cNvSpPr/>
              <p:nvPr/>
            </p:nvSpPr>
            <p:spPr>
              <a:xfrm>
                <a:off x="576" y="2772"/>
                <a:ext cx="372" cy="276"/>
              </a:xfrm>
              <a:prstGeom prst="rect">
                <a:avLst/>
              </a:prstGeom>
              <a:solidFill>
                <a:schemeClr val="accent1"/>
              </a:solidFill>
              <a:ln w="9525" cap="flat" cmpd="sng">
                <a:solidFill>
                  <a:schemeClr val="tx1"/>
                </a:solidFill>
                <a:prstDash val="solid"/>
                <a:miter/>
                <a:headEnd type="none" w="med" len="med"/>
                <a:tailEnd type="none" w="med" len="med"/>
              </a:ln>
              <a:effectLst>
                <a:outerShdw dist="35921" dir="2699999" algn="ctr" rotWithShape="0">
                  <a:srgbClr val="808080"/>
                </a:outerShdw>
              </a:effectLst>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endParaRPr lang="zh-CN" altLang="en-US" sz="1800" dirty="0"/>
              </a:p>
            </p:txBody>
          </p:sp>
          <p:sp>
            <p:nvSpPr>
              <p:cNvPr id="45090" name="Rectangle 50"/>
              <p:cNvSpPr/>
              <p:nvPr/>
            </p:nvSpPr>
            <p:spPr>
              <a:xfrm>
                <a:off x="1920" y="2580"/>
                <a:ext cx="372" cy="276"/>
              </a:xfrm>
              <a:prstGeom prst="rect">
                <a:avLst/>
              </a:prstGeom>
              <a:solidFill>
                <a:schemeClr val="accent1"/>
              </a:solidFill>
              <a:ln w="9525" cap="flat" cmpd="sng">
                <a:solidFill>
                  <a:schemeClr val="tx1"/>
                </a:solidFill>
                <a:prstDash val="solid"/>
                <a:miter/>
                <a:headEnd type="none" w="med" len="med"/>
                <a:tailEnd type="none" w="med" len="med"/>
              </a:ln>
              <a:effectLst>
                <a:outerShdw dist="35921" dir="2699999" algn="ctr" rotWithShape="0">
                  <a:srgbClr val="808080"/>
                </a:outerShdw>
              </a:effectLst>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endParaRPr lang="zh-CN" altLang="en-US" sz="1800" dirty="0"/>
              </a:p>
            </p:txBody>
          </p:sp>
          <p:sp>
            <p:nvSpPr>
              <p:cNvPr id="45091" name="Line 51"/>
              <p:cNvSpPr/>
              <p:nvPr/>
            </p:nvSpPr>
            <p:spPr>
              <a:xfrm>
                <a:off x="948" y="2916"/>
                <a:ext cx="600" cy="0"/>
              </a:xfrm>
              <a:prstGeom prst="line">
                <a:avLst/>
              </a:prstGeom>
              <a:ln w="9525" cap="flat" cmpd="sng">
                <a:solidFill>
                  <a:schemeClr val="tx1"/>
                </a:solidFill>
                <a:prstDash val="solid"/>
                <a:headEnd type="none" w="med" len="med"/>
                <a:tailEnd type="none" w="med" len="med"/>
              </a:ln>
            </p:spPr>
          </p:sp>
          <p:sp>
            <p:nvSpPr>
              <p:cNvPr id="45092" name="Text Box 52"/>
              <p:cNvSpPr txBox="1"/>
              <p:nvPr/>
            </p:nvSpPr>
            <p:spPr>
              <a:xfrm>
                <a:off x="655" y="2774"/>
                <a:ext cx="255" cy="267"/>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lgn="r" eaLnBrk="1" hangingPunct="1">
                  <a:spcBef>
                    <a:spcPct val="0"/>
                  </a:spcBef>
                  <a:buClrTx/>
                  <a:buSzTx/>
                  <a:buFontTx/>
                  <a:buNone/>
                </a:pPr>
                <a:r>
                  <a:rPr lang="en-US" altLang="en-US" sz="2400" b="1" dirty="0">
                    <a:solidFill>
                      <a:srgbClr val="000099"/>
                    </a:solidFill>
                    <a:latin typeface="Times New Roman" panose="02020603050405020304" pitchFamily="18" charset="0"/>
                  </a:rPr>
                  <a:t>X</a:t>
                </a:r>
                <a:endParaRPr lang="en-US" altLang="zh-CN" sz="4800" dirty="0">
                  <a:latin typeface="Times New Roman" panose="02020603050405020304" pitchFamily="18" charset="0"/>
                </a:endParaRPr>
              </a:p>
            </p:txBody>
          </p:sp>
          <p:sp>
            <p:nvSpPr>
              <p:cNvPr id="45093" name="Text Box 53"/>
              <p:cNvSpPr txBox="1"/>
              <p:nvPr/>
            </p:nvSpPr>
            <p:spPr>
              <a:xfrm>
                <a:off x="1999" y="2582"/>
                <a:ext cx="255" cy="267"/>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lgn="r" eaLnBrk="1" hangingPunct="1">
                  <a:spcBef>
                    <a:spcPct val="0"/>
                  </a:spcBef>
                  <a:buClrTx/>
                  <a:buSzTx/>
                  <a:buFontTx/>
                  <a:buNone/>
                </a:pPr>
                <a:r>
                  <a:rPr lang="en-US" altLang="en-US" sz="2400" b="1" dirty="0">
                    <a:solidFill>
                      <a:srgbClr val="000099"/>
                    </a:solidFill>
                    <a:latin typeface="Times New Roman" panose="02020603050405020304" pitchFamily="18" charset="0"/>
                  </a:rPr>
                  <a:t>Y</a:t>
                </a:r>
                <a:endParaRPr lang="en-US" altLang="zh-CN" sz="4800" dirty="0">
                  <a:latin typeface="Times New Roman" panose="02020603050405020304" pitchFamily="18" charset="0"/>
                </a:endParaRPr>
              </a:p>
            </p:txBody>
          </p:sp>
          <p:sp>
            <p:nvSpPr>
              <p:cNvPr id="45094" name="Line 54"/>
              <p:cNvSpPr/>
              <p:nvPr/>
            </p:nvSpPr>
            <p:spPr>
              <a:xfrm>
                <a:off x="1788" y="2640"/>
                <a:ext cx="0" cy="180"/>
              </a:xfrm>
              <a:prstGeom prst="line">
                <a:avLst/>
              </a:prstGeom>
              <a:ln w="9525" cap="flat" cmpd="sng">
                <a:solidFill>
                  <a:schemeClr val="tx1"/>
                </a:solidFill>
                <a:prstDash val="solid"/>
                <a:headEnd type="none" w="med" len="med"/>
                <a:tailEnd type="none" w="med" len="med"/>
              </a:ln>
            </p:spPr>
          </p:sp>
          <p:sp>
            <p:nvSpPr>
              <p:cNvPr id="45095" name="Line 55"/>
              <p:cNvSpPr/>
              <p:nvPr/>
            </p:nvSpPr>
            <p:spPr>
              <a:xfrm>
                <a:off x="1092" y="2832"/>
                <a:ext cx="0" cy="180"/>
              </a:xfrm>
              <a:prstGeom prst="line">
                <a:avLst/>
              </a:prstGeom>
              <a:ln w="9525" cap="flat" cmpd="sng">
                <a:solidFill>
                  <a:schemeClr val="tx1"/>
                </a:solidFill>
                <a:prstDash val="solid"/>
                <a:headEnd type="none" w="med" len="med"/>
                <a:tailEnd type="none" w="med" len="med"/>
              </a:ln>
            </p:spPr>
          </p:sp>
          <p:sp>
            <p:nvSpPr>
              <p:cNvPr id="45096" name="Rectangle 56"/>
              <p:cNvSpPr/>
              <p:nvPr/>
            </p:nvSpPr>
            <p:spPr>
              <a:xfrm>
                <a:off x="1920" y="2964"/>
                <a:ext cx="372" cy="276"/>
              </a:xfrm>
              <a:prstGeom prst="rect">
                <a:avLst/>
              </a:prstGeom>
              <a:solidFill>
                <a:schemeClr val="accent1"/>
              </a:solidFill>
              <a:ln w="9525" cap="flat" cmpd="sng">
                <a:solidFill>
                  <a:schemeClr val="tx1"/>
                </a:solidFill>
                <a:prstDash val="solid"/>
                <a:miter/>
                <a:headEnd type="none" w="med" len="med"/>
                <a:tailEnd type="none" w="med" len="med"/>
              </a:ln>
              <a:effectLst>
                <a:outerShdw dist="35921" dir="2699999" algn="ctr" rotWithShape="0">
                  <a:srgbClr val="808080"/>
                </a:outerShdw>
              </a:effectLst>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endParaRPr lang="zh-CN" altLang="en-US" sz="1800" dirty="0"/>
              </a:p>
            </p:txBody>
          </p:sp>
          <p:sp>
            <p:nvSpPr>
              <p:cNvPr id="45097" name="Text Box 57"/>
              <p:cNvSpPr txBox="1"/>
              <p:nvPr/>
            </p:nvSpPr>
            <p:spPr>
              <a:xfrm>
                <a:off x="1998" y="2966"/>
                <a:ext cx="244" cy="267"/>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lgn="r" eaLnBrk="1" hangingPunct="1">
                  <a:spcBef>
                    <a:spcPct val="0"/>
                  </a:spcBef>
                  <a:buClrTx/>
                  <a:buSzTx/>
                  <a:buFontTx/>
                  <a:buNone/>
                </a:pPr>
                <a:r>
                  <a:rPr lang="en-US" altLang="en-US" sz="2400" b="1" dirty="0">
                    <a:solidFill>
                      <a:srgbClr val="000099"/>
                    </a:solidFill>
                    <a:latin typeface="Times New Roman" panose="02020603050405020304" pitchFamily="18" charset="0"/>
                  </a:rPr>
                  <a:t>Z</a:t>
                </a:r>
                <a:endParaRPr lang="en-US" altLang="zh-CN" sz="4800" dirty="0">
                  <a:latin typeface="Times New Roman" panose="02020603050405020304" pitchFamily="18" charset="0"/>
                </a:endParaRPr>
              </a:p>
            </p:txBody>
          </p:sp>
          <p:sp>
            <p:nvSpPr>
              <p:cNvPr id="45098" name="Line 58"/>
              <p:cNvSpPr/>
              <p:nvPr/>
            </p:nvSpPr>
            <p:spPr>
              <a:xfrm flipH="1">
                <a:off x="1536" y="2724"/>
                <a:ext cx="384" cy="0"/>
              </a:xfrm>
              <a:prstGeom prst="line">
                <a:avLst/>
              </a:prstGeom>
              <a:ln w="9525" cap="flat" cmpd="sng">
                <a:solidFill>
                  <a:schemeClr val="tx1"/>
                </a:solidFill>
                <a:prstDash val="solid"/>
                <a:headEnd type="none" w="med" len="med"/>
                <a:tailEnd type="none" w="med" len="med"/>
              </a:ln>
            </p:spPr>
          </p:sp>
          <p:sp>
            <p:nvSpPr>
              <p:cNvPr id="45099" name="Line 59"/>
              <p:cNvSpPr/>
              <p:nvPr/>
            </p:nvSpPr>
            <p:spPr>
              <a:xfrm>
                <a:off x="1788" y="3012"/>
                <a:ext cx="0" cy="180"/>
              </a:xfrm>
              <a:prstGeom prst="line">
                <a:avLst/>
              </a:prstGeom>
              <a:ln w="9525" cap="flat" cmpd="sng">
                <a:solidFill>
                  <a:schemeClr val="tx1"/>
                </a:solidFill>
                <a:prstDash val="solid"/>
                <a:headEnd type="none" w="med" len="med"/>
                <a:tailEnd type="none" w="med" len="med"/>
              </a:ln>
            </p:spPr>
          </p:sp>
          <p:sp>
            <p:nvSpPr>
              <p:cNvPr id="45100" name="Line 60"/>
              <p:cNvSpPr/>
              <p:nvPr/>
            </p:nvSpPr>
            <p:spPr>
              <a:xfrm flipH="1">
                <a:off x="1536" y="3096"/>
                <a:ext cx="384" cy="0"/>
              </a:xfrm>
              <a:prstGeom prst="line">
                <a:avLst/>
              </a:prstGeom>
              <a:ln w="9525" cap="flat" cmpd="sng">
                <a:solidFill>
                  <a:schemeClr val="tx1"/>
                </a:solidFill>
                <a:prstDash val="solid"/>
                <a:headEnd type="none" w="med" len="med"/>
                <a:tailEnd type="none" w="med" len="med"/>
              </a:ln>
            </p:spPr>
          </p:sp>
          <p:sp>
            <p:nvSpPr>
              <p:cNvPr id="45101" name="Line 61"/>
              <p:cNvSpPr/>
              <p:nvPr/>
            </p:nvSpPr>
            <p:spPr>
              <a:xfrm>
                <a:off x="1548" y="2724"/>
                <a:ext cx="0" cy="384"/>
              </a:xfrm>
              <a:prstGeom prst="line">
                <a:avLst/>
              </a:prstGeom>
              <a:ln w="9525" cap="flat" cmpd="sng">
                <a:solidFill>
                  <a:schemeClr val="tx1"/>
                </a:solidFill>
                <a:prstDash val="solid"/>
                <a:headEnd type="none" w="med" len="med"/>
                <a:tailEnd type="none" w="med" len="med"/>
              </a:ln>
            </p:spPr>
          </p:sp>
        </p:grpSp>
        <p:sp>
          <p:nvSpPr>
            <p:cNvPr id="45088" name="Oval 62"/>
            <p:cNvSpPr/>
            <p:nvPr/>
          </p:nvSpPr>
          <p:spPr>
            <a:xfrm>
              <a:off x="1512" y="2880"/>
              <a:ext cx="72" cy="84"/>
            </a:xfrm>
            <a:prstGeom prst="ellipse">
              <a:avLst/>
            </a:prstGeom>
            <a:solidFill>
              <a:srgbClr val="000099"/>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endParaRPr lang="zh-CN" altLang="en-US" sz="1800" dirty="0"/>
            </a:p>
          </p:txBody>
        </p:sp>
      </p:grpSp>
      <p:sp>
        <p:nvSpPr>
          <p:cNvPr id="45072" name="Text Box 63"/>
          <p:cNvSpPr txBox="1"/>
          <p:nvPr/>
        </p:nvSpPr>
        <p:spPr>
          <a:xfrm>
            <a:off x="3879850" y="5746750"/>
            <a:ext cx="3550920" cy="496570"/>
          </a:xfrm>
          <a:prstGeom prst="rect">
            <a:avLst/>
          </a:prstGeom>
          <a:noFill/>
          <a:ln w="9525">
            <a:noFill/>
          </a:ln>
        </p:spPr>
        <p:txBody>
          <a:bodyPr wrap="none">
            <a:no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r>
              <a:rPr lang="zh-CN" altLang="en-US" sz="2400" b="1" dirty="0">
                <a:solidFill>
                  <a:schemeClr val="tx1"/>
                </a:solidFill>
                <a:latin typeface="Times New Roman" panose="02020603050405020304" pitchFamily="18" charset="0"/>
                <a:ea typeface="仿宋_GB2312" pitchFamily="49" charset="-122"/>
              </a:rPr>
              <a:t>一个</a:t>
            </a:r>
            <a:r>
              <a:rPr lang="en-US" altLang="en-US" sz="2400" b="1" dirty="0">
                <a:solidFill>
                  <a:schemeClr val="tx1"/>
                </a:solidFill>
                <a:latin typeface="Times New Roman" panose="02020603050405020304" pitchFamily="18" charset="0"/>
                <a:ea typeface="仿宋_GB2312" pitchFamily="49" charset="-122"/>
              </a:rPr>
              <a:t>X</a:t>
            </a:r>
            <a:r>
              <a:rPr lang="zh-CN" altLang="en-US" sz="2400" b="1" dirty="0">
                <a:solidFill>
                  <a:schemeClr val="tx1"/>
                </a:solidFill>
                <a:latin typeface="Times New Roman" panose="02020603050405020304" pitchFamily="18" charset="0"/>
                <a:ea typeface="仿宋_GB2312" pitchFamily="49" charset="-122"/>
              </a:rPr>
              <a:t>与一个</a:t>
            </a:r>
            <a:r>
              <a:rPr lang="en-US" altLang="en-US" sz="2400" b="1" dirty="0">
                <a:solidFill>
                  <a:schemeClr val="tx1"/>
                </a:solidFill>
                <a:latin typeface="Times New Roman" panose="02020603050405020304" pitchFamily="18" charset="0"/>
                <a:ea typeface="仿宋_GB2312" pitchFamily="49" charset="-122"/>
              </a:rPr>
              <a:t>Y</a:t>
            </a:r>
            <a:r>
              <a:rPr lang="zh-CN" altLang="en-US" sz="2400" b="1" dirty="0">
                <a:solidFill>
                  <a:schemeClr val="tx1"/>
                </a:solidFill>
                <a:latin typeface="Times New Roman" panose="02020603050405020304" pitchFamily="18" charset="0"/>
                <a:ea typeface="仿宋_GB2312" pitchFamily="49" charset="-122"/>
              </a:rPr>
              <a:t>与</a:t>
            </a:r>
            <a:r>
              <a:rPr lang="en-US" altLang="zh-CN" sz="2400" b="1" dirty="0">
                <a:solidFill>
                  <a:schemeClr val="tx1"/>
                </a:solidFill>
                <a:latin typeface="Times New Roman" panose="02020603050405020304" pitchFamily="18" charset="0"/>
                <a:ea typeface="仿宋_GB2312" pitchFamily="49" charset="-122"/>
              </a:rPr>
              <a:t>Z</a:t>
            </a:r>
            <a:r>
              <a:rPr lang="zh-CN" altLang="en-US" sz="2400" b="1" dirty="0">
                <a:solidFill>
                  <a:schemeClr val="tx1"/>
                </a:solidFill>
                <a:latin typeface="Times New Roman" panose="02020603050405020304" pitchFamily="18" charset="0"/>
                <a:ea typeface="仿宋_GB2312" pitchFamily="49" charset="-122"/>
              </a:rPr>
              <a:t>相关联</a:t>
            </a:r>
            <a:endParaRPr lang="zh-CN" altLang="en-US" sz="2400" b="1" dirty="0">
              <a:solidFill>
                <a:schemeClr val="tx1"/>
              </a:solidFill>
              <a:latin typeface="Times New Roman" panose="02020603050405020304" pitchFamily="18" charset="0"/>
              <a:ea typeface="仿宋_GB2312" pitchFamily="49" charset="-122"/>
            </a:endParaRPr>
          </a:p>
        </p:txBody>
      </p:sp>
      <p:grpSp>
        <p:nvGrpSpPr>
          <p:cNvPr id="45073" name="Group 64"/>
          <p:cNvGrpSpPr/>
          <p:nvPr/>
        </p:nvGrpSpPr>
        <p:grpSpPr>
          <a:xfrm>
            <a:off x="927735" y="5489575"/>
            <a:ext cx="2697480" cy="1136669"/>
            <a:chOff x="576" y="2580"/>
            <a:chExt cx="1716" cy="660"/>
          </a:xfrm>
        </p:grpSpPr>
        <p:sp>
          <p:nvSpPr>
            <p:cNvPr id="45074" name="Rectangle 65"/>
            <p:cNvSpPr/>
            <p:nvPr/>
          </p:nvSpPr>
          <p:spPr>
            <a:xfrm>
              <a:off x="576" y="2772"/>
              <a:ext cx="372" cy="276"/>
            </a:xfrm>
            <a:prstGeom prst="rect">
              <a:avLst/>
            </a:prstGeom>
            <a:solidFill>
              <a:schemeClr val="accent1"/>
            </a:solidFill>
            <a:ln w="9525" cap="flat" cmpd="sng">
              <a:solidFill>
                <a:schemeClr val="tx1"/>
              </a:solidFill>
              <a:prstDash val="solid"/>
              <a:miter/>
              <a:headEnd type="none" w="med" len="med"/>
              <a:tailEnd type="none" w="med" len="med"/>
            </a:ln>
            <a:effectLst>
              <a:outerShdw dist="35921" dir="2699999" algn="ctr" rotWithShape="0">
                <a:srgbClr val="808080"/>
              </a:outerShdw>
            </a:effectLst>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endParaRPr lang="zh-CN" altLang="en-US" sz="1800" dirty="0"/>
            </a:p>
          </p:txBody>
        </p:sp>
        <p:sp>
          <p:nvSpPr>
            <p:cNvPr id="45075" name="Rectangle 66"/>
            <p:cNvSpPr/>
            <p:nvPr/>
          </p:nvSpPr>
          <p:spPr>
            <a:xfrm>
              <a:off x="1920" y="2580"/>
              <a:ext cx="372" cy="276"/>
            </a:xfrm>
            <a:prstGeom prst="rect">
              <a:avLst/>
            </a:prstGeom>
            <a:solidFill>
              <a:schemeClr val="accent1"/>
            </a:solidFill>
            <a:ln w="9525" cap="flat" cmpd="sng">
              <a:solidFill>
                <a:schemeClr val="tx1"/>
              </a:solidFill>
              <a:prstDash val="solid"/>
              <a:miter/>
              <a:headEnd type="none" w="med" len="med"/>
              <a:tailEnd type="none" w="med" len="med"/>
            </a:ln>
            <a:effectLst>
              <a:outerShdw dist="35921" dir="2699999" algn="ctr" rotWithShape="0">
                <a:srgbClr val="808080"/>
              </a:outerShdw>
            </a:effectLst>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endParaRPr lang="zh-CN" altLang="en-US" sz="1800" dirty="0"/>
            </a:p>
          </p:txBody>
        </p:sp>
        <p:sp>
          <p:nvSpPr>
            <p:cNvPr id="45076" name="Line 67"/>
            <p:cNvSpPr/>
            <p:nvPr/>
          </p:nvSpPr>
          <p:spPr>
            <a:xfrm>
              <a:off x="948" y="2916"/>
              <a:ext cx="600" cy="0"/>
            </a:xfrm>
            <a:prstGeom prst="line">
              <a:avLst/>
            </a:prstGeom>
            <a:ln w="9525" cap="flat" cmpd="sng">
              <a:solidFill>
                <a:schemeClr val="tx1"/>
              </a:solidFill>
              <a:prstDash val="solid"/>
              <a:headEnd type="none" w="med" len="med"/>
              <a:tailEnd type="none" w="med" len="med"/>
            </a:ln>
          </p:spPr>
        </p:sp>
        <p:sp>
          <p:nvSpPr>
            <p:cNvPr id="45077" name="Text Box 68"/>
            <p:cNvSpPr txBox="1"/>
            <p:nvPr/>
          </p:nvSpPr>
          <p:spPr>
            <a:xfrm>
              <a:off x="655" y="2774"/>
              <a:ext cx="255" cy="267"/>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lgn="r" eaLnBrk="1" hangingPunct="1">
                <a:spcBef>
                  <a:spcPct val="0"/>
                </a:spcBef>
                <a:buClrTx/>
                <a:buSzTx/>
                <a:buFontTx/>
                <a:buNone/>
              </a:pPr>
              <a:r>
                <a:rPr lang="en-US" altLang="en-US" sz="2400" b="1" dirty="0">
                  <a:solidFill>
                    <a:srgbClr val="000099"/>
                  </a:solidFill>
                  <a:latin typeface="Times New Roman" panose="02020603050405020304" pitchFamily="18" charset="0"/>
                </a:rPr>
                <a:t>X</a:t>
              </a:r>
              <a:endParaRPr lang="en-US" altLang="zh-CN" sz="4800" dirty="0">
                <a:latin typeface="Times New Roman" panose="02020603050405020304" pitchFamily="18" charset="0"/>
              </a:endParaRPr>
            </a:p>
          </p:txBody>
        </p:sp>
        <p:sp>
          <p:nvSpPr>
            <p:cNvPr id="45078" name="Text Box 69"/>
            <p:cNvSpPr txBox="1"/>
            <p:nvPr/>
          </p:nvSpPr>
          <p:spPr>
            <a:xfrm>
              <a:off x="1999" y="2582"/>
              <a:ext cx="255" cy="267"/>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lgn="r" eaLnBrk="1" hangingPunct="1">
                <a:spcBef>
                  <a:spcPct val="0"/>
                </a:spcBef>
                <a:buClrTx/>
                <a:buSzTx/>
                <a:buFontTx/>
                <a:buNone/>
              </a:pPr>
              <a:r>
                <a:rPr lang="en-US" altLang="en-US" sz="2400" b="1" dirty="0">
                  <a:solidFill>
                    <a:srgbClr val="000099"/>
                  </a:solidFill>
                  <a:latin typeface="Times New Roman" panose="02020603050405020304" pitchFamily="18" charset="0"/>
                </a:rPr>
                <a:t>Y</a:t>
              </a:r>
              <a:endParaRPr lang="en-US" altLang="zh-CN" sz="4800" dirty="0">
                <a:latin typeface="Times New Roman" panose="02020603050405020304" pitchFamily="18" charset="0"/>
              </a:endParaRPr>
            </a:p>
          </p:txBody>
        </p:sp>
        <p:sp>
          <p:nvSpPr>
            <p:cNvPr id="45079" name="Line 70"/>
            <p:cNvSpPr/>
            <p:nvPr/>
          </p:nvSpPr>
          <p:spPr>
            <a:xfrm>
              <a:off x="1788" y="2640"/>
              <a:ext cx="0" cy="180"/>
            </a:xfrm>
            <a:prstGeom prst="line">
              <a:avLst/>
            </a:prstGeom>
            <a:ln w="9525" cap="flat" cmpd="sng">
              <a:solidFill>
                <a:schemeClr val="tx1"/>
              </a:solidFill>
              <a:prstDash val="solid"/>
              <a:headEnd type="none" w="med" len="med"/>
              <a:tailEnd type="none" w="med" len="med"/>
            </a:ln>
          </p:spPr>
        </p:sp>
        <p:sp>
          <p:nvSpPr>
            <p:cNvPr id="45080" name="Line 71"/>
            <p:cNvSpPr/>
            <p:nvPr/>
          </p:nvSpPr>
          <p:spPr>
            <a:xfrm>
              <a:off x="1092" y="2832"/>
              <a:ext cx="0" cy="180"/>
            </a:xfrm>
            <a:prstGeom prst="line">
              <a:avLst/>
            </a:prstGeom>
            <a:ln w="9525" cap="flat" cmpd="sng">
              <a:solidFill>
                <a:schemeClr val="tx1"/>
              </a:solidFill>
              <a:prstDash val="solid"/>
              <a:headEnd type="none" w="med" len="med"/>
              <a:tailEnd type="none" w="med" len="med"/>
            </a:ln>
          </p:spPr>
        </p:sp>
        <p:sp>
          <p:nvSpPr>
            <p:cNvPr id="45081" name="Rectangle 72"/>
            <p:cNvSpPr/>
            <p:nvPr/>
          </p:nvSpPr>
          <p:spPr>
            <a:xfrm>
              <a:off x="1920" y="2964"/>
              <a:ext cx="372" cy="276"/>
            </a:xfrm>
            <a:prstGeom prst="rect">
              <a:avLst/>
            </a:prstGeom>
            <a:solidFill>
              <a:schemeClr val="accent1"/>
            </a:solidFill>
            <a:ln w="9525" cap="flat" cmpd="sng">
              <a:solidFill>
                <a:schemeClr val="tx1"/>
              </a:solidFill>
              <a:prstDash val="solid"/>
              <a:miter/>
              <a:headEnd type="none" w="med" len="med"/>
              <a:tailEnd type="none" w="med" len="med"/>
            </a:ln>
            <a:effectLst>
              <a:outerShdw dist="35921" dir="2699999" algn="ctr" rotWithShape="0">
                <a:srgbClr val="808080"/>
              </a:outerShdw>
            </a:effectLst>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endParaRPr lang="zh-CN" altLang="en-US" sz="1800" dirty="0"/>
            </a:p>
          </p:txBody>
        </p:sp>
        <p:sp>
          <p:nvSpPr>
            <p:cNvPr id="45082" name="Text Box 73"/>
            <p:cNvSpPr txBox="1"/>
            <p:nvPr/>
          </p:nvSpPr>
          <p:spPr>
            <a:xfrm>
              <a:off x="1998" y="2966"/>
              <a:ext cx="244" cy="267"/>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lgn="r" eaLnBrk="1" hangingPunct="1">
                <a:spcBef>
                  <a:spcPct val="0"/>
                </a:spcBef>
                <a:buClrTx/>
                <a:buSzTx/>
                <a:buFontTx/>
                <a:buNone/>
              </a:pPr>
              <a:r>
                <a:rPr lang="en-US" altLang="en-US" sz="2400" b="1" dirty="0">
                  <a:solidFill>
                    <a:srgbClr val="000099"/>
                  </a:solidFill>
                  <a:latin typeface="Times New Roman" panose="02020603050405020304" pitchFamily="18" charset="0"/>
                </a:rPr>
                <a:t>Z</a:t>
              </a:r>
              <a:endParaRPr lang="en-US" altLang="zh-CN" sz="4800" dirty="0">
                <a:latin typeface="Times New Roman" panose="02020603050405020304" pitchFamily="18" charset="0"/>
              </a:endParaRPr>
            </a:p>
          </p:txBody>
        </p:sp>
        <p:sp>
          <p:nvSpPr>
            <p:cNvPr id="45083" name="Line 74"/>
            <p:cNvSpPr/>
            <p:nvPr/>
          </p:nvSpPr>
          <p:spPr>
            <a:xfrm flipH="1">
              <a:off x="1536" y="2724"/>
              <a:ext cx="384" cy="0"/>
            </a:xfrm>
            <a:prstGeom prst="line">
              <a:avLst/>
            </a:prstGeom>
            <a:ln w="9525" cap="flat" cmpd="sng">
              <a:solidFill>
                <a:schemeClr val="tx1"/>
              </a:solidFill>
              <a:prstDash val="solid"/>
              <a:headEnd type="none" w="med" len="med"/>
              <a:tailEnd type="none" w="med" len="med"/>
            </a:ln>
          </p:spPr>
        </p:sp>
        <p:sp>
          <p:nvSpPr>
            <p:cNvPr id="45084" name="Line 75"/>
            <p:cNvSpPr/>
            <p:nvPr/>
          </p:nvSpPr>
          <p:spPr>
            <a:xfrm>
              <a:off x="1788" y="3012"/>
              <a:ext cx="0" cy="180"/>
            </a:xfrm>
            <a:prstGeom prst="line">
              <a:avLst/>
            </a:prstGeom>
            <a:ln w="9525" cap="flat" cmpd="sng">
              <a:solidFill>
                <a:schemeClr val="tx1"/>
              </a:solidFill>
              <a:prstDash val="solid"/>
              <a:headEnd type="none" w="med" len="med"/>
              <a:tailEnd type="none" w="med" len="med"/>
            </a:ln>
          </p:spPr>
        </p:sp>
        <p:sp>
          <p:nvSpPr>
            <p:cNvPr id="45085" name="Line 76"/>
            <p:cNvSpPr/>
            <p:nvPr/>
          </p:nvSpPr>
          <p:spPr>
            <a:xfrm flipH="1">
              <a:off x="1536" y="3096"/>
              <a:ext cx="384" cy="0"/>
            </a:xfrm>
            <a:prstGeom prst="line">
              <a:avLst/>
            </a:prstGeom>
            <a:ln w="9525" cap="flat" cmpd="sng">
              <a:solidFill>
                <a:schemeClr val="tx1"/>
              </a:solidFill>
              <a:prstDash val="solid"/>
              <a:headEnd type="none" w="med" len="med"/>
              <a:tailEnd type="none" w="med" len="med"/>
            </a:ln>
          </p:spPr>
        </p:sp>
        <p:sp>
          <p:nvSpPr>
            <p:cNvPr id="45086" name="Line 77"/>
            <p:cNvSpPr/>
            <p:nvPr/>
          </p:nvSpPr>
          <p:spPr>
            <a:xfrm>
              <a:off x="1548" y="2724"/>
              <a:ext cx="0" cy="384"/>
            </a:xfrm>
            <a:prstGeom prst="line">
              <a:avLst/>
            </a:prstGeom>
            <a:ln w="9525" cap="flat" cmpd="sng">
              <a:solidFill>
                <a:schemeClr val="tx1"/>
              </a:solidFill>
              <a:prstDash val="solid"/>
              <a:headEnd type="none" w="med" len="med"/>
              <a:tailEnd type="none" w="med" len="med"/>
            </a:ln>
          </p:spPr>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宋体" panose="02010600030101010101" pitchFamily="2" charset="-122"/>
                <a:cs typeface="Times New Roman" panose="02020603050405020304" pitchFamily="18" charset="0"/>
              </a:rPr>
              <a:t>2.1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结构化分析</a:t>
            </a:r>
            <a:endPar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13316"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
        <p:nvSpPr>
          <p:cNvPr id="47106" name="Rectangle 2"/>
          <p:cNvSpPr>
            <a:spLocks noGrp="1" noChangeArrowheads="1"/>
          </p:cNvSpPr>
          <p:nvPr>
            <p:ph idx="1"/>
          </p:nvPr>
        </p:nvSpPr>
        <p:spPr>
          <a:xfrm>
            <a:off x="762000" y="1582420"/>
            <a:ext cx="7977188" cy="4870450"/>
          </a:xfrm>
        </p:spPr>
        <p:txBody>
          <a:bodyPr vert="horz" wrap="square" lIns="91440" tIns="45720" rIns="91440" bIns="45720" numCol="1" anchor="t" anchorCtr="0" compatLnSpc="1">
            <a:normAutofit/>
          </a:bodyPr>
          <a:lstStyle/>
          <a:p>
            <a:pPr marL="0" marR="0" lvl="0" indent="0" algn="l" defTabSz="914400" rtl="0" eaLnBrk="1" fontAlgn="base" latinLnBrk="0" hangingPunct="1">
              <a:lnSpc>
                <a:spcPct val="110000"/>
              </a:lnSpc>
              <a:spcBef>
                <a:spcPct val="20000"/>
              </a:spcBef>
              <a:spcAft>
                <a:spcPct val="0"/>
              </a:spcAft>
              <a:buClr>
                <a:srgbClr val="800080"/>
              </a:buClr>
              <a:buSzPct val="55000"/>
              <a:buFont typeface="Wingdings" panose="05000000000000000000" pitchFamily="2" charset="2"/>
              <a:buNone/>
              <a:defRPr/>
            </a:pPr>
            <a:r>
              <a:rPr lang="zh-CN" altLang="en-US" sz="2800" u="sng" kern="0" noProof="0" dirty="0">
                <a:ln>
                  <a:noFill/>
                </a:ln>
                <a:solidFill>
                  <a:srgbClr val="0070C0"/>
                </a:solidFill>
                <a:effectLst>
                  <a:outerShdw blurRad="38100" dist="38100" dir="2700000" algn="tl">
                    <a:srgbClr val="C0C0C0"/>
                  </a:outerShdw>
                </a:effectLst>
                <a:uLnTx/>
                <a:uFillTx/>
                <a:latin typeface="+mn-ea"/>
                <a:cs typeface="+mn-ea"/>
                <a:sym typeface="+mn-ea"/>
              </a:rPr>
              <a:t>数据建模与</a:t>
            </a:r>
            <a:r>
              <a:rPr lang="en-US" altLang="zh-CN" sz="2800" b="0" u="sng" kern="0" noProof="0" dirty="0">
                <a:ln>
                  <a:noFill/>
                </a:ln>
                <a:solidFill>
                  <a:srgbClr val="0070C0"/>
                </a:solidFill>
                <a:effectLst>
                  <a:outerShdw blurRad="38100" dist="38100" dir="2700000" algn="tl">
                    <a:srgbClr val="C0C0C0"/>
                  </a:outerShdw>
                </a:effectLst>
                <a:uLnTx/>
                <a:uFillTx/>
                <a:latin typeface="Times New Roman Regular" panose="02020603050405020304" charset="0"/>
                <a:cs typeface="Times New Roman Regular" panose="02020603050405020304" charset="0"/>
                <a:sym typeface="+mn-ea"/>
              </a:rPr>
              <a:t>E-R</a:t>
            </a:r>
            <a:r>
              <a:rPr lang="zh-CN" altLang="en-US" sz="2800" u="sng" kern="0" noProof="0" dirty="0">
                <a:ln>
                  <a:noFill/>
                </a:ln>
                <a:solidFill>
                  <a:srgbClr val="0070C0"/>
                </a:solidFill>
                <a:effectLst>
                  <a:outerShdw blurRad="38100" dist="38100" dir="2700000" algn="tl">
                    <a:srgbClr val="C0C0C0"/>
                  </a:outerShdw>
                </a:effectLst>
                <a:uLnTx/>
                <a:uFillTx/>
                <a:latin typeface="+mn-ea"/>
                <a:cs typeface="+mn-ea"/>
                <a:sym typeface="+mn-ea"/>
              </a:rPr>
              <a:t>图</a:t>
            </a:r>
            <a:endParaRPr lang="zh-CN" altLang="en-US" sz="2800" kern="0" noProof="0" dirty="0">
              <a:ln>
                <a:noFill/>
              </a:ln>
              <a:effectLst>
                <a:outerShdw blurRad="38100" dist="38100" dir="2700000" algn="tl">
                  <a:srgbClr val="C0C0C0"/>
                </a:outerShdw>
              </a:effectLst>
              <a:uLnTx/>
              <a:uFillTx/>
              <a:latin typeface="+mn-ea"/>
              <a:cs typeface="+mn-ea"/>
              <a:sym typeface="+mn-ea"/>
            </a:endParaRPr>
          </a:p>
          <a:p>
            <a:pPr marL="342900" marR="0" lvl="0" indent="-342900" algn="l" defTabSz="914400" rtl="0" eaLnBrk="1" fontAlgn="base" latinLnBrk="0" hangingPunct="1">
              <a:lnSpc>
                <a:spcPct val="110000"/>
              </a:lnSpc>
              <a:spcBef>
                <a:spcPct val="20000"/>
              </a:spcBef>
              <a:spcAft>
                <a:spcPct val="0"/>
              </a:spcAft>
              <a:buClr>
                <a:srgbClr val="800080"/>
              </a:buClr>
              <a:buSzPct val="55000"/>
              <a:buFont typeface="Wingdings" panose="05000000000000000000" pitchFamily="2" charset="2"/>
              <a:buChar char="n"/>
              <a:defRPr/>
            </a:pPr>
            <a:r>
              <a:rPr lang="zh-CN" altLang="en-US" sz="2600" kern="0" noProof="0" dirty="0">
                <a:ln>
                  <a:noFill/>
                </a:ln>
                <a:effectLst>
                  <a:outerShdw blurRad="38100" dist="38100" dir="2700000" algn="tl">
                    <a:srgbClr val="C0C0C0"/>
                  </a:outerShdw>
                </a:effectLst>
                <a:uLnTx/>
                <a:uFillTx/>
                <a:latin typeface="+mn-ea"/>
                <a:cs typeface="+mn-ea"/>
                <a:sym typeface="+mn-ea"/>
              </a:rPr>
              <a:t>作图步骤</a:t>
            </a:r>
            <a:endParaRPr kumimoji="0" lang="zh-CN" altLang="en-US"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ea"/>
              <a:cs typeface="+mn-ea"/>
            </a:endParaRPr>
          </a:p>
          <a:p>
            <a:pPr marL="0" indent="0" algn="l">
              <a:buNone/>
            </a:pPr>
            <a:r>
              <a:rPr lang="en-US" altLang="zh-CN" b="0" i="0" dirty="0">
                <a:solidFill>
                  <a:srgbClr val="333333"/>
                </a:solidFill>
                <a:effectLst/>
                <a:latin typeface="Helvetica Neue"/>
              </a:rPr>
              <a:t>(1) </a:t>
            </a:r>
            <a:r>
              <a:rPr lang="zh-CN" altLang="en-US" b="0" i="0" dirty="0">
                <a:solidFill>
                  <a:srgbClr val="333333"/>
                </a:solidFill>
                <a:effectLst/>
                <a:latin typeface="Helvetica Neue"/>
              </a:rPr>
              <a:t>确定所有的实体集合</a:t>
            </a:r>
            <a:r>
              <a:rPr lang="en-US" altLang="zh-CN" b="0" i="0" dirty="0">
                <a:solidFill>
                  <a:srgbClr val="333333"/>
                </a:solidFill>
                <a:effectLst/>
                <a:latin typeface="Helvetica Neue"/>
              </a:rPr>
              <a:t>;</a:t>
            </a:r>
            <a:endParaRPr lang="en-US" altLang="zh-CN" b="0" i="0" dirty="0">
              <a:solidFill>
                <a:srgbClr val="333333"/>
              </a:solidFill>
              <a:effectLst/>
              <a:latin typeface="Helvetica Neue"/>
            </a:endParaRPr>
          </a:p>
          <a:p>
            <a:pPr marL="0" indent="0" algn="l">
              <a:buNone/>
            </a:pPr>
            <a:r>
              <a:rPr lang="en-US" altLang="zh-CN" b="0" i="0" dirty="0">
                <a:solidFill>
                  <a:srgbClr val="333333"/>
                </a:solidFill>
                <a:effectLst/>
                <a:latin typeface="Helvetica Neue"/>
              </a:rPr>
              <a:t>(2) </a:t>
            </a:r>
            <a:r>
              <a:rPr lang="zh-CN" altLang="en-US" b="0" i="0" dirty="0">
                <a:solidFill>
                  <a:srgbClr val="333333"/>
                </a:solidFill>
                <a:effectLst/>
                <a:latin typeface="Helvetica Neue"/>
              </a:rPr>
              <a:t>选择实体集应包含的属性</a:t>
            </a:r>
            <a:r>
              <a:rPr lang="en-US" altLang="zh-CN" b="0" i="0" dirty="0">
                <a:solidFill>
                  <a:srgbClr val="333333"/>
                </a:solidFill>
                <a:effectLst/>
                <a:latin typeface="Helvetica Neue"/>
              </a:rPr>
              <a:t>;</a:t>
            </a:r>
            <a:endParaRPr lang="en-US" altLang="zh-CN" b="0" i="0" dirty="0">
              <a:solidFill>
                <a:srgbClr val="333333"/>
              </a:solidFill>
              <a:effectLst/>
              <a:latin typeface="Helvetica Neue"/>
            </a:endParaRPr>
          </a:p>
          <a:p>
            <a:pPr marL="0" indent="0" algn="l">
              <a:buNone/>
            </a:pPr>
            <a:r>
              <a:rPr lang="en-US" altLang="zh-CN" b="0" i="0" dirty="0">
                <a:solidFill>
                  <a:srgbClr val="333333"/>
                </a:solidFill>
                <a:effectLst/>
                <a:latin typeface="Helvetica Neue"/>
              </a:rPr>
              <a:t>(3) </a:t>
            </a:r>
            <a:r>
              <a:rPr lang="zh-CN" altLang="en-US" b="0" i="0" dirty="0">
                <a:solidFill>
                  <a:srgbClr val="333333"/>
                </a:solidFill>
                <a:effectLst/>
                <a:latin typeface="Helvetica Neue"/>
              </a:rPr>
              <a:t>确定实体集之间的联系</a:t>
            </a:r>
            <a:r>
              <a:rPr lang="en-US" altLang="zh-CN" b="0" i="0" dirty="0">
                <a:solidFill>
                  <a:srgbClr val="333333"/>
                </a:solidFill>
                <a:effectLst/>
                <a:latin typeface="Helvetica Neue"/>
              </a:rPr>
              <a:t>;</a:t>
            </a:r>
            <a:endParaRPr lang="en-US" altLang="zh-CN" b="0" i="0" dirty="0">
              <a:solidFill>
                <a:srgbClr val="333333"/>
              </a:solidFill>
              <a:effectLst/>
              <a:latin typeface="Helvetica Neue"/>
            </a:endParaRPr>
          </a:p>
          <a:p>
            <a:pPr marL="0" indent="0" algn="l">
              <a:buNone/>
            </a:pPr>
            <a:r>
              <a:rPr lang="en-US" altLang="zh-CN" b="0" i="0" dirty="0">
                <a:solidFill>
                  <a:srgbClr val="333333"/>
                </a:solidFill>
                <a:effectLst/>
                <a:latin typeface="Helvetica Neue"/>
              </a:rPr>
              <a:t>(4) </a:t>
            </a:r>
            <a:r>
              <a:rPr lang="zh-CN" altLang="en-US" b="0" i="0" dirty="0">
                <a:solidFill>
                  <a:srgbClr val="333333"/>
                </a:solidFill>
                <a:effectLst/>
                <a:latin typeface="Helvetica Neue"/>
              </a:rPr>
              <a:t>确定实体集的关键字，用下划线在属性上表明关键字的属性组合</a:t>
            </a:r>
            <a:r>
              <a:rPr lang="en-US" altLang="zh-CN" b="0" i="0" dirty="0">
                <a:solidFill>
                  <a:srgbClr val="333333"/>
                </a:solidFill>
                <a:effectLst/>
                <a:latin typeface="Helvetica Neue"/>
              </a:rPr>
              <a:t>;</a:t>
            </a:r>
            <a:endParaRPr lang="en-US" altLang="zh-CN" b="0" i="0" dirty="0">
              <a:solidFill>
                <a:srgbClr val="333333"/>
              </a:solidFill>
              <a:effectLst/>
              <a:latin typeface="Helvetica Neue"/>
            </a:endParaRPr>
          </a:p>
          <a:p>
            <a:pPr marL="0" indent="0" algn="l">
              <a:buNone/>
            </a:pPr>
            <a:r>
              <a:rPr lang="en-US" altLang="zh-CN" b="0" i="0" dirty="0">
                <a:solidFill>
                  <a:srgbClr val="333333"/>
                </a:solidFill>
                <a:effectLst/>
                <a:latin typeface="Helvetica Neue"/>
              </a:rPr>
              <a:t>(5) </a:t>
            </a:r>
            <a:r>
              <a:rPr lang="zh-CN" altLang="en-US" b="0" i="0" dirty="0">
                <a:solidFill>
                  <a:srgbClr val="333333"/>
                </a:solidFill>
                <a:effectLst/>
                <a:latin typeface="Helvetica Neue"/>
              </a:rPr>
              <a:t>确定联系的类型，再用线将表示联系的菱形框联系到实体集时，在线旁注明是</a:t>
            </a:r>
            <a:r>
              <a:rPr lang="en-US" altLang="zh-CN" b="0" i="0" dirty="0">
                <a:solidFill>
                  <a:srgbClr val="333333"/>
                </a:solidFill>
                <a:effectLst/>
                <a:latin typeface="Helvetica Neue"/>
              </a:rPr>
              <a:t>1</a:t>
            </a:r>
            <a:r>
              <a:rPr lang="zh-CN" altLang="en-US" b="0" i="0" dirty="0">
                <a:solidFill>
                  <a:srgbClr val="333333"/>
                </a:solidFill>
                <a:effectLst/>
                <a:latin typeface="Helvetica Neue"/>
              </a:rPr>
              <a:t>或</a:t>
            </a:r>
            <a:r>
              <a:rPr lang="en-US" altLang="zh-CN" b="0" i="0" dirty="0">
                <a:solidFill>
                  <a:srgbClr val="333333"/>
                </a:solidFill>
                <a:effectLst/>
                <a:latin typeface="Helvetica Neue"/>
              </a:rPr>
              <a:t>n(</a:t>
            </a:r>
            <a:r>
              <a:rPr lang="zh-CN" altLang="en-US" b="0" i="0" dirty="0">
                <a:solidFill>
                  <a:srgbClr val="333333"/>
                </a:solidFill>
                <a:effectLst/>
                <a:latin typeface="Helvetica Neue"/>
              </a:rPr>
              <a:t>多</a:t>
            </a:r>
            <a:r>
              <a:rPr lang="en-US" altLang="zh-CN" b="0" i="0" dirty="0">
                <a:solidFill>
                  <a:srgbClr val="333333"/>
                </a:solidFill>
                <a:effectLst/>
                <a:latin typeface="Helvetica Neue"/>
              </a:rPr>
              <a:t>)</a:t>
            </a:r>
            <a:r>
              <a:rPr lang="zh-CN" altLang="en-US" b="0" i="0" dirty="0">
                <a:solidFill>
                  <a:srgbClr val="333333"/>
                </a:solidFill>
                <a:effectLst/>
                <a:latin typeface="Helvetica Neue"/>
              </a:rPr>
              <a:t>来表示联系的类型。</a:t>
            </a:r>
            <a:endParaRPr lang="zh-CN" altLang="en-US" b="0" i="0" dirty="0">
              <a:solidFill>
                <a:srgbClr val="333333"/>
              </a:solidFill>
              <a:effectLst/>
              <a:latin typeface="Helvetica Neue"/>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宋体" panose="02010600030101010101" pitchFamily="2" charset="-122"/>
                <a:cs typeface="Times New Roman" panose="02020603050405020304" pitchFamily="18" charset="0"/>
              </a:rPr>
              <a:t>2.1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结构化分析</a:t>
            </a:r>
            <a:endPar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13316"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
        <p:nvSpPr>
          <p:cNvPr id="47106" name="Rectangle 2"/>
          <p:cNvSpPr>
            <a:spLocks noGrp="1" noChangeArrowheads="1"/>
          </p:cNvSpPr>
          <p:nvPr>
            <p:ph idx="1"/>
          </p:nvPr>
        </p:nvSpPr>
        <p:spPr>
          <a:xfrm>
            <a:off x="762000" y="1582420"/>
            <a:ext cx="7584440" cy="4870450"/>
          </a:xfrm>
        </p:spPr>
        <p:txBody>
          <a:bodyPr vert="horz" wrap="square" lIns="91440" tIns="45720" rIns="91440" bIns="45720" numCol="1" anchor="t" anchorCtr="0" compatLnSpc="1">
            <a:normAutofit/>
          </a:bodyPr>
          <a:lstStyle/>
          <a:p>
            <a:pPr marL="0" marR="0" lvl="0" indent="0" algn="l" defTabSz="914400" rtl="0" eaLnBrk="1" fontAlgn="base" latinLnBrk="0" hangingPunct="1">
              <a:lnSpc>
                <a:spcPct val="110000"/>
              </a:lnSpc>
              <a:spcBef>
                <a:spcPct val="20000"/>
              </a:spcBef>
              <a:spcAft>
                <a:spcPct val="0"/>
              </a:spcAft>
              <a:buClr>
                <a:srgbClr val="800080"/>
              </a:buClr>
              <a:buSzPct val="55000"/>
              <a:buFont typeface="Wingdings" panose="05000000000000000000" pitchFamily="2" charset="2"/>
              <a:buNone/>
              <a:defRPr/>
            </a:pPr>
            <a:r>
              <a:rPr lang="zh-CN" altLang="en-US" sz="2800" u="sng" kern="0" noProof="0" dirty="0">
                <a:ln>
                  <a:noFill/>
                </a:ln>
                <a:solidFill>
                  <a:srgbClr val="0070C0"/>
                </a:solidFill>
                <a:effectLst>
                  <a:outerShdw blurRad="38100" dist="38100" dir="2700000" algn="tl">
                    <a:srgbClr val="C0C0C0"/>
                  </a:outerShdw>
                </a:effectLst>
                <a:uLnTx/>
                <a:uFillTx/>
                <a:latin typeface="+mn-ea"/>
                <a:cs typeface="+mn-ea"/>
                <a:sym typeface="+mn-ea"/>
              </a:rPr>
              <a:t>功能建模与</a:t>
            </a:r>
            <a:r>
              <a:rPr lang="zh-CN" altLang="en-US" sz="2800" u="sng" kern="0" noProof="0" dirty="0">
                <a:ln>
                  <a:noFill/>
                </a:ln>
                <a:solidFill>
                  <a:srgbClr val="0070C0"/>
                </a:solidFill>
                <a:effectLst>
                  <a:outerShdw blurRad="38100" dist="38100" dir="2700000" algn="tl">
                    <a:srgbClr val="C0C0C0"/>
                  </a:outerShdw>
                </a:effectLst>
                <a:uLnTx/>
                <a:uFillTx/>
                <a:latin typeface="Times New Roman Regular" panose="02020603050405020304" charset="0"/>
                <a:cs typeface="Times New Roman Regular" panose="02020603050405020304" charset="0"/>
                <a:sym typeface="+mn-ea"/>
              </a:rPr>
              <a:t>数据流</a:t>
            </a:r>
            <a:r>
              <a:rPr lang="zh-CN" altLang="en-US" sz="2800" u="sng" kern="0" noProof="0" dirty="0">
                <a:ln>
                  <a:noFill/>
                </a:ln>
                <a:solidFill>
                  <a:srgbClr val="0070C0"/>
                </a:solidFill>
                <a:effectLst>
                  <a:outerShdw blurRad="38100" dist="38100" dir="2700000" algn="tl">
                    <a:srgbClr val="C0C0C0"/>
                  </a:outerShdw>
                </a:effectLst>
                <a:uLnTx/>
                <a:uFillTx/>
                <a:latin typeface="+mn-ea"/>
                <a:cs typeface="+mn-ea"/>
                <a:sym typeface="+mn-ea"/>
              </a:rPr>
              <a:t>图</a:t>
            </a:r>
            <a:endParaRPr lang="zh-CN" altLang="en-US" sz="2800" kern="0" noProof="0" dirty="0">
              <a:ln>
                <a:noFill/>
              </a:ln>
              <a:effectLst>
                <a:outerShdw blurRad="38100" dist="38100" dir="2700000" algn="tl">
                  <a:srgbClr val="C0C0C0"/>
                </a:outerShdw>
              </a:effectLst>
              <a:uLnTx/>
              <a:uFillTx/>
              <a:latin typeface="+mn-ea"/>
              <a:cs typeface="+mn-ea"/>
              <a:sym typeface="+mn-ea"/>
            </a:endParaRPr>
          </a:p>
          <a:p>
            <a:pPr marL="342900" marR="0" lvl="0" indent="-342900" algn="l" defTabSz="914400" rtl="0" eaLnBrk="1" fontAlgn="base" latinLnBrk="0" hangingPunct="1">
              <a:lnSpc>
                <a:spcPct val="105000"/>
              </a:lnSpc>
              <a:spcBef>
                <a:spcPct val="20000"/>
              </a:spcBef>
              <a:spcAft>
                <a:spcPct val="0"/>
              </a:spcAft>
              <a:buClr>
                <a:srgbClr val="800080"/>
              </a:buClr>
              <a:buSzPct val="55000"/>
              <a:buFont typeface="Wingdings" panose="05000000000000000000" pitchFamily="2" charset="2"/>
              <a:buChar char="n"/>
              <a:defRPr/>
            </a:pPr>
            <a:r>
              <a:rPr kumimoji="1" lang="zh-CN" altLang="en-US" sz="2600" noProof="0" dirty="0">
                <a:ln>
                  <a:noFill/>
                </a:ln>
                <a:solidFill>
                  <a:srgbClr val="2C1A88"/>
                </a:solidFill>
                <a:effectLst>
                  <a:outerShdw blurRad="38100" dist="38100" dir="2700000" algn="tl">
                    <a:srgbClr val="C0C0C0"/>
                  </a:outerShdw>
                </a:effectLst>
                <a:uLnTx/>
                <a:uFillTx/>
                <a:latin typeface="+mn-ea"/>
                <a:cs typeface="+mn-ea"/>
                <a:sym typeface="+mn-ea"/>
              </a:rPr>
              <a:t>功能建模就是用抽象模型的概念，按照软件内部</a:t>
            </a:r>
            <a:r>
              <a:rPr kumimoji="1" lang="zh-CN" altLang="en-US" sz="2600" noProof="0" dirty="0">
                <a:ln>
                  <a:noFill/>
                </a:ln>
                <a:solidFill>
                  <a:srgbClr val="CC3300"/>
                </a:solidFill>
                <a:effectLst>
                  <a:outerShdw blurRad="38100" dist="38100" dir="2700000" algn="tl">
                    <a:srgbClr val="C0C0C0"/>
                  </a:outerShdw>
                </a:effectLst>
                <a:uLnTx/>
                <a:uFillTx/>
                <a:latin typeface="+mn-ea"/>
                <a:cs typeface="+mn-ea"/>
                <a:sym typeface="+mn-ea"/>
              </a:rPr>
              <a:t>数据传递</a:t>
            </a:r>
            <a:r>
              <a:rPr kumimoji="1" lang="zh-CN" altLang="en-US" sz="2600" noProof="0" dirty="0">
                <a:ln>
                  <a:noFill/>
                </a:ln>
                <a:solidFill>
                  <a:srgbClr val="2C1A88"/>
                </a:solidFill>
                <a:effectLst>
                  <a:outerShdw blurRad="38100" dist="38100" dir="2700000" algn="tl">
                    <a:srgbClr val="C0C0C0"/>
                  </a:outerShdw>
                </a:effectLst>
                <a:uLnTx/>
                <a:uFillTx/>
                <a:latin typeface="+mn-ea"/>
                <a:cs typeface="+mn-ea"/>
                <a:sym typeface="+mn-ea"/>
              </a:rPr>
              <a:t>、</a:t>
            </a:r>
            <a:r>
              <a:rPr kumimoji="1" lang="zh-CN" altLang="en-US" sz="2600" noProof="0" dirty="0">
                <a:ln>
                  <a:noFill/>
                </a:ln>
                <a:solidFill>
                  <a:srgbClr val="CC3300"/>
                </a:solidFill>
                <a:effectLst>
                  <a:outerShdw blurRad="38100" dist="38100" dir="2700000" algn="tl">
                    <a:srgbClr val="C0C0C0"/>
                  </a:outerShdw>
                </a:effectLst>
                <a:uLnTx/>
                <a:uFillTx/>
                <a:latin typeface="+mn-ea"/>
                <a:cs typeface="+mn-ea"/>
                <a:sym typeface="+mn-ea"/>
              </a:rPr>
              <a:t>变换</a:t>
            </a:r>
            <a:r>
              <a:rPr kumimoji="1" lang="zh-CN" altLang="en-US" sz="2600" noProof="0" dirty="0">
                <a:ln>
                  <a:noFill/>
                </a:ln>
                <a:solidFill>
                  <a:srgbClr val="2C1A88"/>
                </a:solidFill>
                <a:effectLst>
                  <a:outerShdw blurRad="38100" dist="38100" dir="2700000" algn="tl">
                    <a:srgbClr val="C0C0C0"/>
                  </a:outerShdw>
                </a:effectLst>
                <a:uLnTx/>
                <a:uFillTx/>
                <a:latin typeface="+mn-ea"/>
                <a:cs typeface="+mn-ea"/>
                <a:sym typeface="+mn-ea"/>
              </a:rPr>
              <a:t>的关系，</a:t>
            </a:r>
            <a:r>
              <a:rPr kumimoji="1" lang="zh-CN" altLang="en-US" sz="2600" noProof="0" dirty="0">
                <a:ln>
                  <a:noFill/>
                </a:ln>
                <a:solidFill>
                  <a:srgbClr val="CC3300"/>
                </a:solidFill>
                <a:effectLst>
                  <a:outerShdw blurRad="38100" dist="38100" dir="2700000" algn="tl">
                    <a:srgbClr val="C0C0C0"/>
                  </a:outerShdw>
                </a:effectLst>
                <a:uLnTx/>
                <a:uFillTx/>
                <a:latin typeface="+mn-ea"/>
                <a:cs typeface="+mn-ea"/>
                <a:sym typeface="+mn-ea"/>
              </a:rPr>
              <a:t>自顶向下逐层分解</a:t>
            </a:r>
            <a:r>
              <a:rPr kumimoji="1" lang="zh-CN" altLang="en-US" sz="2600" noProof="0" dirty="0">
                <a:ln>
                  <a:noFill/>
                </a:ln>
                <a:solidFill>
                  <a:srgbClr val="2C1A88"/>
                </a:solidFill>
                <a:effectLst>
                  <a:outerShdw blurRad="38100" dist="38100" dir="2700000" algn="tl">
                    <a:srgbClr val="C0C0C0"/>
                  </a:outerShdw>
                </a:effectLst>
                <a:uLnTx/>
                <a:uFillTx/>
                <a:latin typeface="+mn-ea"/>
                <a:cs typeface="+mn-ea"/>
                <a:sym typeface="+mn-ea"/>
              </a:rPr>
              <a:t>，直到找到满足功能要求的所有可实现的软件为止。</a:t>
            </a:r>
            <a:endParaRPr kumimoji="1" lang="zh-CN" altLang="en-US" sz="2600" b="1" i="0" u="none" strike="noStrike" kern="1200" cap="none" spc="0" normalizeH="0" baseline="0" noProof="0" dirty="0">
              <a:ln>
                <a:noFill/>
              </a:ln>
              <a:solidFill>
                <a:srgbClr val="2C1A88"/>
              </a:solidFill>
              <a:effectLst>
                <a:outerShdw blurRad="38100" dist="38100" dir="2700000" algn="tl">
                  <a:srgbClr val="C0C0C0"/>
                </a:outerShdw>
              </a:effectLst>
              <a:uLnTx/>
              <a:uFillTx/>
              <a:latin typeface="+mn-ea"/>
              <a:cs typeface="+mn-ea"/>
            </a:endParaRPr>
          </a:p>
          <a:p>
            <a:pPr marL="342900" marR="0" lvl="0" indent="-342900" algn="l" defTabSz="914400" rtl="0" eaLnBrk="1" fontAlgn="base" latinLnBrk="0" hangingPunct="1">
              <a:lnSpc>
                <a:spcPct val="105000"/>
              </a:lnSpc>
              <a:spcBef>
                <a:spcPct val="20000"/>
              </a:spcBef>
              <a:spcAft>
                <a:spcPct val="0"/>
              </a:spcAft>
              <a:buClr>
                <a:srgbClr val="800080"/>
              </a:buClr>
              <a:buSzPct val="55000"/>
              <a:buFont typeface="Wingdings" panose="05000000000000000000" pitchFamily="2" charset="2"/>
              <a:buChar char="n"/>
              <a:defRPr/>
            </a:pPr>
            <a:endParaRPr kumimoji="1" lang="zh-CN" altLang="en-US" sz="2600" b="1" i="0" u="none" strike="noStrike" kern="1200" cap="none" spc="0" normalizeH="0" baseline="0" noProof="0" dirty="0">
              <a:ln>
                <a:noFill/>
              </a:ln>
              <a:solidFill>
                <a:srgbClr val="2C1A88"/>
              </a:solidFill>
              <a:effectLst>
                <a:outerShdw blurRad="38100" dist="38100" dir="2700000" algn="tl">
                  <a:srgbClr val="C0C0C0"/>
                </a:outerShdw>
              </a:effectLst>
              <a:uLnTx/>
              <a:uFillTx/>
              <a:latin typeface="+mn-ea"/>
              <a:cs typeface="+mn-ea"/>
            </a:endParaRPr>
          </a:p>
          <a:p>
            <a:pPr marL="342900" marR="0" lvl="0" indent="-342900" algn="l" defTabSz="914400" rtl="0" eaLnBrk="1" fontAlgn="base" latinLnBrk="0" hangingPunct="1">
              <a:lnSpc>
                <a:spcPct val="105000"/>
              </a:lnSpc>
              <a:spcBef>
                <a:spcPct val="20000"/>
              </a:spcBef>
              <a:spcAft>
                <a:spcPct val="0"/>
              </a:spcAft>
              <a:buClr>
                <a:srgbClr val="800080"/>
              </a:buClr>
              <a:buSzPct val="55000"/>
              <a:buFont typeface="Wingdings" panose="05000000000000000000" pitchFamily="2" charset="2"/>
              <a:buChar char="n"/>
              <a:defRPr/>
            </a:pPr>
            <a:r>
              <a:rPr kumimoji="1" lang="zh-CN" altLang="en-US" sz="2600" noProof="0" dirty="0">
                <a:ln>
                  <a:noFill/>
                </a:ln>
                <a:solidFill>
                  <a:srgbClr val="2C1A88"/>
                </a:solidFill>
                <a:effectLst>
                  <a:outerShdw blurRad="38100" dist="38100" dir="2700000" algn="tl">
                    <a:srgbClr val="C0C0C0"/>
                  </a:outerShdw>
                </a:effectLst>
                <a:uLnTx/>
                <a:uFillTx/>
                <a:latin typeface="+mn-ea"/>
                <a:cs typeface="+mn-ea"/>
                <a:sym typeface="+mn-ea"/>
              </a:rPr>
              <a:t>根据</a:t>
            </a:r>
            <a:r>
              <a:rPr kumimoji="1" lang="en-US" altLang="zh-CN" sz="2600" noProof="0" dirty="0">
                <a:ln>
                  <a:noFill/>
                </a:ln>
                <a:solidFill>
                  <a:srgbClr val="2C1A88"/>
                </a:solidFill>
                <a:effectLst>
                  <a:outerShdw blurRad="38100" dist="38100" dir="2700000" algn="tl">
                    <a:srgbClr val="C0C0C0"/>
                  </a:outerShdw>
                </a:effectLst>
                <a:uLnTx/>
                <a:uFillTx/>
                <a:latin typeface="+mn-ea"/>
                <a:cs typeface="+mn-ea"/>
                <a:sym typeface="+mn-ea"/>
              </a:rPr>
              <a:t>DeMarco</a:t>
            </a:r>
            <a:r>
              <a:rPr kumimoji="1" lang="zh-CN" altLang="en-US" sz="2600" noProof="0" dirty="0">
                <a:ln>
                  <a:noFill/>
                </a:ln>
                <a:solidFill>
                  <a:srgbClr val="2C1A88"/>
                </a:solidFill>
                <a:effectLst>
                  <a:outerShdw blurRad="38100" dist="38100" dir="2700000" algn="tl">
                    <a:srgbClr val="C0C0C0"/>
                  </a:outerShdw>
                </a:effectLst>
                <a:uLnTx/>
                <a:uFillTx/>
                <a:latin typeface="+mn-ea"/>
                <a:cs typeface="+mn-ea"/>
                <a:sym typeface="+mn-ea"/>
              </a:rPr>
              <a:t>的论述，功能模型使用了</a:t>
            </a:r>
            <a:r>
              <a:rPr kumimoji="1" lang="zh-CN" altLang="en-US" sz="2600" noProof="0" dirty="0">
                <a:ln>
                  <a:noFill/>
                </a:ln>
                <a:solidFill>
                  <a:srgbClr val="CC3300"/>
                </a:solidFill>
                <a:effectLst>
                  <a:outerShdw blurRad="38100" dist="38100" dir="2700000" algn="tl">
                    <a:srgbClr val="C0C0C0"/>
                  </a:outerShdw>
                </a:effectLst>
                <a:uLnTx/>
                <a:uFillTx/>
                <a:latin typeface="+mn-ea"/>
                <a:cs typeface="+mn-ea"/>
                <a:sym typeface="+mn-ea"/>
              </a:rPr>
              <a:t>数据流图</a:t>
            </a:r>
            <a:r>
              <a:rPr kumimoji="1" lang="zh-CN" altLang="en-US" sz="2600" noProof="0" dirty="0">
                <a:ln>
                  <a:noFill/>
                </a:ln>
                <a:solidFill>
                  <a:srgbClr val="2C1A88"/>
                </a:solidFill>
                <a:effectLst>
                  <a:outerShdw blurRad="38100" dist="38100" dir="2700000" algn="tl">
                    <a:srgbClr val="C0C0C0"/>
                  </a:outerShdw>
                </a:effectLst>
                <a:uLnTx/>
                <a:uFillTx/>
                <a:latin typeface="+mn-ea"/>
                <a:cs typeface="+mn-ea"/>
                <a:sym typeface="+mn-ea"/>
              </a:rPr>
              <a:t>来表达系统内数据的运动情况，而数据流的变换则用结构化</a:t>
            </a:r>
            <a:r>
              <a:rPr kumimoji="1" lang="zh-CN" altLang="en-US" sz="2600" dirty="0">
                <a:solidFill>
                  <a:srgbClr val="2C1A88"/>
                </a:solidFill>
                <a:effectLst>
                  <a:outerShdw blurRad="38100" dist="38100" dir="2700000" algn="tl">
                    <a:srgbClr val="C0C0C0"/>
                  </a:outerShdw>
                </a:effectLst>
                <a:latin typeface="+mn-ea"/>
                <a:cs typeface="+mn-ea"/>
                <a:sym typeface="+mn-ea"/>
              </a:rPr>
              <a:t>语言</a:t>
            </a:r>
            <a:r>
              <a:rPr kumimoji="1" lang="zh-CN" altLang="en-US" sz="2600" noProof="0" dirty="0">
                <a:ln>
                  <a:noFill/>
                </a:ln>
                <a:solidFill>
                  <a:srgbClr val="2C1A88"/>
                </a:solidFill>
                <a:effectLst>
                  <a:outerShdw blurRad="38100" dist="38100" dir="2700000" algn="tl">
                    <a:srgbClr val="C0C0C0"/>
                  </a:outerShdw>
                </a:effectLst>
                <a:uLnTx/>
                <a:uFillTx/>
                <a:latin typeface="+mn-ea"/>
                <a:cs typeface="+mn-ea"/>
                <a:sym typeface="+mn-ea"/>
              </a:rPr>
              <a:t>、判定表与判定树来描述。</a:t>
            </a:r>
            <a:endParaRPr kumimoji="1" lang="zh-CN" altLang="en-US" sz="26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ea"/>
              <a:cs typeface="+mn-ea"/>
              <a:sym typeface="+mn-e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宋体" panose="02010600030101010101" pitchFamily="2" charset="-122"/>
                <a:cs typeface="Times New Roman" panose="02020603050405020304" pitchFamily="18" charset="0"/>
              </a:rPr>
              <a:t>2.1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结构化分析</a:t>
            </a:r>
            <a:endPar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13316"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
        <p:nvSpPr>
          <p:cNvPr id="47106" name="Rectangle 2"/>
          <p:cNvSpPr>
            <a:spLocks noGrp="1" noChangeArrowheads="1"/>
          </p:cNvSpPr>
          <p:nvPr>
            <p:ph idx="1"/>
          </p:nvPr>
        </p:nvSpPr>
        <p:spPr>
          <a:xfrm>
            <a:off x="762000" y="1582420"/>
            <a:ext cx="7584440" cy="4870450"/>
          </a:xfrm>
        </p:spPr>
        <p:txBody>
          <a:bodyPr vert="horz" wrap="square" lIns="91440" tIns="45720" rIns="91440" bIns="45720" numCol="1" anchor="t" anchorCtr="0" compatLnSpc="1">
            <a:normAutofit/>
          </a:bodyPr>
          <a:lstStyle/>
          <a:p>
            <a:pPr marL="0" marR="0" lvl="0" indent="0" algn="l" defTabSz="914400" rtl="0" eaLnBrk="1" fontAlgn="base" latinLnBrk="0" hangingPunct="1">
              <a:lnSpc>
                <a:spcPct val="110000"/>
              </a:lnSpc>
              <a:spcBef>
                <a:spcPct val="20000"/>
              </a:spcBef>
              <a:spcAft>
                <a:spcPct val="0"/>
              </a:spcAft>
              <a:buClr>
                <a:srgbClr val="800080"/>
              </a:buClr>
              <a:buSzPct val="55000"/>
              <a:buFont typeface="Wingdings" panose="05000000000000000000" pitchFamily="2" charset="2"/>
              <a:buNone/>
              <a:defRPr/>
            </a:pPr>
            <a:r>
              <a:rPr lang="zh-CN" altLang="en-US" sz="2800" u="sng" kern="0" noProof="0" dirty="0">
                <a:ln>
                  <a:noFill/>
                </a:ln>
                <a:solidFill>
                  <a:srgbClr val="0070C0"/>
                </a:solidFill>
                <a:effectLst>
                  <a:outerShdw blurRad="38100" dist="38100" dir="2700000" algn="tl">
                    <a:srgbClr val="C0C0C0"/>
                  </a:outerShdw>
                </a:effectLst>
                <a:uLnTx/>
                <a:uFillTx/>
                <a:latin typeface="+mn-ea"/>
                <a:cs typeface="+mn-ea"/>
                <a:sym typeface="+mn-ea"/>
              </a:rPr>
              <a:t>功能建模与</a:t>
            </a:r>
            <a:r>
              <a:rPr lang="zh-CN" altLang="en-US" sz="2800" u="sng" kern="0" noProof="0" dirty="0">
                <a:ln>
                  <a:noFill/>
                </a:ln>
                <a:solidFill>
                  <a:srgbClr val="0070C0"/>
                </a:solidFill>
                <a:effectLst>
                  <a:outerShdw blurRad="38100" dist="38100" dir="2700000" algn="tl">
                    <a:srgbClr val="C0C0C0"/>
                  </a:outerShdw>
                </a:effectLst>
                <a:uLnTx/>
                <a:uFillTx/>
                <a:latin typeface="Times New Roman Regular" panose="02020603050405020304" charset="0"/>
                <a:cs typeface="Times New Roman Regular" panose="02020603050405020304" charset="0"/>
                <a:sym typeface="+mn-ea"/>
              </a:rPr>
              <a:t>数据流</a:t>
            </a:r>
            <a:r>
              <a:rPr lang="zh-CN" altLang="en-US" sz="2800" u="sng" kern="0" noProof="0" dirty="0">
                <a:ln>
                  <a:noFill/>
                </a:ln>
                <a:solidFill>
                  <a:srgbClr val="0070C0"/>
                </a:solidFill>
                <a:effectLst>
                  <a:outerShdw blurRad="38100" dist="38100" dir="2700000" algn="tl">
                    <a:srgbClr val="C0C0C0"/>
                  </a:outerShdw>
                </a:effectLst>
                <a:uLnTx/>
                <a:uFillTx/>
                <a:latin typeface="+mn-ea"/>
                <a:cs typeface="+mn-ea"/>
                <a:sym typeface="+mn-ea"/>
              </a:rPr>
              <a:t>图</a:t>
            </a:r>
            <a:endParaRPr lang="zh-CN" altLang="en-US" sz="2800" kern="0" noProof="0" dirty="0">
              <a:ln>
                <a:noFill/>
              </a:ln>
              <a:effectLst>
                <a:outerShdw blurRad="38100" dist="38100" dir="2700000" algn="tl">
                  <a:srgbClr val="C0C0C0"/>
                </a:outerShdw>
              </a:effectLst>
              <a:uLnTx/>
              <a:uFillTx/>
              <a:latin typeface="+mn-ea"/>
              <a:cs typeface="+mn-ea"/>
              <a:sym typeface="+mn-ea"/>
            </a:endParaRPr>
          </a:p>
          <a:p>
            <a:pPr marL="342900" marR="0" lvl="0" indent="-342900" algn="l" defTabSz="914400" rtl="0" eaLnBrk="1" fontAlgn="base" latinLnBrk="0" hangingPunct="1">
              <a:lnSpc>
                <a:spcPct val="105000"/>
              </a:lnSpc>
              <a:spcBef>
                <a:spcPct val="20000"/>
              </a:spcBef>
              <a:spcAft>
                <a:spcPct val="0"/>
              </a:spcAft>
              <a:buClr>
                <a:srgbClr val="800080"/>
              </a:buClr>
              <a:buSzPct val="55000"/>
              <a:buFont typeface="Wingdings" panose="05000000000000000000" pitchFamily="2" charset="2"/>
              <a:buChar char="n"/>
              <a:defRPr/>
            </a:pPr>
            <a:r>
              <a:rPr kumimoji="1" lang="zh-CN" altLang="en-US" sz="2600" noProof="0" dirty="0">
                <a:ln>
                  <a:noFill/>
                </a:ln>
                <a:solidFill>
                  <a:srgbClr val="2C1A88"/>
                </a:solidFill>
                <a:effectLst>
                  <a:outerShdw blurRad="38100" dist="38100" dir="2700000" algn="tl">
                    <a:srgbClr val="C0C0C0"/>
                  </a:outerShdw>
                </a:effectLst>
                <a:uLnTx/>
                <a:uFillTx/>
                <a:latin typeface="+mn-ea"/>
                <a:cs typeface="+mn-ea"/>
                <a:sym typeface="+mn-ea"/>
              </a:rPr>
              <a:t>数据流的变换则用结构化</a:t>
            </a:r>
            <a:r>
              <a:rPr kumimoji="1" lang="zh-CN" altLang="en-US" sz="2600" dirty="0">
                <a:solidFill>
                  <a:srgbClr val="2C1A88"/>
                </a:solidFill>
                <a:effectLst>
                  <a:outerShdw blurRad="38100" dist="38100" dir="2700000" algn="tl">
                    <a:srgbClr val="C0C0C0"/>
                  </a:outerShdw>
                </a:effectLst>
                <a:latin typeface="+mn-ea"/>
                <a:cs typeface="+mn-ea"/>
                <a:sym typeface="+mn-ea"/>
              </a:rPr>
              <a:t>语言</a:t>
            </a:r>
            <a:r>
              <a:rPr kumimoji="1" lang="zh-CN" altLang="en-US" sz="2600" noProof="0" dirty="0">
                <a:ln>
                  <a:noFill/>
                </a:ln>
                <a:solidFill>
                  <a:srgbClr val="2C1A88"/>
                </a:solidFill>
                <a:effectLst>
                  <a:outerShdw blurRad="38100" dist="38100" dir="2700000" algn="tl">
                    <a:srgbClr val="C0C0C0"/>
                  </a:outerShdw>
                </a:effectLst>
                <a:uLnTx/>
                <a:uFillTx/>
                <a:latin typeface="+mn-ea"/>
                <a:cs typeface="+mn-ea"/>
                <a:sym typeface="+mn-ea"/>
              </a:rPr>
              <a:t>、判定表与判定树来描述。</a:t>
            </a:r>
            <a:endParaRPr kumimoji="1" lang="en-US" altLang="zh-CN" sz="2600" noProof="0" dirty="0">
              <a:ln>
                <a:noFill/>
              </a:ln>
              <a:solidFill>
                <a:srgbClr val="2C1A88"/>
              </a:solidFill>
              <a:effectLst>
                <a:outerShdw blurRad="38100" dist="38100" dir="2700000" algn="tl">
                  <a:srgbClr val="C0C0C0"/>
                </a:outerShdw>
              </a:effectLst>
              <a:uLnTx/>
              <a:uFillTx/>
              <a:latin typeface="+mn-ea"/>
              <a:cs typeface="+mn-ea"/>
              <a:sym typeface="+mn-ea"/>
            </a:endParaRPr>
          </a:p>
          <a:p>
            <a:pPr marL="0" indent="0" algn="l">
              <a:buNone/>
            </a:pPr>
            <a:r>
              <a:rPr lang="en-US" altLang="zh-CN" b="1" i="0" dirty="0">
                <a:solidFill>
                  <a:srgbClr val="191B1F"/>
                </a:solidFill>
                <a:effectLst/>
                <a:latin typeface="-apple-system"/>
              </a:rPr>
              <a:t>1</a:t>
            </a:r>
            <a:r>
              <a:rPr lang="zh-CN" altLang="en-US" b="1" i="0" dirty="0">
                <a:solidFill>
                  <a:srgbClr val="191B1F"/>
                </a:solidFill>
                <a:effectLst/>
                <a:latin typeface="-apple-system"/>
              </a:rPr>
              <a:t>、结构化语言描述处理逻辑（伪代码）</a:t>
            </a:r>
            <a:endParaRPr lang="zh-CN" altLang="en-US" b="1" i="0" dirty="0">
              <a:solidFill>
                <a:srgbClr val="191B1F"/>
              </a:solidFill>
              <a:effectLst/>
              <a:latin typeface="-apple-system"/>
            </a:endParaRPr>
          </a:p>
          <a:p>
            <a:pPr marL="0" indent="0" algn="l">
              <a:buNone/>
            </a:pPr>
            <a:r>
              <a:rPr lang="zh-CN" altLang="en-US" b="0" i="0" dirty="0">
                <a:solidFill>
                  <a:srgbClr val="191B1F"/>
                </a:solidFill>
                <a:effectLst/>
                <a:latin typeface="-apple-system"/>
              </a:rPr>
              <a:t>适用于数据输入和输出逻辑关系比较简单的处理描述，示例：</a:t>
            </a:r>
            <a:endParaRPr lang="zh-CN" altLang="en-US" b="0" i="0" dirty="0">
              <a:solidFill>
                <a:srgbClr val="191B1F"/>
              </a:solidFill>
              <a:effectLst/>
              <a:latin typeface="-apple-system"/>
            </a:endParaRPr>
          </a:p>
          <a:p>
            <a:pPr marL="0" indent="0" algn="l">
              <a:buNone/>
            </a:pPr>
            <a:r>
              <a:rPr lang="en-US" altLang="zh-CN" b="0" i="0" dirty="0">
                <a:solidFill>
                  <a:srgbClr val="191B1F"/>
                </a:solidFill>
                <a:effectLst/>
                <a:latin typeface="-apple-system"/>
              </a:rPr>
              <a:t>if </a:t>
            </a:r>
            <a:r>
              <a:rPr lang="zh-CN" altLang="en-US" b="0" i="0" dirty="0">
                <a:solidFill>
                  <a:srgbClr val="191B1F"/>
                </a:solidFill>
                <a:effectLst/>
                <a:latin typeface="-apple-system"/>
              </a:rPr>
              <a:t>金额</a:t>
            </a:r>
            <a:r>
              <a:rPr lang="en-US" altLang="zh-CN" b="0" i="0" dirty="0">
                <a:solidFill>
                  <a:srgbClr val="191B1F"/>
                </a:solidFill>
                <a:effectLst/>
                <a:latin typeface="-apple-system"/>
              </a:rPr>
              <a:t>&lt;80:</a:t>
            </a:r>
            <a:endParaRPr lang="en-US" altLang="zh-CN" b="0" i="0" dirty="0">
              <a:solidFill>
                <a:srgbClr val="191B1F"/>
              </a:solidFill>
              <a:effectLst/>
              <a:latin typeface="-apple-system"/>
            </a:endParaRPr>
          </a:p>
          <a:p>
            <a:pPr marL="0" indent="0" algn="l">
              <a:buNone/>
            </a:pPr>
            <a:r>
              <a:rPr lang="en-US" altLang="zh-CN" b="0" i="0" dirty="0">
                <a:solidFill>
                  <a:srgbClr val="191B1F"/>
                </a:solidFill>
                <a:effectLst/>
                <a:latin typeface="-apple-system"/>
              </a:rPr>
              <a:t>	</a:t>
            </a:r>
            <a:r>
              <a:rPr lang="zh-CN" altLang="en-US" b="0" i="0" dirty="0">
                <a:solidFill>
                  <a:srgbClr val="191B1F"/>
                </a:solidFill>
                <a:effectLst/>
                <a:latin typeface="-apple-system"/>
              </a:rPr>
              <a:t>费率</a:t>
            </a:r>
            <a:r>
              <a:rPr lang="en-US" altLang="zh-CN" b="0" i="0" dirty="0">
                <a:solidFill>
                  <a:srgbClr val="191B1F"/>
                </a:solidFill>
                <a:effectLst/>
                <a:latin typeface="-apple-system"/>
              </a:rPr>
              <a:t>=20%</a:t>
            </a:r>
            <a:endParaRPr lang="en-US" altLang="zh-CN" b="0" i="0" dirty="0">
              <a:solidFill>
                <a:srgbClr val="191B1F"/>
              </a:solidFill>
              <a:effectLst/>
              <a:latin typeface="-apple-system"/>
            </a:endParaRPr>
          </a:p>
          <a:p>
            <a:pPr marL="0" indent="0" algn="l">
              <a:buNone/>
            </a:pPr>
            <a:r>
              <a:rPr lang="en-US" altLang="zh-CN" b="0" i="0" dirty="0">
                <a:solidFill>
                  <a:srgbClr val="191B1F"/>
                </a:solidFill>
                <a:effectLst/>
                <a:latin typeface="-apple-system"/>
              </a:rPr>
              <a:t>else</a:t>
            </a:r>
            <a:r>
              <a:rPr lang="zh-CN" altLang="en-US" b="0" i="0" dirty="0">
                <a:solidFill>
                  <a:srgbClr val="191B1F"/>
                </a:solidFill>
                <a:effectLst/>
                <a:latin typeface="-apple-system"/>
              </a:rPr>
              <a:t>：</a:t>
            </a:r>
            <a:endParaRPr lang="zh-CN" altLang="en-US" b="0" i="0" dirty="0">
              <a:solidFill>
                <a:srgbClr val="191B1F"/>
              </a:solidFill>
              <a:effectLst/>
              <a:latin typeface="-apple-system"/>
            </a:endParaRPr>
          </a:p>
          <a:p>
            <a:pPr marL="0" indent="0" algn="l">
              <a:buNone/>
            </a:pPr>
            <a:r>
              <a:rPr lang="en-US" altLang="zh-CN" b="0" i="0" dirty="0">
                <a:solidFill>
                  <a:srgbClr val="191B1F"/>
                </a:solidFill>
                <a:effectLst/>
                <a:latin typeface="-apple-system"/>
              </a:rPr>
              <a:t>	</a:t>
            </a:r>
            <a:r>
              <a:rPr lang="zh-CN" altLang="en-US" b="0" i="0" dirty="0">
                <a:solidFill>
                  <a:srgbClr val="191B1F"/>
                </a:solidFill>
                <a:effectLst/>
                <a:latin typeface="-apple-system"/>
              </a:rPr>
              <a:t>费率</a:t>
            </a:r>
            <a:r>
              <a:rPr lang="en-US" altLang="zh-CN" b="0" i="0" dirty="0">
                <a:solidFill>
                  <a:srgbClr val="191B1F"/>
                </a:solidFill>
                <a:effectLst/>
                <a:latin typeface="-apple-system"/>
              </a:rPr>
              <a:t>=15%</a:t>
            </a:r>
            <a:endParaRPr lang="en-US" altLang="zh-CN" b="0" i="0" dirty="0">
              <a:solidFill>
                <a:srgbClr val="191B1F"/>
              </a:solidFill>
              <a:effectLst/>
              <a:latin typeface="-apple-system"/>
            </a:endParaRPr>
          </a:p>
          <a:p>
            <a:pPr marL="342900" marR="0" lvl="0" indent="-342900" algn="l" defTabSz="914400" rtl="0" eaLnBrk="1" fontAlgn="base" latinLnBrk="0" hangingPunct="1">
              <a:lnSpc>
                <a:spcPct val="105000"/>
              </a:lnSpc>
              <a:spcBef>
                <a:spcPct val="20000"/>
              </a:spcBef>
              <a:spcAft>
                <a:spcPct val="0"/>
              </a:spcAft>
              <a:buClr>
                <a:srgbClr val="800080"/>
              </a:buClr>
              <a:buSzPct val="55000"/>
              <a:buFont typeface="Wingdings" panose="05000000000000000000" pitchFamily="2" charset="2"/>
              <a:buChar char="n"/>
              <a:defRPr/>
            </a:pPr>
            <a:endParaRPr kumimoji="1" lang="zh-CN" altLang="en-US" sz="26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ea"/>
              <a:cs typeface="+mn-ea"/>
              <a:sym typeface="+mn-e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宋体" panose="02010600030101010101" pitchFamily="2" charset="-122"/>
                <a:cs typeface="Times New Roman" panose="02020603050405020304" pitchFamily="18" charset="0"/>
              </a:rPr>
              <a:t>2.1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结构化分析</a:t>
            </a:r>
            <a:endPar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13316"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
        <p:nvSpPr>
          <p:cNvPr id="47106" name="Rectangle 2"/>
          <p:cNvSpPr>
            <a:spLocks noGrp="1" noChangeArrowheads="1"/>
          </p:cNvSpPr>
          <p:nvPr>
            <p:ph idx="1"/>
          </p:nvPr>
        </p:nvSpPr>
        <p:spPr>
          <a:xfrm>
            <a:off x="762000" y="1582420"/>
            <a:ext cx="7584440" cy="4870450"/>
          </a:xfrm>
        </p:spPr>
        <p:txBody>
          <a:bodyPr vert="horz" wrap="square" lIns="91440" tIns="45720" rIns="91440" bIns="45720" numCol="1" anchor="t" anchorCtr="0" compatLnSpc="1">
            <a:normAutofit/>
          </a:bodyPr>
          <a:lstStyle/>
          <a:p>
            <a:pPr marL="0" marR="0" lvl="0" indent="0" algn="l" defTabSz="914400" rtl="0" eaLnBrk="1" fontAlgn="base" latinLnBrk="0" hangingPunct="1">
              <a:lnSpc>
                <a:spcPct val="110000"/>
              </a:lnSpc>
              <a:spcBef>
                <a:spcPct val="20000"/>
              </a:spcBef>
              <a:spcAft>
                <a:spcPct val="0"/>
              </a:spcAft>
              <a:buClr>
                <a:srgbClr val="800080"/>
              </a:buClr>
              <a:buSzPct val="55000"/>
              <a:buFont typeface="Wingdings" panose="05000000000000000000" pitchFamily="2" charset="2"/>
              <a:buNone/>
              <a:defRPr/>
            </a:pPr>
            <a:r>
              <a:rPr lang="zh-CN" altLang="en-US" sz="2800" u="sng" kern="0" noProof="0" dirty="0">
                <a:ln>
                  <a:noFill/>
                </a:ln>
                <a:solidFill>
                  <a:srgbClr val="0070C0"/>
                </a:solidFill>
                <a:effectLst>
                  <a:outerShdw blurRad="38100" dist="38100" dir="2700000" algn="tl">
                    <a:srgbClr val="C0C0C0"/>
                  </a:outerShdw>
                </a:effectLst>
                <a:uLnTx/>
                <a:uFillTx/>
                <a:latin typeface="+mn-ea"/>
                <a:cs typeface="+mn-ea"/>
                <a:sym typeface="+mn-ea"/>
              </a:rPr>
              <a:t>功能建模与</a:t>
            </a:r>
            <a:r>
              <a:rPr lang="zh-CN" altLang="en-US" sz="2800" u="sng" kern="0" noProof="0" dirty="0">
                <a:ln>
                  <a:noFill/>
                </a:ln>
                <a:solidFill>
                  <a:srgbClr val="0070C0"/>
                </a:solidFill>
                <a:effectLst>
                  <a:outerShdw blurRad="38100" dist="38100" dir="2700000" algn="tl">
                    <a:srgbClr val="C0C0C0"/>
                  </a:outerShdw>
                </a:effectLst>
                <a:uLnTx/>
                <a:uFillTx/>
                <a:latin typeface="Times New Roman Regular" panose="02020603050405020304" charset="0"/>
                <a:cs typeface="Times New Roman Regular" panose="02020603050405020304" charset="0"/>
                <a:sym typeface="+mn-ea"/>
              </a:rPr>
              <a:t>数据流</a:t>
            </a:r>
            <a:r>
              <a:rPr lang="zh-CN" altLang="en-US" sz="2800" u="sng" kern="0" noProof="0" dirty="0">
                <a:ln>
                  <a:noFill/>
                </a:ln>
                <a:solidFill>
                  <a:srgbClr val="0070C0"/>
                </a:solidFill>
                <a:effectLst>
                  <a:outerShdw blurRad="38100" dist="38100" dir="2700000" algn="tl">
                    <a:srgbClr val="C0C0C0"/>
                  </a:outerShdw>
                </a:effectLst>
                <a:uLnTx/>
                <a:uFillTx/>
                <a:latin typeface="+mn-ea"/>
                <a:cs typeface="+mn-ea"/>
                <a:sym typeface="+mn-ea"/>
              </a:rPr>
              <a:t>图</a:t>
            </a:r>
            <a:endParaRPr lang="zh-CN" altLang="en-US" sz="2800" kern="0" noProof="0" dirty="0">
              <a:ln>
                <a:noFill/>
              </a:ln>
              <a:effectLst>
                <a:outerShdw blurRad="38100" dist="38100" dir="2700000" algn="tl">
                  <a:srgbClr val="C0C0C0"/>
                </a:outerShdw>
              </a:effectLst>
              <a:uLnTx/>
              <a:uFillTx/>
              <a:latin typeface="+mn-ea"/>
              <a:cs typeface="+mn-ea"/>
              <a:sym typeface="+mn-ea"/>
            </a:endParaRPr>
          </a:p>
          <a:p>
            <a:pPr marL="342900" marR="0" lvl="0" indent="-342900" algn="l" defTabSz="914400" rtl="0" eaLnBrk="1" fontAlgn="base" latinLnBrk="0" hangingPunct="1">
              <a:lnSpc>
                <a:spcPct val="105000"/>
              </a:lnSpc>
              <a:spcBef>
                <a:spcPct val="20000"/>
              </a:spcBef>
              <a:spcAft>
                <a:spcPct val="0"/>
              </a:spcAft>
              <a:buClr>
                <a:srgbClr val="800080"/>
              </a:buClr>
              <a:buSzPct val="55000"/>
              <a:buFont typeface="Wingdings" panose="05000000000000000000" pitchFamily="2" charset="2"/>
              <a:buChar char="n"/>
              <a:defRPr/>
            </a:pPr>
            <a:r>
              <a:rPr kumimoji="1" lang="zh-CN" altLang="en-US" sz="2600" noProof="0" dirty="0">
                <a:ln>
                  <a:noFill/>
                </a:ln>
                <a:solidFill>
                  <a:srgbClr val="2C1A88"/>
                </a:solidFill>
                <a:effectLst>
                  <a:outerShdw blurRad="38100" dist="38100" dir="2700000" algn="tl">
                    <a:srgbClr val="C0C0C0"/>
                  </a:outerShdw>
                </a:effectLst>
                <a:uLnTx/>
                <a:uFillTx/>
                <a:latin typeface="+mn-ea"/>
                <a:cs typeface="+mn-ea"/>
                <a:sym typeface="+mn-ea"/>
              </a:rPr>
              <a:t>数据流的变换则用结构化</a:t>
            </a:r>
            <a:r>
              <a:rPr kumimoji="1" lang="zh-CN" altLang="en-US" sz="2600" dirty="0">
                <a:solidFill>
                  <a:srgbClr val="2C1A88"/>
                </a:solidFill>
                <a:effectLst>
                  <a:outerShdw blurRad="38100" dist="38100" dir="2700000" algn="tl">
                    <a:srgbClr val="C0C0C0"/>
                  </a:outerShdw>
                </a:effectLst>
                <a:latin typeface="+mn-ea"/>
                <a:cs typeface="+mn-ea"/>
                <a:sym typeface="+mn-ea"/>
              </a:rPr>
              <a:t>语言</a:t>
            </a:r>
            <a:r>
              <a:rPr kumimoji="1" lang="zh-CN" altLang="en-US" sz="2600" noProof="0" dirty="0">
                <a:ln>
                  <a:noFill/>
                </a:ln>
                <a:solidFill>
                  <a:srgbClr val="2C1A88"/>
                </a:solidFill>
                <a:effectLst>
                  <a:outerShdw blurRad="38100" dist="38100" dir="2700000" algn="tl">
                    <a:srgbClr val="C0C0C0"/>
                  </a:outerShdw>
                </a:effectLst>
                <a:uLnTx/>
                <a:uFillTx/>
                <a:latin typeface="+mn-ea"/>
                <a:cs typeface="+mn-ea"/>
                <a:sym typeface="+mn-ea"/>
              </a:rPr>
              <a:t>、判定表与判定树来描述。</a:t>
            </a:r>
            <a:endParaRPr kumimoji="1" lang="en-US" altLang="zh-CN" sz="2600" noProof="0" dirty="0">
              <a:ln>
                <a:noFill/>
              </a:ln>
              <a:solidFill>
                <a:srgbClr val="2C1A88"/>
              </a:solidFill>
              <a:effectLst>
                <a:outerShdw blurRad="38100" dist="38100" dir="2700000" algn="tl">
                  <a:srgbClr val="C0C0C0"/>
                </a:outerShdw>
              </a:effectLst>
              <a:uLnTx/>
              <a:uFillTx/>
              <a:latin typeface="+mn-ea"/>
              <a:cs typeface="+mn-ea"/>
              <a:sym typeface="+mn-ea"/>
            </a:endParaRPr>
          </a:p>
          <a:p>
            <a:pPr marL="0" indent="0" algn="l">
              <a:buNone/>
            </a:pPr>
            <a:r>
              <a:rPr lang="en-US" altLang="zh-CN" b="1" i="0" dirty="0">
                <a:solidFill>
                  <a:srgbClr val="191B1F"/>
                </a:solidFill>
                <a:effectLst/>
                <a:latin typeface="-apple-system"/>
              </a:rPr>
              <a:t>2</a:t>
            </a:r>
            <a:r>
              <a:rPr lang="zh-CN" altLang="en-US" b="1" i="0" dirty="0">
                <a:solidFill>
                  <a:srgbClr val="191B1F"/>
                </a:solidFill>
                <a:effectLst/>
                <a:latin typeface="-apple-system"/>
              </a:rPr>
              <a:t>、判断表</a:t>
            </a:r>
            <a:r>
              <a:rPr lang="en-US" altLang="zh-CN" b="1" i="0" dirty="0">
                <a:solidFill>
                  <a:srgbClr val="191B1F"/>
                </a:solidFill>
                <a:effectLst/>
                <a:latin typeface="-apple-system"/>
              </a:rPr>
              <a:t>/</a:t>
            </a:r>
            <a:r>
              <a:rPr lang="zh-CN" altLang="en-US" b="1" i="0" dirty="0">
                <a:solidFill>
                  <a:srgbClr val="191B1F"/>
                </a:solidFill>
                <a:effectLst/>
                <a:latin typeface="-apple-system"/>
              </a:rPr>
              <a:t>决策表</a:t>
            </a:r>
            <a:endParaRPr lang="zh-CN" altLang="en-US" b="1" i="0" dirty="0">
              <a:solidFill>
                <a:srgbClr val="191B1F"/>
              </a:solidFill>
              <a:effectLst/>
              <a:latin typeface="-apple-system"/>
            </a:endParaRPr>
          </a:p>
          <a:p>
            <a:pPr marL="0" indent="0" algn="l">
              <a:buNone/>
            </a:pPr>
            <a:r>
              <a:rPr lang="zh-CN" altLang="en-US" b="1" i="0" dirty="0">
                <a:solidFill>
                  <a:srgbClr val="191B1F"/>
                </a:solidFill>
                <a:effectLst/>
                <a:latin typeface="-apple-system"/>
              </a:rPr>
              <a:t>适用于数据输入和输出逻辑关系比较复杂的处理描述，示例：</a:t>
            </a:r>
            <a:endParaRPr kumimoji="1" lang="zh-CN" altLang="en-US" sz="26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ea"/>
              <a:cs typeface="+mn-ea"/>
              <a:sym typeface="+mn-ea"/>
            </a:endParaRPr>
          </a:p>
        </p:txBody>
      </p:sp>
      <p:pic>
        <p:nvPicPr>
          <p:cNvPr id="4" name="图片 3"/>
          <p:cNvPicPr>
            <a:picLocks noChangeAspect="1"/>
          </p:cNvPicPr>
          <p:nvPr/>
        </p:nvPicPr>
        <p:blipFill>
          <a:blip r:embed="rId1"/>
          <a:stretch>
            <a:fillRect/>
          </a:stretch>
        </p:blipFill>
        <p:spPr>
          <a:xfrm>
            <a:off x="2051720" y="3845284"/>
            <a:ext cx="4320480" cy="286059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宋体" panose="02010600030101010101" pitchFamily="2" charset="-122"/>
                <a:cs typeface="Times New Roman" panose="02020603050405020304" pitchFamily="18" charset="0"/>
              </a:rPr>
              <a:t>2.1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结构化分析</a:t>
            </a:r>
            <a:endPar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13316"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
        <p:nvSpPr>
          <p:cNvPr id="47106" name="Rectangle 2"/>
          <p:cNvSpPr>
            <a:spLocks noGrp="1" noChangeArrowheads="1"/>
          </p:cNvSpPr>
          <p:nvPr>
            <p:ph idx="1"/>
          </p:nvPr>
        </p:nvSpPr>
        <p:spPr>
          <a:xfrm>
            <a:off x="762000" y="1582420"/>
            <a:ext cx="7584440" cy="4870450"/>
          </a:xfrm>
        </p:spPr>
        <p:txBody>
          <a:bodyPr vert="horz" wrap="square" lIns="91440" tIns="45720" rIns="91440" bIns="45720" numCol="1" anchor="t" anchorCtr="0" compatLnSpc="1">
            <a:normAutofit/>
          </a:bodyPr>
          <a:lstStyle/>
          <a:p>
            <a:pPr marL="0" marR="0" lvl="0" indent="0" algn="l" defTabSz="914400" rtl="0" eaLnBrk="1" fontAlgn="base" latinLnBrk="0" hangingPunct="1">
              <a:lnSpc>
                <a:spcPct val="110000"/>
              </a:lnSpc>
              <a:spcBef>
                <a:spcPct val="20000"/>
              </a:spcBef>
              <a:spcAft>
                <a:spcPct val="0"/>
              </a:spcAft>
              <a:buClr>
                <a:srgbClr val="800080"/>
              </a:buClr>
              <a:buSzPct val="55000"/>
              <a:buFont typeface="Wingdings" panose="05000000000000000000" pitchFamily="2" charset="2"/>
              <a:buNone/>
              <a:defRPr/>
            </a:pPr>
            <a:r>
              <a:rPr lang="zh-CN" altLang="en-US" sz="2800" u="sng" kern="0" noProof="0" dirty="0">
                <a:ln>
                  <a:noFill/>
                </a:ln>
                <a:solidFill>
                  <a:srgbClr val="0070C0"/>
                </a:solidFill>
                <a:effectLst>
                  <a:outerShdw blurRad="38100" dist="38100" dir="2700000" algn="tl">
                    <a:srgbClr val="C0C0C0"/>
                  </a:outerShdw>
                </a:effectLst>
                <a:uLnTx/>
                <a:uFillTx/>
                <a:latin typeface="+mn-ea"/>
                <a:cs typeface="+mn-ea"/>
                <a:sym typeface="+mn-ea"/>
              </a:rPr>
              <a:t>功能建模与</a:t>
            </a:r>
            <a:r>
              <a:rPr lang="zh-CN" altLang="en-US" sz="2800" u="sng" kern="0" noProof="0" dirty="0">
                <a:ln>
                  <a:noFill/>
                </a:ln>
                <a:solidFill>
                  <a:srgbClr val="0070C0"/>
                </a:solidFill>
                <a:effectLst>
                  <a:outerShdw blurRad="38100" dist="38100" dir="2700000" algn="tl">
                    <a:srgbClr val="C0C0C0"/>
                  </a:outerShdw>
                </a:effectLst>
                <a:uLnTx/>
                <a:uFillTx/>
                <a:latin typeface="Times New Roman Regular" panose="02020603050405020304" charset="0"/>
                <a:cs typeface="Times New Roman Regular" panose="02020603050405020304" charset="0"/>
                <a:sym typeface="+mn-ea"/>
              </a:rPr>
              <a:t>数据流</a:t>
            </a:r>
            <a:r>
              <a:rPr lang="zh-CN" altLang="en-US" sz="2800" u="sng" kern="0" noProof="0" dirty="0">
                <a:ln>
                  <a:noFill/>
                </a:ln>
                <a:solidFill>
                  <a:srgbClr val="0070C0"/>
                </a:solidFill>
                <a:effectLst>
                  <a:outerShdw blurRad="38100" dist="38100" dir="2700000" algn="tl">
                    <a:srgbClr val="C0C0C0"/>
                  </a:outerShdw>
                </a:effectLst>
                <a:uLnTx/>
                <a:uFillTx/>
                <a:latin typeface="+mn-ea"/>
                <a:cs typeface="+mn-ea"/>
                <a:sym typeface="+mn-ea"/>
              </a:rPr>
              <a:t>图</a:t>
            </a:r>
            <a:endParaRPr lang="zh-CN" altLang="en-US" sz="2800" kern="0" noProof="0" dirty="0">
              <a:ln>
                <a:noFill/>
              </a:ln>
              <a:effectLst>
                <a:outerShdw blurRad="38100" dist="38100" dir="2700000" algn="tl">
                  <a:srgbClr val="C0C0C0"/>
                </a:outerShdw>
              </a:effectLst>
              <a:uLnTx/>
              <a:uFillTx/>
              <a:latin typeface="+mn-ea"/>
              <a:cs typeface="+mn-ea"/>
              <a:sym typeface="+mn-ea"/>
            </a:endParaRPr>
          </a:p>
          <a:p>
            <a:pPr marL="342900" marR="0" lvl="0" indent="-342900" algn="l" defTabSz="914400" rtl="0" eaLnBrk="1" fontAlgn="base" latinLnBrk="0" hangingPunct="1">
              <a:lnSpc>
                <a:spcPct val="105000"/>
              </a:lnSpc>
              <a:spcBef>
                <a:spcPct val="20000"/>
              </a:spcBef>
              <a:spcAft>
                <a:spcPct val="0"/>
              </a:spcAft>
              <a:buClr>
                <a:srgbClr val="800080"/>
              </a:buClr>
              <a:buSzPct val="55000"/>
              <a:buFont typeface="Wingdings" panose="05000000000000000000" pitchFamily="2" charset="2"/>
              <a:buChar char="n"/>
              <a:defRPr/>
            </a:pPr>
            <a:r>
              <a:rPr kumimoji="1" lang="zh-CN" altLang="en-US" sz="2600" noProof="0" dirty="0">
                <a:ln>
                  <a:noFill/>
                </a:ln>
                <a:solidFill>
                  <a:srgbClr val="2C1A88"/>
                </a:solidFill>
                <a:effectLst>
                  <a:outerShdw blurRad="38100" dist="38100" dir="2700000" algn="tl">
                    <a:srgbClr val="C0C0C0"/>
                  </a:outerShdw>
                </a:effectLst>
                <a:uLnTx/>
                <a:uFillTx/>
                <a:latin typeface="+mn-ea"/>
                <a:cs typeface="+mn-ea"/>
                <a:sym typeface="+mn-ea"/>
              </a:rPr>
              <a:t>数据流的变换则用结构化</a:t>
            </a:r>
            <a:r>
              <a:rPr kumimoji="1" lang="zh-CN" altLang="en-US" sz="2600" dirty="0">
                <a:solidFill>
                  <a:srgbClr val="2C1A88"/>
                </a:solidFill>
                <a:effectLst>
                  <a:outerShdw blurRad="38100" dist="38100" dir="2700000" algn="tl">
                    <a:srgbClr val="C0C0C0"/>
                  </a:outerShdw>
                </a:effectLst>
                <a:latin typeface="+mn-ea"/>
                <a:cs typeface="+mn-ea"/>
                <a:sym typeface="+mn-ea"/>
              </a:rPr>
              <a:t>语言</a:t>
            </a:r>
            <a:r>
              <a:rPr kumimoji="1" lang="zh-CN" altLang="en-US" sz="2600" noProof="0" dirty="0">
                <a:ln>
                  <a:noFill/>
                </a:ln>
                <a:solidFill>
                  <a:srgbClr val="2C1A88"/>
                </a:solidFill>
                <a:effectLst>
                  <a:outerShdw blurRad="38100" dist="38100" dir="2700000" algn="tl">
                    <a:srgbClr val="C0C0C0"/>
                  </a:outerShdw>
                </a:effectLst>
                <a:uLnTx/>
                <a:uFillTx/>
                <a:latin typeface="+mn-ea"/>
                <a:cs typeface="+mn-ea"/>
                <a:sym typeface="+mn-ea"/>
              </a:rPr>
              <a:t>、判定表与判定树来描述。</a:t>
            </a:r>
            <a:endParaRPr kumimoji="1" lang="en-US" altLang="zh-CN" sz="2600" noProof="0" dirty="0">
              <a:ln>
                <a:noFill/>
              </a:ln>
              <a:solidFill>
                <a:srgbClr val="2C1A88"/>
              </a:solidFill>
              <a:effectLst>
                <a:outerShdw blurRad="38100" dist="38100" dir="2700000" algn="tl">
                  <a:srgbClr val="C0C0C0"/>
                </a:outerShdw>
              </a:effectLst>
              <a:uLnTx/>
              <a:uFillTx/>
              <a:latin typeface="+mn-ea"/>
              <a:cs typeface="+mn-ea"/>
              <a:sym typeface="+mn-ea"/>
            </a:endParaRPr>
          </a:p>
          <a:p>
            <a:pPr marL="0" indent="0" algn="l">
              <a:buNone/>
            </a:pPr>
            <a:r>
              <a:rPr lang="en-US" altLang="zh-CN" b="1" i="0" dirty="0">
                <a:solidFill>
                  <a:srgbClr val="191B1F"/>
                </a:solidFill>
                <a:effectLst/>
                <a:latin typeface="-apple-system"/>
              </a:rPr>
              <a:t>3</a:t>
            </a:r>
            <a:r>
              <a:rPr lang="zh-CN" altLang="en-US" b="1" i="0" dirty="0">
                <a:solidFill>
                  <a:srgbClr val="191B1F"/>
                </a:solidFill>
                <a:effectLst/>
                <a:latin typeface="-apple-system"/>
              </a:rPr>
              <a:t>、判定数</a:t>
            </a:r>
            <a:r>
              <a:rPr lang="en-US" altLang="zh-CN" b="1" i="0" dirty="0">
                <a:solidFill>
                  <a:srgbClr val="191B1F"/>
                </a:solidFill>
                <a:effectLst/>
                <a:latin typeface="-apple-system"/>
              </a:rPr>
              <a:t>/</a:t>
            </a:r>
            <a:r>
              <a:rPr lang="zh-CN" altLang="en-US" b="1" i="0" dirty="0">
                <a:solidFill>
                  <a:srgbClr val="191B1F"/>
                </a:solidFill>
                <a:effectLst/>
                <a:latin typeface="-apple-system"/>
              </a:rPr>
              <a:t>决策树</a:t>
            </a:r>
            <a:endParaRPr lang="zh-CN" altLang="en-US" b="1" i="0" dirty="0">
              <a:solidFill>
                <a:srgbClr val="191B1F"/>
              </a:solidFill>
              <a:effectLst/>
              <a:latin typeface="-apple-system"/>
            </a:endParaRPr>
          </a:p>
          <a:p>
            <a:pPr marL="0" indent="0" algn="l">
              <a:buNone/>
            </a:pPr>
            <a:r>
              <a:rPr lang="zh-CN" altLang="en-US" b="1" i="0" dirty="0">
                <a:solidFill>
                  <a:srgbClr val="191B1F"/>
                </a:solidFill>
                <a:effectLst/>
                <a:latin typeface="-apple-system"/>
              </a:rPr>
              <a:t>适用于数据输入和输出逻辑关系比较复杂的处理描述</a:t>
            </a:r>
            <a:endParaRPr kumimoji="1" lang="zh-CN" altLang="en-US" sz="26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ea"/>
              <a:cs typeface="+mn-ea"/>
              <a:sym typeface="+mn-ea"/>
            </a:endParaRPr>
          </a:p>
        </p:txBody>
      </p:sp>
      <p:pic>
        <p:nvPicPr>
          <p:cNvPr id="5" name="图片 4"/>
          <p:cNvPicPr>
            <a:picLocks noChangeAspect="1"/>
          </p:cNvPicPr>
          <p:nvPr/>
        </p:nvPicPr>
        <p:blipFill>
          <a:blip r:embed="rId1"/>
          <a:stretch>
            <a:fillRect/>
          </a:stretch>
        </p:blipFill>
        <p:spPr>
          <a:xfrm>
            <a:off x="1125191" y="4005064"/>
            <a:ext cx="6615161" cy="270512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宋体" panose="02010600030101010101" pitchFamily="2" charset="-122"/>
                <a:cs typeface="Times New Roman" panose="02020603050405020304" pitchFamily="18" charset="0"/>
              </a:rPr>
              <a:t>2.1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结构化分析</a:t>
            </a:r>
            <a:endPar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13316"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
        <p:nvSpPr>
          <p:cNvPr id="48134" name="Oval 3"/>
          <p:cNvSpPr/>
          <p:nvPr/>
        </p:nvSpPr>
        <p:spPr>
          <a:xfrm>
            <a:off x="1755775" y="2716530"/>
            <a:ext cx="700088" cy="698500"/>
          </a:xfrm>
          <a:prstGeom prst="ellipse">
            <a:avLst/>
          </a:prstGeom>
          <a:noFill/>
          <a:ln w="2857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endParaRPr lang="zh-CN" altLang="en-US" sz="1800" dirty="0">
              <a:solidFill>
                <a:schemeClr val="tx1"/>
              </a:solidFill>
            </a:endParaRPr>
          </a:p>
        </p:txBody>
      </p:sp>
      <p:sp>
        <p:nvSpPr>
          <p:cNvPr id="55300" name="Text Box 4"/>
          <p:cNvSpPr txBox="1">
            <a:spLocks noChangeArrowheads="1"/>
          </p:cNvSpPr>
          <p:nvPr/>
        </p:nvSpPr>
        <p:spPr bwMode="auto">
          <a:xfrm>
            <a:off x="2962275" y="2787968"/>
            <a:ext cx="3368675"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r>
              <a:rPr kumimoji="1" lang="zh-CN" altLang="en-US" sz="28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cs typeface="+mn-cs"/>
              </a:rPr>
              <a:t>数据加工 </a:t>
            </a:r>
            <a:r>
              <a:rPr kumimoji="1" lang="en-US" altLang="zh-CN" sz="28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cs typeface="+mn-cs"/>
              </a:rPr>
              <a:t>(</a:t>
            </a:r>
            <a:r>
              <a:rPr kumimoji="1" lang="zh-CN" altLang="en-US" sz="28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cs typeface="+mn-cs"/>
              </a:rPr>
              <a:t>数据变换</a:t>
            </a:r>
            <a:r>
              <a:rPr kumimoji="1" lang="en-US" altLang="zh-CN" sz="28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cs typeface="+mn-cs"/>
              </a:rPr>
              <a:t>)</a:t>
            </a:r>
            <a:endParaRPr kumimoji="1" lang="en-US" altLang="zh-CN" sz="28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8136" name="Rectangle 5"/>
          <p:cNvSpPr/>
          <p:nvPr/>
        </p:nvSpPr>
        <p:spPr>
          <a:xfrm>
            <a:off x="1762760" y="3680460"/>
            <a:ext cx="674370" cy="579755"/>
          </a:xfrm>
          <a:prstGeom prst="rect">
            <a:avLst/>
          </a:prstGeom>
          <a:noFill/>
          <a:ln w="2857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endParaRPr lang="zh-CN" altLang="en-US" sz="1800" dirty="0">
              <a:solidFill>
                <a:schemeClr val="tx1"/>
              </a:solidFill>
            </a:endParaRPr>
          </a:p>
        </p:txBody>
      </p:sp>
      <p:sp>
        <p:nvSpPr>
          <p:cNvPr id="55302" name="Text Box 6"/>
          <p:cNvSpPr txBox="1">
            <a:spLocks noChangeArrowheads="1"/>
          </p:cNvSpPr>
          <p:nvPr/>
        </p:nvSpPr>
        <p:spPr bwMode="auto">
          <a:xfrm>
            <a:off x="2960688" y="3640455"/>
            <a:ext cx="4440238"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r>
              <a:rPr kumimoji="1" lang="zh-CN" altLang="en-US" sz="28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cs typeface="+mn-cs"/>
              </a:rPr>
              <a:t>数据源或数据潭 </a:t>
            </a:r>
            <a:r>
              <a:rPr kumimoji="1" lang="en-US" altLang="zh-CN" sz="28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cs typeface="+mn-cs"/>
              </a:rPr>
              <a:t>(</a:t>
            </a:r>
            <a:r>
              <a:rPr kumimoji="1" lang="zh-CN" altLang="en-US" sz="28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cs typeface="+mn-cs"/>
              </a:rPr>
              <a:t>外部实体</a:t>
            </a:r>
            <a:r>
              <a:rPr kumimoji="1" lang="en-US" altLang="zh-CN" sz="28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cs typeface="+mn-cs"/>
              </a:rPr>
              <a:t>)</a:t>
            </a:r>
            <a:endParaRPr kumimoji="1" lang="en-US" altLang="zh-CN" sz="28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8138" name="Line 7"/>
          <p:cNvSpPr/>
          <p:nvPr/>
        </p:nvSpPr>
        <p:spPr>
          <a:xfrm>
            <a:off x="1716088" y="4707255"/>
            <a:ext cx="914400" cy="0"/>
          </a:xfrm>
          <a:prstGeom prst="line">
            <a:avLst/>
          </a:prstGeom>
          <a:ln w="28575" cap="flat" cmpd="sng">
            <a:solidFill>
              <a:schemeClr val="tx1"/>
            </a:solidFill>
            <a:prstDash val="solid"/>
            <a:headEnd type="none" w="med" len="med"/>
            <a:tailEnd type="triangle" w="sm" len="lg"/>
          </a:ln>
        </p:spPr>
      </p:sp>
      <p:sp>
        <p:nvSpPr>
          <p:cNvPr id="55304" name="Text Box 8"/>
          <p:cNvSpPr txBox="1">
            <a:spLocks noChangeArrowheads="1"/>
          </p:cNvSpPr>
          <p:nvPr/>
        </p:nvSpPr>
        <p:spPr bwMode="auto">
          <a:xfrm>
            <a:off x="2976563" y="4418330"/>
            <a:ext cx="1255713"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r>
              <a:rPr kumimoji="1" lang="zh-CN" altLang="en-US" sz="28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cs typeface="+mn-cs"/>
              </a:rPr>
              <a:t>数据流</a:t>
            </a:r>
            <a:endParaRPr kumimoji="1"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8140" name="Line 9"/>
          <p:cNvSpPr/>
          <p:nvPr/>
        </p:nvSpPr>
        <p:spPr>
          <a:xfrm>
            <a:off x="1676400" y="5457825"/>
            <a:ext cx="914400" cy="0"/>
          </a:xfrm>
          <a:prstGeom prst="line">
            <a:avLst/>
          </a:prstGeom>
          <a:ln w="28575" cap="flat" cmpd="sng">
            <a:solidFill>
              <a:schemeClr val="tx1"/>
            </a:solidFill>
            <a:prstDash val="solid"/>
            <a:headEnd type="none" w="med" len="med"/>
            <a:tailEnd type="none" w="med" len="med"/>
          </a:ln>
        </p:spPr>
      </p:sp>
      <p:sp>
        <p:nvSpPr>
          <p:cNvPr id="48141" name="Line 10"/>
          <p:cNvSpPr/>
          <p:nvPr/>
        </p:nvSpPr>
        <p:spPr>
          <a:xfrm>
            <a:off x="1676400" y="5605780"/>
            <a:ext cx="914400" cy="0"/>
          </a:xfrm>
          <a:prstGeom prst="line">
            <a:avLst/>
          </a:prstGeom>
          <a:ln w="28575" cap="flat" cmpd="sng">
            <a:solidFill>
              <a:schemeClr val="tx1"/>
            </a:solidFill>
            <a:prstDash val="solid"/>
            <a:headEnd type="none" w="med" len="med"/>
            <a:tailEnd type="none" w="med" len="med"/>
          </a:ln>
        </p:spPr>
      </p:sp>
      <p:sp>
        <p:nvSpPr>
          <p:cNvPr id="55307" name="Text Box 11"/>
          <p:cNvSpPr txBox="1">
            <a:spLocks noChangeArrowheads="1"/>
          </p:cNvSpPr>
          <p:nvPr/>
        </p:nvSpPr>
        <p:spPr bwMode="auto">
          <a:xfrm>
            <a:off x="2976563" y="5205730"/>
            <a:ext cx="2327275"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r>
              <a:rPr kumimoji="1" lang="zh-CN" altLang="en-US" sz="28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cs typeface="+mn-cs"/>
              </a:rPr>
              <a:t>数据存储文件</a:t>
            </a:r>
            <a:endParaRPr kumimoji="1"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5298" name="Rectangle 2"/>
          <p:cNvSpPr>
            <a:spLocks noChangeArrowheads="1"/>
          </p:cNvSpPr>
          <p:nvPr/>
        </p:nvSpPr>
        <p:spPr bwMode="auto">
          <a:xfrm>
            <a:off x="735965" y="1610043"/>
            <a:ext cx="7772400" cy="646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p>
            <a:pPr marL="231775" marR="0" lvl="0" indent="-231775"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Char char="§"/>
              <a:defRPr/>
            </a:pPr>
            <a:r>
              <a:rPr kumimoji="1" lang="zh-CN" altLang="en-US" sz="2800" b="1" i="0" u="none" strike="noStrike" kern="1200" cap="none" spc="0" normalizeH="0" baseline="0" noProof="0">
                <a:ln>
                  <a:noFill/>
                </a:ln>
                <a:solidFill>
                  <a:srgbClr val="CC0000"/>
                </a:solidFill>
                <a:effectLst>
                  <a:outerShdw blurRad="38100" dist="38100" dir="2700000" algn="tl">
                    <a:srgbClr val="C0C0C0"/>
                  </a:outerShdw>
                </a:effectLst>
                <a:uLnTx/>
                <a:uFillTx/>
                <a:latin typeface="Times New Roman" panose="02020603050405020304" pitchFamily="18" charset="0"/>
                <a:ea typeface="仿宋_GB2312" pitchFamily="49" charset="-122"/>
                <a:cs typeface="+mn-cs"/>
              </a:rPr>
              <a:t>数据流图中的主要图形元素</a:t>
            </a:r>
            <a:endParaRPr kumimoji="1" lang="zh-CN" altLang="en-US" sz="28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cs typeface="+mn-cs"/>
            </a:endParaRPr>
          </a:p>
        </p:txBody>
      </p:sp>
      <p:sp>
        <p:nvSpPr>
          <p:cNvPr id="4" name="Line 10"/>
          <p:cNvSpPr/>
          <p:nvPr/>
        </p:nvSpPr>
        <p:spPr>
          <a:xfrm>
            <a:off x="5534660" y="5302250"/>
            <a:ext cx="914400" cy="0"/>
          </a:xfrm>
          <a:prstGeom prst="line">
            <a:avLst/>
          </a:prstGeom>
          <a:ln w="28575" cap="flat" cmpd="sng">
            <a:solidFill>
              <a:schemeClr val="tx1"/>
            </a:solidFill>
            <a:prstDash val="solid"/>
            <a:headEnd type="none" w="med" len="med"/>
            <a:tailEnd type="none" w="med" len="med"/>
          </a:ln>
        </p:spPr>
      </p:sp>
      <p:sp>
        <p:nvSpPr>
          <p:cNvPr id="5" name="Line 10"/>
          <p:cNvSpPr/>
          <p:nvPr/>
        </p:nvSpPr>
        <p:spPr>
          <a:xfrm>
            <a:off x="5534660" y="5661660"/>
            <a:ext cx="914400" cy="0"/>
          </a:xfrm>
          <a:prstGeom prst="line">
            <a:avLst/>
          </a:prstGeom>
          <a:ln w="28575" cap="flat" cmpd="sng">
            <a:solidFill>
              <a:schemeClr val="tx1"/>
            </a:solidFill>
            <a:prstDash val="solid"/>
            <a:headEnd type="none" w="med" len="med"/>
            <a:tailEnd type="none" w="med" len="med"/>
          </a:ln>
        </p:spPr>
      </p:sp>
      <p:sp>
        <p:nvSpPr>
          <p:cNvPr id="6" name="Line 10"/>
          <p:cNvSpPr/>
          <p:nvPr/>
        </p:nvSpPr>
        <p:spPr>
          <a:xfrm rot="5400000">
            <a:off x="5373370" y="5474970"/>
            <a:ext cx="374650" cy="635"/>
          </a:xfrm>
          <a:prstGeom prst="line">
            <a:avLst/>
          </a:prstGeom>
          <a:ln w="28575" cap="flat" cmpd="sng">
            <a:solidFill>
              <a:schemeClr val="tx1"/>
            </a:solidFill>
            <a:prstDash val="solid"/>
            <a:headEnd type="none" w="med" len="med"/>
            <a:tailEnd type="none" w="med" len="med"/>
          </a:ln>
        </p:spPr>
      </p:sp>
      <p:sp>
        <p:nvSpPr>
          <p:cNvPr id="7" name="Line 10"/>
          <p:cNvSpPr/>
          <p:nvPr/>
        </p:nvSpPr>
        <p:spPr>
          <a:xfrm rot="5400000">
            <a:off x="5515610" y="5474335"/>
            <a:ext cx="344170" cy="635"/>
          </a:xfrm>
          <a:prstGeom prst="line">
            <a:avLst/>
          </a:prstGeom>
          <a:ln w="28575" cap="flat" cmpd="sng">
            <a:solidFill>
              <a:schemeClr val="tx1"/>
            </a:solidFill>
            <a:prstDash val="solid"/>
            <a:headEnd type="none" w="med" len="med"/>
            <a:tailEnd type="none" w="med" len="med"/>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宋体" panose="02010600030101010101" pitchFamily="2" charset="-122"/>
                <a:cs typeface="Times New Roman" panose="02020603050405020304" pitchFamily="18" charset="0"/>
              </a:rPr>
              <a:t>2.1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结构化分析</a:t>
            </a:r>
            <a:endPar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13316"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grpSp>
        <p:nvGrpSpPr>
          <p:cNvPr id="4" name="组合 3"/>
          <p:cNvGrpSpPr/>
          <p:nvPr/>
        </p:nvGrpSpPr>
        <p:grpSpPr>
          <a:xfrm>
            <a:off x="395605" y="2061845"/>
            <a:ext cx="4523607" cy="2187088"/>
            <a:chOff x="719" y="4278"/>
            <a:chExt cx="9016" cy="4794"/>
          </a:xfrm>
        </p:grpSpPr>
        <p:sp>
          <p:nvSpPr>
            <p:cNvPr id="48134" name="Oval 3"/>
            <p:cNvSpPr/>
            <p:nvPr/>
          </p:nvSpPr>
          <p:spPr>
            <a:xfrm>
              <a:off x="844" y="4278"/>
              <a:ext cx="1103" cy="1100"/>
            </a:xfrm>
            <a:prstGeom prst="ellipse">
              <a:avLst/>
            </a:prstGeom>
            <a:noFill/>
            <a:ln w="2857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endParaRPr lang="zh-CN" altLang="en-US" sz="1400" dirty="0">
                <a:solidFill>
                  <a:schemeClr val="tx1"/>
                </a:solidFill>
              </a:endParaRPr>
            </a:p>
          </p:txBody>
        </p:sp>
        <p:sp>
          <p:nvSpPr>
            <p:cNvPr id="55300" name="Text Box 4"/>
            <p:cNvSpPr txBox="1">
              <a:spLocks noChangeArrowheads="1"/>
            </p:cNvSpPr>
            <p:nvPr/>
          </p:nvSpPr>
          <p:spPr bwMode="auto">
            <a:xfrm>
              <a:off x="2744" y="4391"/>
              <a:ext cx="5305" cy="87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r>
                <a:rPr kumimoji="1" lang="zh-CN" altLang="en-US" sz="20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cs typeface="+mn-cs"/>
                </a:rPr>
                <a:t>数据加工 </a:t>
              </a:r>
              <a:r>
                <a:rPr kumimoji="1" lang="en-US" altLang="zh-CN" sz="20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cs typeface="+mn-cs"/>
                </a:rPr>
                <a:t>(</a:t>
              </a:r>
              <a:r>
                <a:rPr kumimoji="1" lang="zh-CN" altLang="en-US" sz="20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cs typeface="+mn-cs"/>
                </a:rPr>
                <a:t>数据变换</a:t>
              </a:r>
              <a:r>
                <a:rPr kumimoji="1" lang="en-US" altLang="zh-CN" sz="20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cs typeface="+mn-cs"/>
                </a:rPr>
                <a:t>)</a:t>
              </a:r>
              <a:endParaRPr kumimoji="1" lang="en-US" altLang="zh-CN" sz="20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cs typeface="+mn-cs"/>
              </a:endParaRPr>
            </a:p>
          </p:txBody>
        </p:sp>
        <p:sp>
          <p:nvSpPr>
            <p:cNvPr id="48136" name="Rectangle 5"/>
            <p:cNvSpPr/>
            <p:nvPr/>
          </p:nvSpPr>
          <p:spPr>
            <a:xfrm>
              <a:off x="855" y="5796"/>
              <a:ext cx="1062" cy="913"/>
            </a:xfrm>
            <a:prstGeom prst="rect">
              <a:avLst/>
            </a:prstGeom>
            <a:noFill/>
            <a:ln w="2857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endParaRPr lang="zh-CN" altLang="en-US" sz="1400" dirty="0">
                <a:solidFill>
                  <a:schemeClr val="tx1"/>
                </a:solidFill>
              </a:endParaRPr>
            </a:p>
          </p:txBody>
        </p:sp>
        <p:sp>
          <p:nvSpPr>
            <p:cNvPr id="55302" name="Text Box 6"/>
            <p:cNvSpPr txBox="1">
              <a:spLocks noChangeArrowheads="1"/>
            </p:cNvSpPr>
            <p:nvPr/>
          </p:nvSpPr>
          <p:spPr bwMode="auto">
            <a:xfrm>
              <a:off x="2742" y="5733"/>
              <a:ext cx="6993" cy="87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r>
                <a:rPr kumimoji="1" lang="zh-CN" altLang="en-US" sz="20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cs typeface="+mn-cs"/>
                </a:rPr>
                <a:t>数据源或数据潭 </a:t>
              </a:r>
              <a:r>
                <a:rPr kumimoji="1" lang="en-US" altLang="zh-CN" sz="20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cs typeface="+mn-cs"/>
                </a:rPr>
                <a:t>(</a:t>
              </a:r>
              <a:r>
                <a:rPr kumimoji="1" lang="zh-CN" altLang="en-US" sz="20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cs typeface="+mn-cs"/>
                </a:rPr>
                <a:t>外部实体</a:t>
              </a:r>
              <a:r>
                <a:rPr kumimoji="1" lang="en-US" altLang="zh-CN" sz="20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cs typeface="+mn-cs"/>
                </a:rPr>
                <a:t>)</a:t>
              </a:r>
              <a:endParaRPr kumimoji="1" lang="en-US" altLang="zh-CN" sz="20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cs typeface="+mn-cs"/>
              </a:endParaRPr>
            </a:p>
          </p:txBody>
        </p:sp>
        <p:sp>
          <p:nvSpPr>
            <p:cNvPr id="48138" name="Line 7"/>
            <p:cNvSpPr/>
            <p:nvPr/>
          </p:nvSpPr>
          <p:spPr>
            <a:xfrm>
              <a:off x="782" y="7413"/>
              <a:ext cx="1440" cy="0"/>
            </a:xfrm>
            <a:prstGeom prst="line">
              <a:avLst/>
            </a:prstGeom>
            <a:ln w="28575" cap="flat" cmpd="sng">
              <a:solidFill>
                <a:schemeClr val="tx1"/>
              </a:solidFill>
              <a:prstDash val="solid"/>
              <a:headEnd type="none" w="med" len="med"/>
              <a:tailEnd type="triangle" w="sm" len="lg"/>
            </a:ln>
          </p:spPr>
        </p:sp>
        <p:sp>
          <p:nvSpPr>
            <p:cNvPr id="55304" name="Text Box 8"/>
            <p:cNvSpPr txBox="1">
              <a:spLocks noChangeArrowheads="1"/>
            </p:cNvSpPr>
            <p:nvPr/>
          </p:nvSpPr>
          <p:spPr bwMode="auto">
            <a:xfrm>
              <a:off x="2767" y="6958"/>
              <a:ext cx="1978" cy="87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r>
                <a:rPr kumimoji="1" lang="zh-CN" altLang="en-US" sz="20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cs typeface="+mn-cs"/>
                </a:rPr>
                <a:t>数据流</a:t>
              </a:r>
              <a:endParaRPr kumimoji="1" lang="zh-CN" altLang="en-US" sz="20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cs typeface="+mn-cs"/>
              </a:endParaRPr>
            </a:p>
          </p:txBody>
        </p:sp>
        <p:sp>
          <p:nvSpPr>
            <p:cNvPr id="48140" name="Line 9"/>
            <p:cNvSpPr/>
            <p:nvPr/>
          </p:nvSpPr>
          <p:spPr>
            <a:xfrm>
              <a:off x="719" y="8595"/>
              <a:ext cx="1440" cy="0"/>
            </a:xfrm>
            <a:prstGeom prst="line">
              <a:avLst/>
            </a:prstGeom>
            <a:ln w="28575" cap="flat" cmpd="sng">
              <a:solidFill>
                <a:schemeClr val="tx1"/>
              </a:solidFill>
              <a:prstDash val="solid"/>
              <a:headEnd type="none" w="med" len="med"/>
              <a:tailEnd type="none" w="med" len="med"/>
            </a:ln>
          </p:spPr>
        </p:sp>
        <p:sp>
          <p:nvSpPr>
            <p:cNvPr id="48141" name="Line 10"/>
            <p:cNvSpPr/>
            <p:nvPr/>
          </p:nvSpPr>
          <p:spPr>
            <a:xfrm>
              <a:off x="719" y="8828"/>
              <a:ext cx="1440" cy="0"/>
            </a:xfrm>
            <a:prstGeom prst="line">
              <a:avLst/>
            </a:prstGeom>
            <a:ln w="28575" cap="flat" cmpd="sng">
              <a:solidFill>
                <a:schemeClr val="tx1"/>
              </a:solidFill>
              <a:prstDash val="solid"/>
              <a:headEnd type="none" w="med" len="med"/>
              <a:tailEnd type="none" w="med" len="med"/>
            </a:ln>
          </p:spPr>
        </p:sp>
        <p:sp>
          <p:nvSpPr>
            <p:cNvPr id="55307" name="Text Box 11"/>
            <p:cNvSpPr txBox="1">
              <a:spLocks noChangeArrowheads="1"/>
            </p:cNvSpPr>
            <p:nvPr/>
          </p:nvSpPr>
          <p:spPr bwMode="auto">
            <a:xfrm>
              <a:off x="2767" y="8198"/>
              <a:ext cx="3665" cy="87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r>
                <a:rPr kumimoji="1" lang="zh-CN" altLang="en-US" sz="20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cs typeface="+mn-cs"/>
                </a:rPr>
                <a:t>数据存储文件</a:t>
              </a:r>
              <a:endParaRPr kumimoji="1" lang="zh-CN" altLang="en-US" sz="20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cs typeface="+mn-cs"/>
              </a:endParaRPr>
            </a:p>
          </p:txBody>
        </p:sp>
        <p:sp>
          <p:nvSpPr>
            <p:cNvPr id="3" name="五角星 2"/>
            <p:cNvSpPr/>
            <p:nvPr/>
          </p:nvSpPr>
          <p:spPr>
            <a:xfrm>
              <a:off x="8341" y="4493"/>
              <a:ext cx="680" cy="567"/>
            </a:xfrm>
            <a:prstGeom prst="star5">
              <a:avLst/>
            </a:prstGeom>
            <a:solidFill>
              <a:srgbClr val="C00000"/>
            </a:solidFill>
            <a:ln>
              <a:solidFill>
                <a:srgbClr val="C0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2000"/>
            </a:p>
          </p:txBody>
        </p:sp>
      </p:grpSp>
      <p:sp>
        <p:nvSpPr>
          <p:cNvPr id="5" name="文本框 4"/>
          <p:cNvSpPr txBox="1"/>
          <p:nvPr/>
        </p:nvSpPr>
        <p:spPr>
          <a:xfrm>
            <a:off x="5076190" y="1846580"/>
            <a:ext cx="3583305" cy="3302635"/>
          </a:xfrm>
          <a:prstGeom prst="rect">
            <a:avLst/>
          </a:prstGeom>
          <a:noFill/>
        </p:spPr>
        <p:txBody>
          <a:bodyPr wrap="square" rtlCol="0">
            <a:noAutofit/>
          </a:bodyPr>
          <a:lstStyle/>
          <a:p>
            <a:r>
              <a:rPr lang="zh-CN" altLang="en-US" b="1">
                <a:solidFill>
                  <a:srgbClr val="0070C0"/>
                </a:solidFill>
              </a:rPr>
              <a:t>数据加工</a:t>
            </a:r>
            <a:r>
              <a:rPr lang="zh-CN" altLang="en-US">
                <a:solidFill>
                  <a:srgbClr val="0070C0"/>
                </a:solidFill>
              </a:rPr>
              <a:t>，将数据源或上级数据加工传来的数据流进行变换，得到新的数据流，再转发给下级数据加工或外部实体，重要的数据可进行存储。</a:t>
            </a:r>
            <a:endParaRPr lang="zh-CN" altLang="en-US">
              <a:solidFill>
                <a:srgbClr val="0070C0"/>
              </a:solidFill>
            </a:endParaRPr>
          </a:p>
        </p:txBody>
      </p:sp>
      <p:sp>
        <p:nvSpPr>
          <p:cNvPr id="6" name="文本框 5"/>
          <p:cNvSpPr txBox="1"/>
          <p:nvPr/>
        </p:nvSpPr>
        <p:spPr>
          <a:xfrm>
            <a:off x="570230" y="5230495"/>
            <a:ext cx="7498080" cy="953135"/>
          </a:xfrm>
          <a:prstGeom prst="rect">
            <a:avLst/>
          </a:prstGeom>
          <a:noFill/>
        </p:spPr>
        <p:txBody>
          <a:bodyPr wrap="square" rtlCol="0">
            <a:spAutoFit/>
          </a:bodyPr>
          <a:lstStyle/>
          <a:p>
            <a:r>
              <a:rPr lang="zh-CN" altLang="en-US" b="1">
                <a:solidFill>
                  <a:srgbClr val="C00000"/>
                </a:solidFill>
              </a:rPr>
              <a:t>每个数据加工至少应该有</a:t>
            </a:r>
            <a:r>
              <a:rPr lang="en-US" altLang="zh-CN" b="1">
                <a:solidFill>
                  <a:srgbClr val="C00000"/>
                </a:solidFill>
              </a:rPr>
              <a:t>1</a:t>
            </a:r>
            <a:r>
              <a:rPr lang="zh-CN" altLang="en-US" b="1">
                <a:solidFill>
                  <a:srgbClr val="C00000"/>
                </a:solidFill>
              </a:rPr>
              <a:t>个输入数据流和</a:t>
            </a:r>
            <a:r>
              <a:rPr lang="en-US" altLang="zh-CN" b="1">
                <a:solidFill>
                  <a:srgbClr val="C00000"/>
                </a:solidFill>
              </a:rPr>
              <a:t>1</a:t>
            </a:r>
            <a:r>
              <a:rPr lang="zh-CN" altLang="en-US" b="1">
                <a:solidFill>
                  <a:srgbClr val="C00000"/>
                </a:solidFill>
              </a:rPr>
              <a:t>个输出数据流</a:t>
            </a:r>
            <a:endParaRPr lang="zh-CN" altLang="en-US" b="1">
              <a:solidFill>
                <a:srgbClr val="C00000"/>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宋体" panose="02010600030101010101" pitchFamily="2" charset="-122"/>
                <a:cs typeface="Times New Roman" panose="02020603050405020304" pitchFamily="18" charset="0"/>
              </a:rPr>
              <a:t>2.1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结构化分析</a:t>
            </a:r>
            <a:endPar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13316"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
        <p:nvSpPr>
          <p:cNvPr id="49158" name="Rectangle 3"/>
          <p:cNvSpPr>
            <a:spLocks noGrp="1"/>
          </p:cNvSpPr>
          <p:nvPr>
            <p:ph idx="1"/>
          </p:nvPr>
        </p:nvSpPr>
        <p:spPr>
          <a:xfrm>
            <a:off x="457200" y="1600200"/>
            <a:ext cx="8206740" cy="4873625"/>
          </a:xfrm>
        </p:spPr>
        <p:txBody>
          <a:bodyPr vert="horz" wrap="square" lIns="91440" tIns="45720" rIns="91440" bIns="45720" anchor="t" anchorCtr="0"/>
          <a:lstStyle/>
          <a:p>
            <a:pPr marL="0" indent="0" eaLnBrk="1" hangingPunct="1">
              <a:buNone/>
            </a:pPr>
            <a:r>
              <a:rPr lang="zh-CN" altLang="en-US" sz="3200" dirty="0">
                <a:solidFill>
                  <a:schemeClr val="tx1">
                    <a:lumMod val="50000"/>
                    <a:lumOff val="50000"/>
                  </a:schemeClr>
                </a:solidFill>
                <a:latin typeface="华文楷体" panose="02010600040101010101" charset="-122"/>
                <a:ea typeface="华文楷体" panose="02010600040101010101" charset="-122"/>
              </a:rPr>
              <a:t>例题一</a:t>
            </a:r>
            <a:endParaRPr lang="zh-CN" altLang="en-US" sz="3200" dirty="0">
              <a:solidFill>
                <a:schemeClr val="tx1">
                  <a:lumMod val="50000"/>
                  <a:lumOff val="50000"/>
                </a:schemeClr>
              </a:solidFill>
              <a:latin typeface="华文楷体" panose="02010600040101010101" charset="-122"/>
              <a:ea typeface="华文楷体" panose="02010600040101010101" charset="-122"/>
            </a:endParaRPr>
          </a:p>
          <a:p>
            <a:pPr eaLnBrk="1" hangingPunct="1"/>
            <a:r>
              <a:rPr lang="zh-CN" altLang="en-US" sz="2600" dirty="0"/>
              <a:t>某学校的领书的工作流程如下：</a:t>
            </a:r>
            <a:br>
              <a:rPr lang="zh-CN" altLang="en-US" sz="2600" dirty="0"/>
            </a:br>
            <a:r>
              <a:rPr lang="zh-CN" altLang="en-US" sz="2600" dirty="0"/>
              <a:t>学生班长填写领书单，经班主任审查后签名，然后班长拿领书单到书库领书。</a:t>
            </a:r>
            <a:br>
              <a:rPr lang="zh-CN" altLang="en-US" sz="2600" dirty="0"/>
            </a:br>
            <a:r>
              <a:rPr lang="zh-CN" altLang="en-US" sz="2600" dirty="0"/>
              <a:t>书库保管员审查领书单是否有班主任签名，填写是否正确等，不正确的领书单退回给班长；如果填写正确则给予领书并修改库存清单；当某书的库存量低于临界值时，登记缺书信息。每天下班前为采购部门提供一张缺书登记单。</a:t>
            </a:r>
            <a:endParaRPr lang="zh-CN" altLang="en-US" sz="2600" dirty="0"/>
          </a:p>
          <a:p>
            <a:pPr marL="0" indent="0" eaLnBrk="1" hangingPunct="1">
              <a:buNone/>
            </a:pPr>
            <a:endParaRPr lang="zh-CN" altLang="en-US" sz="2600" dirty="0"/>
          </a:p>
          <a:p>
            <a:pPr marL="0" indent="0" eaLnBrk="1" hangingPunct="1">
              <a:buNone/>
            </a:pPr>
            <a:r>
              <a:rPr lang="zh-CN" altLang="en-US" sz="2600" dirty="0">
                <a:solidFill>
                  <a:srgbClr val="002060"/>
                </a:solidFill>
                <a:latin typeface="华文楷体" panose="02010600040101010101" charset="-122"/>
                <a:ea typeface="华文楷体" panose="02010600040101010101" charset="-122"/>
              </a:rPr>
              <a:t>要求：对以上问题，画出数据流图。</a:t>
            </a:r>
            <a:endParaRPr lang="zh-CN" altLang="en-US" sz="2600" dirty="0">
              <a:solidFill>
                <a:srgbClr val="002060"/>
              </a:solidFill>
              <a:latin typeface="华文楷体" panose="02010600040101010101" charset="-122"/>
              <a:ea typeface="华文楷体" panose="02010600040101010101"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宋体" panose="02010600030101010101" pitchFamily="2" charset="-122"/>
                <a:cs typeface="Times New Roman" panose="02020603050405020304" pitchFamily="18" charset="0"/>
              </a:rPr>
              <a:t>2.1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结构化分析</a:t>
            </a:r>
            <a:endPar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13316"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pic>
        <p:nvPicPr>
          <p:cNvPr id="50181" name="Picture 4" descr="309"/>
          <p:cNvPicPr>
            <a:picLocks noChangeAspect="1"/>
          </p:cNvPicPr>
          <p:nvPr/>
        </p:nvPicPr>
        <p:blipFill>
          <a:blip r:embed="rId1"/>
          <a:stretch>
            <a:fillRect/>
          </a:stretch>
        </p:blipFill>
        <p:spPr>
          <a:xfrm>
            <a:off x="287020" y="1076325"/>
            <a:ext cx="8312150" cy="5797550"/>
          </a:xfrm>
          <a:prstGeom prst="rect">
            <a:avLst/>
          </a:prstGeom>
          <a:noFill/>
          <a:ln w="9525">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宋体" panose="02010600030101010101" pitchFamily="2" charset="-122"/>
                <a:cs typeface="Times New Roman" panose="02020603050405020304" pitchFamily="18" charset="0"/>
              </a:rPr>
              <a:t>2.1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结构化分析</a:t>
            </a:r>
            <a:endPar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13316"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
        <p:nvSpPr>
          <p:cNvPr id="49158" name="Rectangle 3"/>
          <p:cNvSpPr>
            <a:spLocks noGrp="1"/>
          </p:cNvSpPr>
          <p:nvPr>
            <p:ph idx="1"/>
          </p:nvPr>
        </p:nvSpPr>
        <p:spPr>
          <a:xfrm>
            <a:off x="457200" y="1600200"/>
            <a:ext cx="8206740" cy="4873625"/>
          </a:xfrm>
        </p:spPr>
        <p:txBody>
          <a:bodyPr vert="horz" wrap="square" lIns="91440" tIns="45720" rIns="91440" bIns="45720" anchor="t" anchorCtr="0">
            <a:normAutofit fontScale="90000" lnSpcReduction="20000"/>
          </a:bodyPr>
          <a:lstStyle/>
          <a:p>
            <a:pPr marL="0" indent="0" eaLnBrk="1" hangingPunct="1">
              <a:buNone/>
            </a:pPr>
            <a:r>
              <a:rPr lang="zh-CN" altLang="en-US" sz="3200" dirty="0">
                <a:solidFill>
                  <a:schemeClr val="tx1">
                    <a:lumMod val="50000"/>
                    <a:lumOff val="50000"/>
                  </a:schemeClr>
                </a:solidFill>
                <a:latin typeface="华文楷体" panose="02010600040101010101" charset="-122"/>
                <a:ea typeface="华文楷体" panose="02010600040101010101" charset="-122"/>
              </a:rPr>
              <a:t>例题二</a:t>
            </a:r>
            <a:endParaRPr lang="zh-CN" altLang="en-US" sz="3200" dirty="0">
              <a:solidFill>
                <a:schemeClr val="tx1">
                  <a:lumMod val="50000"/>
                  <a:lumOff val="50000"/>
                </a:schemeClr>
              </a:solidFill>
              <a:latin typeface="华文楷体" panose="02010600040101010101" charset="-122"/>
              <a:ea typeface="华文楷体" panose="02010600040101010101" charset="-122"/>
            </a:endParaRPr>
          </a:p>
          <a:p>
            <a:pPr eaLnBrk="1" hangingPunct="1">
              <a:lnSpc>
                <a:spcPct val="100000"/>
              </a:lnSpc>
            </a:pPr>
            <a:r>
              <a:rPr lang="zh-CN" altLang="en-US" sz="2600" dirty="0">
                <a:latin typeface="+mn-ea"/>
                <a:cs typeface="+mn-ea"/>
                <a:sym typeface="+mn-ea"/>
              </a:rPr>
              <a:t>有一用于商业上的销售事务处理的统计软件包，其功能要求如下：</a:t>
            </a:r>
            <a:endParaRPr lang="zh-CN" altLang="en-US" sz="2600" dirty="0">
              <a:latin typeface="+mn-ea"/>
              <a:cs typeface="+mn-ea"/>
            </a:endParaRPr>
          </a:p>
          <a:p>
            <a:pPr eaLnBrk="1" hangingPunct="1">
              <a:lnSpc>
                <a:spcPct val="100000"/>
              </a:lnSpc>
            </a:pPr>
            <a:r>
              <a:rPr lang="zh-CN" altLang="en-US" sz="2600" dirty="0">
                <a:latin typeface="+mn-ea"/>
                <a:cs typeface="+mn-ea"/>
                <a:sym typeface="+mn-ea"/>
              </a:rPr>
              <a:t>根据顾客的订单记录（系统文件）进行各种统计分类：</a:t>
            </a:r>
            <a:br>
              <a:rPr lang="zh-CN" altLang="en-US" sz="2600" dirty="0">
                <a:latin typeface="+mn-ea"/>
                <a:cs typeface="+mn-ea"/>
                <a:sym typeface="+mn-ea"/>
              </a:rPr>
            </a:br>
            <a:r>
              <a:rPr lang="zh-CN" altLang="en-US" sz="2600" dirty="0">
                <a:latin typeface="+mn-ea"/>
                <a:cs typeface="+mn-ea"/>
                <a:sym typeface="+mn-ea"/>
              </a:rPr>
              <a:t>（</a:t>
            </a:r>
            <a:r>
              <a:rPr lang="en-US" altLang="zh-CN" sz="2600" dirty="0">
                <a:latin typeface="+mn-ea"/>
                <a:cs typeface="+mn-ea"/>
                <a:sym typeface="+mn-ea"/>
              </a:rPr>
              <a:t>1</a:t>
            </a:r>
            <a:r>
              <a:rPr lang="zh-CN" altLang="en-US" sz="2600" dirty="0">
                <a:latin typeface="+mn-ea"/>
                <a:cs typeface="+mn-ea"/>
                <a:sym typeface="+mn-ea"/>
              </a:rPr>
              <a:t>）根据销售日期的分类</a:t>
            </a:r>
            <a:br>
              <a:rPr lang="zh-CN" altLang="en-US" sz="2600" dirty="0">
                <a:latin typeface="+mn-ea"/>
                <a:cs typeface="+mn-ea"/>
                <a:sym typeface="+mn-ea"/>
              </a:rPr>
            </a:br>
            <a:r>
              <a:rPr lang="zh-CN" altLang="en-US" sz="2600" dirty="0">
                <a:latin typeface="+mn-ea"/>
                <a:cs typeface="+mn-ea"/>
                <a:sym typeface="+mn-ea"/>
              </a:rPr>
              <a:t>（</a:t>
            </a:r>
            <a:r>
              <a:rPr lang="en-US" altLang="zh-CN" sz="2600" dirty="0">
                <a:latin typeface="+mn-ea"/>
                <a:cs typeface="+mn-ea"/>
                <a:sym typeface="+mn-ea"/>
              </a:rPr>
              <a:t>2</a:t>
            </a:r>
            <a:r>
              <a:rPr lang="zh-CN" altLang="en-US" sz="2600" dirty="0">
                <a:latin typeface="+mn-ea"/>
                <a:cs typeface="+mn-ea"/>
                <a:sym typeface="+mn-ea"/>
              </a:rPr>
              <a:t>）根据顾客区域的分类</a:t>
            </a:r>
            <a:br>
              <a:rPr lang="zh-CN" altLang="en-US" sz="2600" dirty="0">
                <a:latin typeface="+mn-ea"/>
                <a:cs typeface="+mn-ea"/>
                <a:sym typeface="+mn-ea"/>
              </a:rPr>
            </a:br>
            <a:r>
              <a:rPr lang="zh-CN" altLang="en-US" sz="2600" dirty="0">
                <a:latin typeface="+mn-ea"/>
                <a:cs typeface="+mn-ea"/>
                <a:sym typeface="+mn-ea"/>
              </a:rPr>
              <a:t>（</a:t>
            </a:r>
            <a:r>
              <a:rPr lang="en-US" altLang="zh-CN" sz="2600" dirty="0">
                <a:latin typeface="+mn-ea"/>
                <a:cs typeface="+mn-ea"/>
                <a:sym typeface="+mn-ea"/>
              </a:rPr>
              <a:t>3</a:t>
            </a:r>
            <a:r>
              <a:rPr lang="zh-CN" altLang="en-US" sz="2600" dirty="0">
                <a:latin typeface="+mn-ea"/>
                <a:cs typeface="+mn-ea"/>
                <a:sym typeface="+mn-ea"/>
              </a:rPr>
              <a:t>）根据货物品种的分类</a:t>
            </a:r>
            <a:br>
              <a:rPr lang="zh-CN" altLang="en-US" sz="2600" dirty="0">
                <a:latin typeface="+mn-ea"/>
                <a:cs typeface="+mn-ea"/>
                <a:sym typeface="+mn-ea"/>
              </a:rPr>
            </a:br>
            <a:r>
              <a:rPr lang="zh-CN" altLang="en-US" sz="2600" dirty="0">
                <a:latin typeface="+mn-ea"/>
                <a:cs typeface="+mn-ea"/>
                <a:sym typeface="+mn-ea"/>
              </a:rPr>
              <a:t>（</a:t>
            </a:r>
            <a:r>
              <a:rPr lang="en-US" altLang="zh-CN" sz="2600" dirty="0">
                <a:latin typeface="+mn-ea"/>
                <a:cs typeface="+mn-ea"/>
                <a:sym typeface="+mn-ea"/>
              </a:rPr>
              <a:t>4</a:t>
            </a:r>
            <a:r>
              <a:rPr lang="zh-CN" altLang="en-US" sz="2600" dirty="0">
                <a:latin typeface="+mn-ea"/>
                <a:cs typeface="+mn-ea"/>
                <a:sym typeface="+mn-ea"/>
              </a:rPr>
              <a:t>）根据顾客名字的分类</a:t>
            </a:r>
            <a:br>
              <a:rPr lang="zh-CN" altLang="en-US" sz="2600" dirty="0">
                <a:latin typeface="+mn-ea"/>
                <a:cs typeface="+mn-ea"/>
                <a:sym typeface="+mn-ea"/>
              </a:rPr>
            </a:br>
            <a:r>
              <a:rPr lang="zh-CN" altLang="en-US" sz="2600" dirty="0">
                <a:latin typeface="+mn-ea"/>
                <a:cs typeface="+mn-ea"/>
                <a:sym typeface="+mn-ea"/>
              </a:rPr>
              <a:t>最后生成分类的统计报表。</a:t>
            </a:r>
            <a:br>
              <a:rPr lang="zh-CN" altLang="en-US" sz="2600" dirty="0">
                <a:latin typeface="+mn-ea"/>
                <a:cs typeface="+mn-ea"/>
                <a:sym typeface="+mn-ea"/>
              </a:rPr>
            </a:br>
            <a:br>
              <a:rPr lang="zh-CN" altLang="en-US" sz="2600" dirty="0">
                <a:latin typeface="+mn-ea"/>
                <a:cs typeface="+mn-ea"/>
                <a:sym typeface="+mn-ea"/>
              </a:rPr>
            </a:br>
            <a:endParaRPr lang="zh-CN" altLang="en-US" sz="2600" dirty="0">
              <a:latin typeface="+mn-ea"/>
              <a:cs typeface="+mn-ea"/>
            </a:endParaRPr>
          </a:p>
          <a:p>
            <a:pPr eaLnBrk="1" hangingPunct="1">
              <a:lnSpc>
                <a:spcPct val="100000"/>
              </a:lnSpc>
            </a:pPr>
            <a:r>
              <a:rPr lang="zh-CN" altLang="en-US" sz="2600" dirty="0">
                <a:latin typeface="+mn-ea"/>
                <a:cs typeface="+mn-ea"/>
                <a:sym typeface="+mn-ea"/>
              </a:rPr>
              <a:t>试根据要求画出该问题的数据流图，并把其转换为软件结构图。</a:t>
            </a:r>
            <a:endParaRPr lang="zh-CN" altLang="en-US" sz="2600" dirty="0">
              <a:latin typeface="+mn-ea"/>
              <a:cs typeface="+mn-ea"/>
            </a:endParaRPr>
          </a:p>
          <a:p>
            <a:pPr marL="0" indent="0" eaLnBrk="1" hangingPunct="1">
              <a:buNone/>
            </a:pPr>
            <a:endParaRPr lang="zh-CN" altLang="en-US" sz="2600" dirty="0"/>
          </a:p>
          <a:p>
            <a:pPr marL="0" indent="0" eaLnBrk="1" hangingPunct="1">
              <a:buNone/>
            </a:pPr>
            <a:r>
              <a:rPr lang="zh-CN" altLang="en-US" sz="2600" dirty="0">
                <a:solidFill>
                  <a:srgbClr val="002060"/>
                </a:solidFill>
                <a:latin typeface="华文楷体" panose="02010600040101010101" charset="-122"/>
                <a:ea typeface="华文楷体" panose="02010600040101010101" charset="-122"/>
              </a:rPr>
              <a:t>要求：对以上问题，画出数据流图。</a:t>
            </a:r>
            <a:endParaRPr lang="zh-CN" altLang="en-US" sz="2600" dirty="0">
              <a:solidFill>
                <a:srgbClr val="002060"/>
              </a:solidFill>
              <a:latin typeface="华文楷体" panose="02010600040101010101" charset="-122"/>
              <a:ea typeface="华文楷体" panose="02010600040101010101"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宋体" panose="02010600030101010101" pitchFamily="2" charset="-122"/>
                <a:cs typeface="Times New Roman" panose="02020603050405020304" pitchFamily="18" charset="0"/>
              </a:rPr>
              <a:t>2.1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结构化分析</a:t>
            </a:r>
            <a:endPar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13316"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pic>
        <p:nvPicPr>
          <p:cNvPr id="52229" name="图片 93" descr="C:\Users\yyang\AppData\Roaming\Tencent\Users\17445767\QQ\WinTemp\RichOle\H0_J%@HIJL20U(16HYK([U5.jpg"/>
          <p:cNvPicPr>
            <a:picLocks noChangeAspect="1"/>
          </p:cNvPicPr>
          <p:nvPr/>
        </p:nvPicPr>
        <p:blipFill>
          <a:blip r:embed="rId1"/>
          <a:stretch>
            <a:fillRect/>
          </a:stretch>
        </p:blipFill>
        <p:spPr>
          <a:xfrm>
            <a:off x="909320" y="1341120"/>
            <a:ext cx="6409055" cy="5301615"/>
          </a:xfrm>
          <a:prstGeom prst="rect">
            <a:avLst/>
          </a:prstGeom>
          <a:noFill/>
          <a:ln w="9525">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宋体" panose="02010600030101010101" pitchFamily="2" charset="-122"/>
                <a:cs typeface="Times New Roman" panose="02020603050405020304" pitchFamily="18" charset="0"/>
              </a:rPr>
              <a:t>2.1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结构化分析</a:t>
            </a:r>
            <a:endPar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13316"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
        <p:nvSpPr>
          <p:cNvPr id="49158" name="Rectangle 3"/>
          <p:cNvSpPr>
            <a:spLocks noGrp="1"/>
          </p:cNvSpPr>
          <p:nvPr>
            <p:ph idx="1"/>
          </p:nvPr>
        </p:nvSpPr>
        <p:spPr>
          <a:xfrm>
            <a:off x="457200" y="1600200"/>
            <a:ext cx="8206740" cy="4873625"/>
          </a:xfrm>
        </p:spPr>
        <p:txBody>
          <a:bodyPr vert="horz" wrap="square" lIns="91440" tIns="45720" rIns="91440" bIns="45720" anchor="t" anchorCtr="0">
            <a:normAutofit fontScale="97500"/>
          </a:bodyPr>
          <a:lstStyle/>
          <a:p>
            <a:pPr marL="0" indent="0" eaLnBrk="1" hangingPunct="1">
              <a:buNone/>
            </a:pPr>
            <a:r>
              <a:rPr lang="zh-CN" altLang="en-US" sz="3200" dirty="0">
                <a:solidFill>
                  <a:schemeClr val="tx1">
                    <a:lumMod val="50000"/>
                    <a:lumOff val="50000"/>
                  </a:schemeClr>
                </a:solidFill>
                <a:latin typeface="华文楷体" panose="02010600040101010101" charset="-122"/>
                <a:ea typeface="华文楷体" panose="02010600040101010101" charset="-122"/>
              </a:rPr>
              <a:t>例题三</a:t>
            </a:r>
            <a:endParaRPr lang="zh-CN" altLang="en-US" sz="3200" dirty="0">
              <a:solidFill>
                <a:schemeClr val="tx1">
                  <a:lumMod val="50000"/>
                  <a:lumOff val="50000"/>
                </a:schemeClr>
              </a:solidFill>
              <a:latin typeface="华文楷体" panose="02010600040101010101" charset="-122"/>
              <a:ea typeface="华文楷体" panose="02010600040101010101" charset="-122"/>
            </a:endParaRPr>
          </a:p>
          <a:p>
            <a:pPr eaLnBrk="1" hangingPunct="1">
              <a:lnSpc>
                <a:spcPct val="100000"/>
              </a:lnSpc>
            </a:pPr>
            <a:r>
              <a:rPr lang="zh-CN" altLang="en-US" sz="2600" dirty="0">
                <a:latin typeface="+mn-ea"/>
                <a:cs typeface="+mn-ea"/>
                <a:sym typeface="+mn-ea"/>
              </a:rPr>
              <a:t>高考录取统分子系统</a:t>
            </a:r>
            <a:endParaRPr lang="en-US" altLang="zh-CN" sz="2600" dirty="0">
              <a:latin typeface="+mn-ea"/>
              <a:cs typeface="+mn-ea"/>
              <a:sym typeface="+mn-ea"/>
            </a:endParaRPr>
          </a:p>
          <a:p>
            <a:pPr eaLnBrk="1" hangingPunct="1">
              <a:lnSpc>
                <a:spcPct val="100000"/>
              </a:lnSpc>
            </a:pPr>
            <a:r>
              <a:rPr lang="zh-CN" altLang="en-US" sz="2600" dirty="0">
                <a:latin typeface="+mn-ea"/>
                <a:cs typeface="+mn-ea"/>
                <a:sym typeface="+mn-ea"/>
              </a:rPr>
              <a:t>（</a:t>
            </a:r>
            <a:r>
              <a:rPr lang="en-US" altLang="zh-CN" sz="2600" dirty="0">
                <a:latin typeface="+mn-ea"/>
                <a:cs typeface="+mn-ea"/>
                <a:sym typeface="+mn-ea"/>
              </a:rPr>
              <a:t>1</a:t>
            </a:r>
            <a:r>
              <a:rPr lang="zh-CN" altLang="en-US" sz="2600" dirty="0">
                <a:latin typeface="+mn-ea"/>
                <a:cs typeface="+mn-ea"/>
                <a:sym typeface="+mn-ea"/>
              </a:rPr>
              <a:t>）计算标准分：根据考生原始分计算得到标准分，存入考生分数文件；</a:t>
            </a:r>
            <a:endParaRPr lang="en-US" altLang="zh-CN" sz="2600" dirty="0">
              <a:latin typeface="+mn-ea"/>
              <a:cs typeface="+mn-ea"/>
              <a:sym typeface="+mn-ea"/>
            </a:endParaRPr>
          </a:p>
          <a:p>
            <a:pPr eaLnBrk="1" hangingPunct="1">
              <a:lnSpc>
                <a:spcPct val="100000"/>
              </a:lnSpc>
            </a:pPr>
            <a:r>
              <a:rPr lang="zh-CN" altLang="en-US" sz="2600" dirty="0">
                <a:latin typeface="+mn-ea"/>
                <a:cs typeface="+mn-ea"/>
                <a:sym typeface="+mn-ea"/>
              </a:rPr>
              <a:t>（</a:t>
            </a:r>
            <a:r>
              <a:rPr lang="en-US" altLang="zh-CN" sz="2600" dirty="0">
                <a:latin typeface="+mn-ea"/>
                <a:cs typeface="+mn-ea"/>
                <a:sym typeface="+mn-ea"/>
              </a:rPr>
              <a:t>2</a:t>
            </a:r>
            <a:r>
              <a:rPr lang="zh-CN" altLang="en-US" sz="2600" dirty="0">
                <a:latin typeface="+mn-ea"/>
                <a:cs typeface="+mn-ea"/>
                <a:sym typeface="+mn-ea"/>
              </a:rPr>
              <a:t>）计算录取线：根据标准分、招生计划文件中的招生人数，计算录取线，存入录取线文件。</a:t>
            </a:r>
            <a:endParaRPr lang="en-US" altLang="zh-CN" sz="2600" dirty="0">
              <a:latin typeface="+mn-ea"/>
              <a:cs typeface="+mn-ea"/>
              <a:sym typeface="+mn-ea"/>
            </a:endParaRPr>
          </a:p>
          <a:p>
            <a:pPr eaLnBrk="1" hangingPunct="1">
              <a:lnSpc>
                <a:spcPct val="100000"/>
              </a:lnSpc>
            </a:pPr>
            <a:endParaRPr lang="zh-CN" altLang="en-US" sz="2600" dirty="0"/>
          </a:p>
          <a:p>
            <a:pPr marL="0" indent="0" eaLnBrk="1" hangingPunct="1">
              <a:buNone/>
            </a:pPr>
            <a:r>
              <a:rPr lang="zh-CN" altLang="en-US" sz="2600" dirty="0">
                <a:solidFill>
                  <a:srgbClr val="002060"/>
                </a:solidFill>
                <a:latin typeface="华文楷体" panose="02010600040101010101" charset="-122"/>
                <a:ea typeface="华文楷体" panose="02010600040101010101" charset="-122"/>
              </a:rPr>
              <a:t>要求：对以上问题，画出数据流图。</a:t>
            </a:r>
            <a:endParaRPr lang="zh-CN" altLang="en-US" sz="2600" dirty="0">
              <a:solidFill>
                <a:srgbClr val="002060"/>
              </a:solidFill>
              <a:latin typeface="华文楷体" panose="02010600040101010101" charset="-122"/>
              <a:ea typeface="华文楷体" panose="02010600040101010101"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宋体" panose="02010600030101010101" pitchFamily="2" charset="-122"/>
                <a:cs typeface="Times New Roman" panose="02020603050405020304" pitchFamily="18" charset="0"/>
              </a:rPr>
              <a:t>2.1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结构化分析</a:t>
            </a:r>
            <a:endPar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13316"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pic>
        <p:nvPicPr>
          <p:cNvPr id="54277" name="图片 95" descr="C:\Users\yyang\AppData\Roaming\Tencent\Users\17445767\QQ\WinTemp\RichOle\IEB6O70[G]N0H{Y)RJUIEO7.jpg"/>
          <p:cNvPicPr>
            <a:picLocks noChangeAspect="1"/>
          </p:cNvPicPr>
          <p:nvPr/>
        </p:nvPicPr>
        <p:blipFill>
          <a:blip r:embed="rId1"/>
          <a:stretch>
            <a:fillRect/>
          </a:stretch>
        </p:blipFill>
        <p:spPr>
          <a:xfrm>
            <a:off x="842645" y="1609725"/>
            <a:ext cx="7230110" cy="4493895"/>
          </a:xfrm>
          <a:prstGeom prst="rect">
            <a:avLst/>
          </a:prstGeom>
          <a:noFill/>
          <a:ln w="9525">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宋体" panose="02010600030101010101" pitchFamily="2" charset="-122"/>
                <a:cs typeface="Times New Roman" panose="02020603050405020304" pitchFamily="18" charset="0"/>
              </a:rPr>
              <a:t>2.1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结构化分析</a:t>
            </a:r>
            <a:endPar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13316"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
        <p:nvSpPr>
          <p:cNvPr id="47106" name="Rectangle 2"/>
          <p:cNvSpPr>
            <a:spLocks noGrp="1" noChangeArrowheads="1"/>
          </p:cNvSpPr>
          <p:nvPr>
            <p:ph idx="1"/>
          </p:nvPr>
        </p:nvSpPr>
        <p:spPr>
          <a:xfrm>
            <a:off x="762000" y="1582420"/>
            <a:ext cx="7584440" cy="4708525"/>
          </a:xfrm>
        </p:spPr>
        <p:txBody>
          <a:bodyPr vert="horz" wrap="square" lIns="91440" tIns="45720" rIns="91440" bIns="45720" numCol="1" anchor="t" anchorCtr="0" compatLnSpc="1">
            <a:normAutofit fontScale="90000"/>
          </a:bodyPr>
          <a:lstStyle/>
          <a:p>
            <a:pPr marL="0" marR="0" lvl="0" indent="0" algn="l" defTabSz="914400" rtl="0" eaLnBrk="1" fontAlgn="base" latinLnBrk="0" hangingPunct="1">
              <a:lnSpc>
                <a:spcPct val="105000"/>
              </a:lnSpc>
              <a:spcBef>
                <a:spcPct val="20000"/>
              </a:spcBef>
              <a:spcAft>
                <a:spcPct val="0"/>
              </a:spcAft>
              <a:buClr>
                <a:srgbClr val="800080"/>
              </a:buClr>
              <a:buSzPct val="55000"/>
              <a:buFont typeface="Wingdings" panose="05000000000000000000" pitchFamily="2" charset="2"/>
              <a:buNone/>
              <a:defRPr/>
            </a:pPr>
            <a:r>
              <a:rPr lang="zh-CN" altLang="en-US" sz="2800" kern="0" noProof="0" dirty="0">
                <a:ln>
                  <a:noFill/>
                </a:ln>
                <a:solidFill>
                  <a:srgbClr val="0070C0"/>
                </a:solidFill>
                <a:effectLst>
                  <a:outerShdw blurRad="38100" dist="38100" dir="2700000" algn="tl">
                    <a:srgbClr val="C0C0C0"/>
                  </a:outerShdw>
                </a:effectLst>
                <a:uLnTx/>
                <a:uFillTx/>
                <a:latin typeface="+mn-ea"/>
                <a:cs typeface="+mn-ea"/>
                <a:sym typeface="+mn-ea"/>
              </a:rPr>
              <a:t>层次化数据流图</a:t>
            </a:r>
            <a:endParaRPr lang="zh-CN" altLang="en-US" sz="2800" kern="0" noProof="0" dirty="0">
              <a:ln>
                <a:noFill/>
              </a:ln>
              <a:solidFill>
                <a:srgbClr val="0070C0"/>
              </a:solidFill>
              <a:effectLst>
                <a:outerShdw blurRad="38100" dist="38100" dir="2700000" algn="tl">
                  <a:srgbClr val="C0C0C0"/>
                </a:outerShdw>
              </a:effectLst>
              <a:uLnTx/>
              <a:uFillTx/>
              <a:latin typeface="+mn-ea"/>
              <a:cs typeface="+mn-ea"/>
              <a:sym typeface="+mn-ea"/>
            </a:endParaRPr>
          </a:p>
          <a:p>
            <a:pPr marL="342900" marR="0" lvl="0" indent="-342900" algn="l" defTabSz="914400" rtl="0" eaLnBrk="1" fontAlgn="base" latinLnBrk="0" hangingPunct="1">
              <a:lnSpc>
                <a:spcPct val="105000"/>
              </a:lnSpc>
              <a:spcBef>
                <a:spcPct val="15000"/>
              </a:spcBef>
              <a:spcAft>
                <a:spcPct val="0"/>
              </a:spcAft>
              <a:buClr>
                <a:schemeClr val="tx2"/>
              </a:buClr>
              <a:buSzPct val="70000"/>
              <a:buFont typeface="Wingdings" panose="05000000000000000000" pitchFamily="2" charset="2"/>
              <a:buChar char="l"/>
              <a:defRPr/>
            </a:pPr>
            <a:r>
              <a:rPr lang="zh-CN" altLang="en-US" sz="2600" kern="0" noProof="0" dirty="0">
                <a:ln>
                  <a:noFill/>
                </a:ln>
                <a:effectLst>
                  <a:outerShdw blurRad="38100" dist="38100" dir="2700000" algn="tl">
                    <a:srgbClr val="C0C0C0"/>
                  </a:outerShdw>
                </a:effectLst>
                <a:uLnTx/>
                <a:uFillTx/>
                <a:latin typeface="+mn-ea"/>
                <a:sym typeface="+mn-ea"/>
              </a:rPr>
              <a:t>调查研究表明，如果一张数据流图中包含的加工多于5-9个，人们就难于领会它的含义了。因此为了表达较为复杂问题的数据处理过程，数据流图应该分层。</a:t>
            </a:r>
            <a:endParaRPr lang="zh-CN" altLang="en-US" sz="2600" kern="0" noProof="0" dirty="0">
              <a:ln>
                <a:noFill/>
              </a:ln>
              <a:effectLst>
                <a:outerShdw blurRad="38100" dist="38100" dir="2700000" algn="tl">
                  <a:srgbClr val="C0C0C0"/>
                </a:outerShdw>
              </a:effectLst>
              <a:uLnTx/>
              <a:uFillTx/>
              <a:latin typeface="+mn-ea"/>
              <a:sym typeface="+mn-ea"/>
            </a:endParaRPr>
          </a:p>
          <a:p>
            <a:pPr marL="342900" marR="0" lvl="0" indent="-342900" algn="l" defTabSz="914400" rtl="0" eaLnBrk="1" fontAlgn="base" latinLnBrk="0" hangingPunct="1">
              <a:lnSpc>
                <a:spcPct val="105000"/>
              </a:lnSpc>
              <a:spcBef>
                <a:spcPct val="15000"/>
              </a:spcBef>
              <a:spcAft>
                <a:spcPct val="0"/>
              </a:spcAft>
              <a:buClr>
                <a:schemeClr val="tx2"/>
              </a:buClr>
              <a:buSzPct val="70000"/>
              <a:buFont typeface="Wingdings" panose="05000000000000000000" pitchFamily="2" charset="2"/>
              <a:buChar char="l"/>
              <a:defRPr/>
            </a:pPr>
            <a:r>
              <a:rPr lang="zh-CN" altLang="en-US" sz="2600" kern="0" noProof="0" dirty="0">
                <a:ln>
                  <a:noFill/>
                </a:ln>
                <a:effectLst>
                  <a:outerShdw blurRad="38100" dist="38100" dir="2700000" algn="tl">
                    <a:srgbClr val="C0C0C0"/>
                  </a:outerShdw>
                </a:effectLst>
                <a:uLnTx/>
                <a:uFillTx/>
                <a:latin typeface="+mn-ea"/>
                <a:sym typeface="+mn-ea"/>
              </a:rPr>
              <a:t>为表达数据处理过程，需要采用</a:t>
            </a:r>
            <a:r>
              <a:rPr lang="zh-CN" altLang="en-US" sz="2600" u="sng" kern="0" noProof="0" dirty="0">
                <a:ln>
                  <a:noFill/>
                </a:ln>
                <a:solidFill>
                  <a:srgbClr val="FF0000"/>
                </a:solidFill>
                <a:effectLst>
                  <a:outerShdw blurRad="38100" dist="38100" dir="2700000" algn="tl">
                    <a:srgbClr val="C0C0C0"/>
                  </a:outerShdw>
                </a:effectLst>
                <a:uLnTx/>
                <a:uFillTx/>
                <a:latin typeface="+mn-ea"/>
                <a:sym typeface="+mn-ea"/>
              </a:rPr>
              <a:t>层次结构</a:t>
            </a:r>
            <a:r>
              <a:rPr lang="zh-CN" altLang="en-US" sz="2600" kern="0" noProof="0" dirty="0">
                <a:ln>
                  <a:noFill/>
                </a:ln>
                <a:effectLst>
                  <a:outerShdw blurRad="38100" dist="38100" dir="2700000" algn="tl">
                    <a:srgbClr val="C0C0C0"/>
                  </a:outerShdw>
                </a:effectLst>
                <a:uLnTx/>
                <a:uFillTx/>
                <a:latin typeface="+mn-ea"/>
                <a:sym typeface="+mn-ea"/>
              </a:rPr>
              <a:t>的数据流图。按照系统的层次结构进行</a:t>
            </a:r>
            <a:r>
              <a:rPr lang="zh-CN" altLang="en-US" sz="2600" u="sng" kern="0" noProof="0" dirty="0">
                <a:ln>
                  <a:noFill/>
                </a:ln>
                <a:solidFill>
                  <a:srgbClr val="FF0000"/>
                </a:solidFill>
                <a:effectLst>
                  <a:outerShdw blurRad="38100" dist="38100" dir="2700000" algn="tl">
                    <a:srgbClr val="C0C0C0"/>
                  </a:outerShdw>
                </a:effectLst>
                <a:uLnTx/>
                <a:uFillTx/>
                <a:latin typeface="+mn-ea"/>
                <a:sym typeface="+mn-ea"/>
              </a:rPr>
              <a:t>逐步分解</a:t>
            </a:r>
            <a:r>
              <a:rPr lang="zh-CN" altLang="en-US" sz="2600" kern="0" noProof="0" dirty="0">
                <a:ln>
                  <a:noFill/>
                </a:ln>
                <a:effectLst>
                  <a:outerShdw blurRad="38100" dist="38100" dir="2700000" algn="tl">
                    <a:srgbClr val="C0C0C0"/>
                  </a:outerShdw>
                </a:effectLst>
                <a:uLnTx/>
                <a:uFillTx/>
                <a:latin typeface="+mn-ea"/>
                <a:sym typeface="+mn-ea"/>
              </a:rPr>
              <a:t>，并以分层的数据流图反映这种结构关系。</a:t>
            </a:r>
            <a:endPar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ea"/>
              <a:cs typeface="+mn-cs"/>
              <a:sym typeface="+mn-ea"/>
            </a:endParaRPr>
          </a:p>
          <a:p>
            <a:pPr marL="342900" marR="0" lvl="0" indent="-342900" algn="l" defTabSz="914400" rtl="0" eaLnBrk="1" fontAlgn="base" latinLnBrk="0" hangingPunct="1">
              <a:lnSpc>
                <a:spcPct val="105000"/>
              </a:lnSpc>
              <a:spcBef>
                <a:spcPct val="15000"/>
              </a:spcBef>
              <a:spcAft>
                <a:spcPct val="0"/>
              </a:spcAft>
              <a:buClr>
                <a:schemeClr val="tx2"/>
              </a:buClr>
              <a:buSzPct val="70000"/>
              <a:buFont typeface="Wingdings" panose="05000000000000000000" pitchFamily="2" charset="2"/>
              <a:buChar char="l"/>
              <a:defRPr/>
            </a:pPr>
            <a:r>
              <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ea"/>
                <a:cs typeface="+mn-cs"/>
                <a:sym typeface="+mn-ea"/>
              </a:rPr>
              <a:t>根据层次关系一般将数据流图分为</a:t>
            </a:r>
            <a:r>
              <a:rPr kumimoji="0" lang="zh-CN" altLang="en-US" sz="2600" i="0" u="sng" strike="noStrike" kern="0" cap="none" spc="0" normalizeH="0" baseline="0" noProof="0" dirty="0">
                <a:ln>
                  <a:noFill/>
                </a:ln>
                <a:solidFill>
                  <a:srgbClr val="C00000"/>
                </a:solidFill>
                <a:effectLst>
                  <a:outerShdw blurRad="38100" dist="38100" dir="2700000" algn="tl">
                    <a:srgbClr val="C0C0C0"/>
                  </a:outerShdw>
                </a:effectLst>
                <a:uLnTx/>
                <a:uFillTx/>
                <a:latin typeface="+mn-ea"/>
                <a:cs typeface="+mn-cs"/>
                <a:sym typeface="+mn-ea"/>
              </a:rPr>
              <a:t>顶层数据流图</a:t>
            </a:r>
            <a:r>
              <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ea"/>
                <a:cs typeface="+mn-cs"/>
                <a:sym typeface="+mn-ea"/>
              </a:rPr>
              <a:t>、</a:t>
            </a:r>
            <a:r>
              <a:rPr kumimoji="0" lang="zh-CN" altLang="en-US" sz="2600" b="1" i="0" u="sng" strike="noStrike" kern="0" cap="none" spc="0" normalizeH="0" baseline="0" noProof="0" dirty="0">
                <a:ln>
                  <a:noFill/>
                </a:ln>
                <a:solidFill>
                  <a:srgbClr val="C00000"/>
                </a:solidFill>
                <a:effectLst>
                  <a:outerShdw blurRad="38100" dist="38100" dir="2700000" algn="tl">
                    <a:srgbClr val="C0C0C0"/>
                  </a:outerShdw>
                </a:effectLst>
                <a:uLnTx/>
                <a:uFillTx/>
                <a:latin typeface="+mn-ea"/>
                <a:cs typeface="+mn-cs"/>
                <a:sym typeface="+mn-ea"/>
              </a:rPr>
              <a:t>中间数据流图</a:t>
            </a:r>
            <a:r>
              <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ea"/>
                <a:cs typeface="+mn-cs"/>
                <a:sym typeface="+mn-ea"/>
              </a:rPr>
              <a:t>和</a:t>
            </a:r>
            <a:r>
              <a:rPr kumimoji="0" lang="zh-CN" altLang="en-US" sz="2600" b="1" i="0" u="sng" strike="noStrike" kern="0" cap="none" spc="0" normalizeH="0" baseline="0" noProof="0" dirty="0">
                <a:ln>
                  <a:noFill/>
                </a:ln>
                <a:solidFill>
                  <a:srgbClr val="C00000"/>
                </a:solidFill>
                <a:effectLst>
                  <a:outerShdw blurRad="38100" dist="38100" dir="2700000" algn="tl">
                    <a:srgbClr val="C0C0C0"/>
                  </a:outerShdw>
                </a:effectLst>
                <a:uLnTx/>
                <a:uFillTx/>
                <a:latin typeface="+mn-ea"/>
                <a:cs typeface="+mn-cs"/>
                <a:sym typeface="+mn-ea"/>
              </a:rPr>
              <a:t>底层数据流图</a:t>
            </a:r>
            <a:r>
              <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ea"/>
                <a:cs typeface="+mn-cs"/>
                <a:sym typeface="+mn-ea"/>
              </a:rPr>
              <a:t>，除顶层图外，其余分层数据流图从</a:t>
            </a:r>
            <a:r>
              <a:rPr kumimoji="0" lang="zh-CN" altLang="en-US" sz="2600" b="1" i="0" u="sng" strike="noStrike" kern="0" cap="none" spc="0" normalizeH="0" baseline="0" noProof="0" dirty="0">
                <a:ln>
                  <a:noFill/>
                </a:ln>
                <a:solidFill>
                  <a:srgbClr val="C00000"/>
                </a:solidFill>
                <a:effectLst>
                  <a:outerShdw blurRad="38100" dist="38100" dir="2700000" algn="tl">
                    <a:srgbClr val="C0C0C0"/>
                  </a:outerShdw>
                </a:effectLst>
                <a:uLnTx/>
                <a:uFillTx/>
                <a:latin typeface="+mn-ea"/>
                <a:cs typeface="+mn-cs"/>
                <a:sym typeface="+mn-ea"/>
              </a:rPr>
              <a:t>0</a:t>
            </a:r>
            <a:r>
              <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ea"/>
                <a:cs typeface="+mn-cs"/>
                <a:sym typeface="+mn-ea"/>
              </a:rPr>
              <a:t>开始编号。</a:t>
            </a:r>
            <a:endPar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ea"/>
              <a:cs typeface="+mn-cs"/>
              <a:sym typeface="+mn-ea"/>
            </a:endParaRPr>
          </a:p>
          <a:p>
            <a:pPr marL="342900" marR="0" lvl="0" indent="-342900" algn="l" defTabSz="914400" rtl="0" eaLnBrk="1" fontAlgn="base" latinLnBrk="0" hangingPunct="1">
              <a:lnSpc>
                <a:spcPct val="105000"/>
              </a:lnSpc>
              <a:spcBef>
                <a:spcPct val="15000"/>
              </a:spcBef>
              <a:spcAft>
                <a:spcPct val="0"/>
              </a:spcAft>
              <a:buClr>
                <a:schemeClr val="tx2"/>
              </a:buClr>
              <a:buSzPct val="70000"/>
              <a:buFont typeface="Wingdings" panose="05000000000000000000" pitchFamily="2" charset="2"/>
              <a:buChar char="l"/>
              <a:defRPr/>
            </a:pPr>
            <a:r>
              <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ea"/>
                <a:cs typeface="+mn-cs"/>
                <a:sym typeface="+mn-ea"/>
              </a:rPr>
              <a:t>对任何一层数据流图来说，称它的上层数据流图为父图，称它的下一层数据流图为子图。</a:t>
            </a:r>
            <a:endPar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ea"/>
              <a:cs typeface="+mn-cs"/>
              <a:sym typeface="+mn-ea"/>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宋体" panose="02010600030101010101" pitchFamily="2" charset="-122"/>
                <a:cs typeface="Times New Roman" panose="02020603050405020304" pitchFamily="18" charset="0"/>
              </a:rPr>
              <a:t>2.1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结构化分析</a:t>
            </a:r>
            <a:endPar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13316"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pic>
        <p:nvPicPr>
          <p:cNvPr id="57349" name="Picture 2"/>
          <p:cNvPicPr>
            <a:picLocks noChangeAspect="1"/>
          </p:cNvPicPr>
          <p:nvPr/>
        </p:nvPicPr>
        <p:blipFill>
          <a:blip r:embed="rId1"/>
          <a:stretch>
            <a:fillRect/>
          </a:stretch>
        </p:blipFill>
        <p:spPr>
          <a:xfrm>
            <a:off x="467360" y="1484630"/>
            <a:ext cx="6668135" cy="4283075"/>
          </a:xfrm>
          <a:prstGeom prst="rect">
            <a:avLst/>
          </a:prstGeom>
          <a:noFill/>
          <a:ln w="9525">
            <a:noFill/>
          </a:ln>
        </p:spPr>
      </p:pic>
      <p:sp>
        <p:nvSpPr>
          <p:cNvPr id="47106" name="Rectangle 2"/>
          <p:cNvSpPr>
            <a:spLocks noGrp="1" noChangeArrowheads="1"/>
          </p:cNvSpPr>
          <p:nvPr>
            <p:ph idx="1"/>
          </p:nvPr>
        </p:nvSpPr>
        <p:spPr>
          <a:xfrm>
            <a:off x="6156325" y="1537970"/>
            <a:ext cx="2226310" cy="3366770"/>
          </a:xfrm>
        </p:spPr>
        <p:txBody>
          <a:bodyPr vert="horz" wrap="square" lIns="91440" tIns="45720" rIns="91440" bIns="45720" numCol="1" anchor="t" anchorCtr="0" compatLnSpc="1">
            <a:normAutofit fontScale="87500" lnSpcReduction="10000"/>
          </a:bodyPr>
          <a:lstStyle/>
          <a:p>
            <a:pPr marL="342900" marR="0" lvl="0" indent="-34290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Char char="l"/>
              <a:defRPr/>
            </a:pPr>
            <a:r>
              <a:rPr lang="zh-CN" altLang="en-US" sz="2600" kern="0" noProof="0" dirty="0">
                <a:ln>
                  <a:noFill/>
                </a:ln>
                <a:solidFill>
                  <a:srgbClr val="FF0000"/>
                </a:solidFill>
                <a:effectLst>
                  <a:outerShdw blurRad="38100" dist="38100" dir="2700000" algn="tl">
                    <a:srgbClr val="C0C0C0"/>
                  </a:outerShdw>
                </a:effectLst>
                <a:uLnTx/>
                <a:uFillTx/>
                <a:latin typeface="+mn-ea"/>
                <a:sym typeface="+mn-ea"/>
              </a:rPr>
              <a:t>顶层流图</a:t>
            </a:r>
            <a:r>
              <a:rPr lang="zh-CN" altLang="en-US" sz="2600" kern="0" noProof="0" dirty="0">
                <a:ln>
                  <a:noFill/>
                </a:ln>
                <a:effectLst>
                  <a:outerShdw blurRad="38100" dist="38100" dir="2700000" algn="tl">
                    <a:srgbClr val="C0C0C0"/>
                  </a:outerShdw>
                </a:effectLst>
                <a:uLnTx/>
                <a:uFillTx/>
                <a:latin typeface="+mn-ea"/>
                <a:sym typeface="+mn-ea"/>
              </a:rPr>
              <a:t>仅包含</a:t>
            </a:r>
            <a:r>
              <a:rPr lang="zh-CN" altLang="en-US" sz="2600" kern="0" noProof="0" dirty="0">
                <a:ln>
                  <a:noFill/>
                </a:ln>
                <a:solidFill>
                  <a:srgbClr val="0000FF"/>
                </a:solidFill>
                <a:effectLst>
                  <a:outerShdw blurRad="38100" dist="38100" dir="2700000" algn="tl">
                    <a:srgbClr val="C0C0C0"/>
                  </a:outerShdw>
                </a:effectLst>
                <a:uLnTx/>
                <a:uFillTx/>
                <a:latin typeface="+mn-ea"/>
                <a:sym typeface="+mn-ea"/>
              </a:rPr>
              <a:t>一个加工</a:t>
            </a:r>
            <a:r>
              <a:rPr lang="zh-CN" altLang="en-US" sz="2600" kern="0" noProof="0" dirty="0">
                <a:ln>
                  <a:noFill/>
                </a:ln>
                <a:effectLst>
                  <a:outerShdw blurRad="38100" dist="38100" dir="2700000" algn="tl">
                    <a:srgbClr val="C0C0C0"/>
                  </a:outerShdw>
                </a:effectLst>
                <a:uLnTx/>
                <a:uFillTx/>
                <a:latin typeface="+mn-ea"/>
                <a:sym typeface="+mn-ea"/>
              </a:rPr>
              <a:t>，它代表被开发系统。它的输入流是该系统的输入数据，输出流是系统所输出数据</a:t>
            </a:r>
            <a:endPar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ea"/>
              <a:cs typeface="+mn-cs"/>
            </a:endParaRPr>
          </a:p>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defRPr/>
            </a:pPr>
            <a:endParaRPr kumimoji="1" lang="zh-CN" altLang="en-US" sz="26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ea"/>
              <a:cs typeface="+mn-ea"/>
              <a:sym typeface="+mn-ea"/>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宋体" panose="02010600030101010101" pitchFamily="2" charset="-122"/>
                <a:cs typeface="Times New Roman" panose="02020603050405020304" pitchFamily="18" charset="0"/>
              </a:rPr>
              <a:t>2.1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结构化分析</a:t>
            </a:r>
            <a:endPar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13316"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pic>
        <p:nvPicPr>
          <p:cNvPr id="57349" name="Picture 2"/>
          <p:cNvPicPr>
            <a:picLocks noChangeAspect="1"/>
          </p:cNvPicPr>
          <p:nvPr/>
        </p:nvPicPr>
        <p:blipFill>
          <a:blip r:embed="rId1"/>
          <a:stretch>
            <a:fillRect/>
          </a:stretch>
        </p:blipFill>
        <p:spPr>
          <a:xfrm>
            <a:off x="467360" y="1484630"/>
            <a:ext cx="6668135" cy="4283075"/>
          </a:xfrm>
          <a:prstGeom prst="rect">
            <a:avLst/>
          </a:prstGeom>
          <a:noFill/>
          <a:ln w="9525">
            <a:noFill/>
          </a:ln>
        </p:spPr>
      </p:pic>
      <p:sp>
        <p:nvSpPr>
          <p:cNvPr id="47106" name="Rectangle 2"/>
          <p:cNvSpPr>
            <a:spLocks noGrp="1" noChangeArrowheads="1"/>
          </p:cNvSpPr>
          <p:nvPr>
            <p:ph idx="1"/>
          </p:nvPr>
        </p:nvSpPr>
        <p:spPr>
          <a:xfrm>
            <a:off x="6156325" y="1537970"/>
            <a:ext cx="2226310" cy="3366770"/>
          </a:xfrm>
        </p:spPr>
        <p:txBody>
          <a:bodyPr vert="horz" wrap="square" lIns="91440" tIns="45720" rIns="91440" bIns="45720" numCol="1" anchor="t" anchorCtr="0" compatLnSpc="1">
            <a:normAutofit/>
          </a:bodyPr>
          <a:lstStyle/>
          <a:p>
            <a:pPr marL="342900" marR="0" lvl="0" indent="-34290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Char char="l"/>
              <a:defRPr/>
            </a:pPr>
            <a:r>
              <a:rPr lang="zh-CN" altLang="en-US" sz="2600" kern="0" noProof="0" dirty="0">
                <a:ln>
                  <a:noFill/>
                </a:ln>
                <a:solidFill>
                  <a:srgbClr val="FF0000"/>
                </a:solidFill>
                <a:effectLst>
                  <a:outerShdw blurRad="38100" dist="38100" dir="2700000" algn="tl">
                    <a:srgbClr val="C0C0C0"/>
                  </a:outerShdw>
                </a:effectLst>
                <a:uLnTx/>
                <a:uFillTx/>
                <a:latin typeface="Times New Roman" panose="02020603050405020304" pitchFamily="18" charset="0"/>
                <a:ea typeface="仿宋_GB2312" pitchFamily="49" charset="-122"/>
                <a:sym typeface="+mn-ea"/>
              </a:rPr>
              <a:t>底层流图</a:t>
            </a:r>
            <a:r>
              <a:rPr lang="zh-CN" altLang="en-US" sz="2600" kern="0" noProof="0" dirty="0">
                <a:ln>
                  <a:noFill/>
                </a:ln>
                <a:effectLst>
                  <a:outerShdw blurRad="38100" dist="38100" dir="2700000" algn="tl">
                    <a:srgbClr val="C0C0C0"/>
                  </a:outerShdw>
                </a:effectLst>
                <a:uLnTx/>
                <a:uFillTx/>
                <a:latin typeface="Times New Roman" panose="02020603050405020304" pitchFamily="18" charset="0"/>
                <a:ea typeface="仿宋_GB2312" pitchFamily="49" charset="-122"/>
                <a:sym typeface="+mn-ea"/>
              </a:rPr>
              <a:t>是指其</a:t>
            </a:r>
            <a:r>
              <a:rPr lang="zh-CN" altLang="en-US" sz="2600" kern="0" noProof="0" dirty="0">
                <a:ln>
                  <a:noFill/>
                </a:ln>
                <a:solidFill>
                  <a:srgbClr val="0000FF"/>
                </a:solidFill>
                <a:effectLst>
                  <a:outerShdw blurRad="38100" dist="38100" dir="2700000" algn="tl">
                    <a:srgbClr val="C0C0C0"/>
                  </a:outerShdw>
                </a:effectLst>
                <a:uLnTx/>
                <a:uFillTx/>
                <a:latin typeface="Times New Roman" panose="02020603050405020304" pitchFamily="18" charset="0"/>
                <a:ea typeface="仿宋_GB2312" pitchFamily="49" charset="-122"/>
                <a:sym typeface="+mn-ea"/>
              </a:rPr>
              <a:t>加工不需再做分解</a:t>
            </a:r>
            <a:r>
              <a:rPr lang="zh-CN" altLang="en-US" sz="2600" kern="0" noProof="0" dirty="0">
                <a:ln>
                  <a:noFill/>
                </a:ln>
                <a:effectLst>
                  <a:outerShdw blurRad="38100" dist="38100" dir="2700000" algn="tl">
                    <a:srgbClr val="C0C0C0"/>
                  </a:outerShdw>
                </a:effectLst>
                <a:uLnTx/>
                <a:uFillTx/>
                <a:latin typeface="Times New Roman" panose="02020603050405020304" pitchFamily="18" charset="0"/>
                <a:ea typeface="仿宋_GB2312" pitchFamily="49" charset="-122"/>
                <a:sym typeface="+mn-ea"/>
              </a:rPr>
              <a:t>的数据流图，它处在最底层</a:t>
            </a:r>
            <a:endPar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cs typeface="+mn-cs"/>
            </a:endParaRPr>
          </a:p>
          <a:p>
            <a:pPr marL="342900" marR="0" lvl="0" indent="-34290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Char char="l"/>
              <a:defRPr/>
            </a:pPr>
            <a:endPar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ea"/>
              <a:cs typeface="+mn-cs"/>
            </a:endParaRPr>
          </a:p>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defRPr/>
            </a:pPr>
            <a:endParaRPr kumimoji="1" lang="zh-CN" altLang="en-US" sz="26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ea"/>
              <a:cs typeface="+mn-ea"/>
              <a:sym typeface="+mn-ea"/>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宋体" panose="02010600030101010101" pitchFamily="2" charset="-122"/>
                <a:cs typeface="Times New Roman" panose="02020603050405020304" pitchFamily="18" charset="0"/>
              </a:rPr>
              <a:t>2.1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结构化分析</a:t>
            </a:r>
            <a:endPar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13316"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pic>
        <p:nvPicPr>
          <p:cNvPr id="57349" name="Picture 2"/>
          <p:cNvPicPr>
            <a:picLocks noChangeAspect="1"/>
          </p:cNvPicPr>
          <p:nvPr/>
        </p:nvPicPr>
        <p:blipFill>
          <a:blip r:embed="rId1"/>
          <a:stretch>
            <a:fillRect/>
          </a:stretch>
        </p:blipFill>
        <p:spPr>
          <a:xfrm>
            <a:off x="467360" y="1484630"/>
            <a:ext cx="6668135" cy="4283075"/>
          </a:xfrm>
          <a:prstGeom prst="rect">
            <a:avLst/>
          </a:prstGeom>
          <a:noFill/>
          <a:ln w="9525">
            <a:noFill/>
          </a:ln>
        </p:spPr>
      </p:pic>
      <p:sp>
        <p:nvSpPr>
          <p:cNvPr id="47106" name="Rectangle 2"/>
          <p:cNvSpPr>
            <a:spLocks noGrp="1" noChangeArrowheads="1"/>
          </p:cNvSpPr>
          <p:nvPr>
            <p:ph idx="1"/>
          </p:nvPr>
        </p:nvSpPr>
        <p:spPr>
          <a:xfrm>
            <a:off x="6156325" y="1537970"/>
            <a:ext cx="2226310" cy="3366770"/>
          </a:xfrm>
        </p:spPr>
        <p:txBody>
          <a:bodyPr vert="horz" wrap="square" lIns="91440" tIns="45720" rIns="91440" bIns="45720" numCol="1" anchor="t" anchorCtr="0" compatLnSpc="1">
            <a:normAutofit/>
          </a:bodyPr>
          <a:lstStyle/>
          <a:p>
            <a:pPr marL="342900" marR="0" lvl="0" indent="-34290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Char char="l"/>
              <a:defRPr/>
            </a:pPr>
            <a:r>
              <a:rPr lang="zh-CN" altLang="en-US" sz="2600" kern="0" noProof="0">
                <a:ln>
                  <a:noFill/>
                </a:ln>
                <a:solidFill>
                  <a:srgbClr val="FF0000"/>
                </a:solidFill>
                <a:effectLst>
                  <a:outerShdw blurRad="38100" dist="38100" dir="2700000" algn="tl">
                    <a:srgbClr val="C0C0C0"/>
                  </a:outerShdw>
                </a:effectLst>
                <a:uLnTx/>
                <a:uFillTx/>
                <a:latin typeface="Times New Roman" panose="02020603050405020304" pitchFamily="18" charset="0"/>
                <a:ea typeface="仿宋_GB2312" pitchFamily="49" charset="-122"/>
                <a:sym typeface="+mn-ea"/>
              </a:rPr>
              <a:t>中间层流图</a:t>
            </a:r>
            <a:r>
              <a:rPr lang="zh-CN" altLang="en-US" sz="2600" kern="0" noProof="0">
                <a:ln>
                  <a:noFill/>
                </a:ln>
                <a:effectLst>
                  <a:outerShdw blurRad="38100" dist="38100" dir="2700000" algn="tl">
                    <a:srgbClr val="C0C0C0"/>
                  </a:outerShdw>
                </a:effectLst>
                <a:uLnTx/>
                <a:uFillTx/>
                <a:latin typeface="Times New Roman" panose="02020603050405020304" pitchFamily="18" charset="0"/>
                <a:ea typeface="仿宋_GB2312" pitchFamily="49" charset="-122"/>
                <a:sym typeface="+mn-ea"/>
              </a:rPr>
              <a:t>则表示</a:t>
            </a:r>
            <a:r>
              <a:rPr lang="zh-CN" altLang="en-US" sz="2600" kern="0" noProof="0">
                <a:ln>
                  <a:noFill/>
                </a:ln>
                <a:solidFill>
                  <a:srgbClr val="0000FF"/>
                </a:solidFill>
                <a:effectLst>
                  <a:outerShdw blurRad="38100" dist="38100" dir="2700000" algn="tl">
                    <a:srgbClr val="C0C0C0"/>
                  </a:outerShdw>
                </a:effectLst>
                <a:uLnTx/>
                <a:uFillTx/>
                <a:latin typeface="Times New Roman" panose="02020603050405020304" pitchFamily="18" charset="0"/>
                <a:ea typeface="仿宋_GB2312" pitchFamily="49" charset="-122"/>
                <a:sym typeface="+mn-ea"/>
              </a:rPr>
              <a:t>对其上层父图的细化</a:t>
            </a:r>
            <a:r>
              <a:rPr lang="zh-CN" altLang="en-US" sz="2600" kern="0" noProof="0">
                <a:ln>
                  <a:noFill/>
                </a:ln>
                <a:effectLst>
                  <a:outerShdw blurRad="38100" dist="38100" dir="2700000" algn="tl">
                    <a:srgbClr val="C0C0C0"/>
                  </a:outerShdw>
                </a:effectLst>
                <a:uLnTx/>
                <a:uFillTx/>
                <a:latin typeface="Times New Roman" panose="02020603050405020304" pitchFamily="18" charset="0"/>
                <a:ea typeface="仿宋_GB2312" pitchFamily="49" charset="-122"/>
                <a:sym typeface="+mn-ea"/>
              </a:rPr>
              <a:t>。它的每一加工可能继续细化，形成子图。</a:t>
            </a:r>
            <a:endParaRPr kumimoji="0" lang="zh-CN" altLang="en-US" sz="2600" b="0" i="0" u="none" strike="noStrike" kern="0" cap="none" spc="0" normalizeH="0" baseline="0" noProof="0">
              <a:ln>
                <a:noFill/>
              </a:ln>
              <a:solidFill>
                <a:schemeClr val="tx1"/>
              </a:solidFill>
              <a:effectLst/>
              <a:uLnTx/>
              <a:uFillTx/>
              <a:latin typeface="+mn-lt"/>
              <a:ea typeface="宋体" panose="02010600030101010101" pitchFamily="2" charset="-122"/>
              <a:cs typeface="+mn-cs"/>
            </a:endParaRPr>
          </a:p>
          <a:p>
            <a:pPr marL="342900" marR="0" lvl="0" indent="-34290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Char char="l"/>
              <a:defRPr/>
            </a:pPr>
            <a:endPar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ea"/>
              <a:cs typeface="+mn-cs"/>
            </a:endParaRPr>
          </a:p>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defRPr/>
            </a:pPr>
            <a:endParaRPr kumimoji="1" lang="zh-CN" altLang="en-US" sz="2600" b="0" i="0" u="none" strike="noStrike" kern="0" cap="none" spc="0" normalizeH="0" baseline="0" noProof="0">
              <a:ln>
                <a:noFill/>
              </a:ln>
              <a:solidFill>
                <a:schemeClr val="tx1"/>
              </a:solidFill>
              <a:effectLst>
                <a:outerShdw blurRad="38100" dist="38100" dir="2700000" algn="tl">
                  <a:srgbClr val="C0C0C0"/>
                </a:outerShdw>
              </a:effectLst>
              <a:uLnTx/>
              <a:uFillTx/>
              <a:latin typeface="+mn-ea"/>
              <a:cs typeface="+mn-ea"/>
              <a:sym typeface="+mn-ea"/>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宋体" panose="02010600030101010101" pitchFamily="2" charset="-122"/>
                <a:cs typeface="Times New Roman" panose="02020603050405020304" pitchFamily="18" charset="0"/>
              </a:rPr>
              <a:t>2.1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结构化分析</a:t>
            </a:r>
            <a:endPar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13316"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
        <p:nvSpPr>
          <p:cNvPr id="49158" name="Rectangle 3"/>
          <p:cNvSpPr>
            <a:spLocks noGrp="1"/>
          </p:cNvSpPr>
          <p:nvPr>
            <p:ph idx="1"/>
          </p:nvPr>
        </p:nvSpPr>
        <p:spPr>
          <a:xfrm>
            <a:off x="457200" y="1600200"/>
            <a:ext cx="8206740" cy="4873625"/>
          </a:xfrm>
        </p:spPr>
        <p:txBody>
          <a:bodyPr vert="horz" wrap="square" lIns="91440" tIns="45720" rIns="91440" bIns="45720" anchor="t" anchorCtr="0">
            <a:normAutofit fontScale="97500"/>
          </a:bodyPr>
          <a:lstStyle/>
          <a:p>
            <a:pPr eaLnBrk="1" hangingPunct="1">
              <a:lnSpc>
                <a:spcPct val="100000"/>
              </a:lnSpc>
            </a:pPr>
            <a:r>
              <a:rPr lang="zh-CN" altLang="en-US" sz="3200" dirty="0">
                <a:solidFill>
                  <a:schemeClr val="tx1">
                    <a:lumMod val="50000"/>
                    <a:lumOff val="50000"/>
                  </a:schemeClr>
                </a:solidFill>
                <a:latin typeface="华文楷体" panose="02010600040101010101" charset="-122"/>
                <a:ea typeface="华文楷体" panose="02010600040101010101" charset="-122"/>
              </a:rPr>
              <a:t>实例：考务处理系统</a:t>
            </a:r>
            <a:endParaRPr lang="zh-CN" altLang="en-US" sz="3200" dirty="0">
              <a:solidFill>
                <a:schemeClr val="tx1">
                  <a:lumMod val="50000"/>
                  <a:lumOff val="50000"/>
                </a:schemeClr>
              </a:solidFill>
              <a:latin typeface="华文楷体" panose="02010600040101010101" charset="-122"/>
              <a:ea typeface="华文楷体" panose="02010600040101010101" charset="-122"/>
            </a:endParaRPr>
          </a:p>
          <a:p>
            <a:pPr eaLnBrk="1" hangingPunct="1">
              <a:lnSpc>
                <a:spcPct val="100000"/>
              </a:lnSpc>
            </a:pPr>
            <a:endParaRPr lang="zh-CN" altLang="en-US" sz="3200" dirty="0">
              <a:solidFill>
                <a:schemeClr val="tx1">
                  <a:lumMod val="50000"/>
                  <a:lumOff val="50000"/>
                </a:schemeClr>
              </a:solidFill>
              <a:latin typeface="华文楷体" panose="02010600040101010101" charset="-122"/>
              <a:ea typeface="华文楷体" panose="02010600040101010101" charset="-122"/>
            </a:endParaRPr>
          </a:p>
          <a:p>
            <a:pPr marL="342900" lvl="0" indent="-342900" eaLnBrk="1" hangingPunct="1">
              <a:lnSpc>
                <a:spcPct val="105000"/>
              </a:lnSpc>
              <a:spcBef>
                <a:spcPct val="5000"/>
              </a:spcBef>
              <a:buClrTx/>
              <a:buSzTx/>
              <a:buFontTx/>
              <a:buNone/>
            </a:pPr>
            <a:r>
              <a:rPr lang="en-US" altLang="zh-CN" sz="2600" dirty="0">
                <a:latin typeface="Times New Roman" panose="02020603050405020304" pitchFamily="18" charset="0"/>
                <a:ea typeface="仿宋_GB2312" pitchFamily="49" charset="-122"/>
                <a:sym typeface="+mn-ea"/>
              </a:rPr>
              <a:t>(1) </a:t>
            </a:r>
            <a:r>
              <a:rPr lang="zh-CN" altLang="en-US" sz="2600" dirty="0">
                <a:latin typeface="Times New Roman" panose="02020603050405020304" pitchFamily="18" charset="0"/>
                <a:ea typeface="仿宋_GB2312" pitchFamily="49" charset="-122"/>
                <a:sym typeface="+mn-ea"/>
              </a:rPr>
              <a:t>对考生送来的报名单进行检查</a:t>
            </a:r>
            <a:r>
              <a:rPr lang="en-US" altLang="zh-CN" sz="2600" dirty="0">
                <a:latin typeface="Times New Roman" panose="02020603050405020304" pitchFamily="18" charset="0"/>
                <a:ea typeface="仿宋_GB2312" pitchFamily="49" charset="-122"/>
                <a:sym typeface="+mn-ea"/>
              </a:rPr>
              <a:t>;</a:t>
            </a:r>
            <a:endParaRPr lang="en-US" altLang="zh-CN" sz="2600" b="1" dirty="0">
              <a:latin typeface="Times New Roman" panose="02020603050405020304" pitchFamily="18" charset="0"/>
              <a:ea typeface="仿宋_GB2312" pitchFamily="49" charset="-122"/>
            </a:endParaRPr>
          </a:p>
          <a:p>
            <a:pPr marL="342900" lvl="0" indent="-342900" eaLnBrk="1" hangingPunct="1">
              <a:lnSpc>
                <a:spcPct val="105000"/>
              </a:lnSpc>
              <a:spcBef>
                <a:spcPct val="5000"/>
              </a:spcBef>
              <a:buClrTx/>
              <a:buSzTx/>
              <a:buFontTx/>
              <a:buNone/>
            </a:pPr>
            <a:r>
              <a:rPr lang="en-US" altLang="zh-CN" sz="2600" dirty="0">
                <a:latin typeface="Times New Roman" panose="02020603050405020304" pitchFamily="18" charset="0"/>
                <a:ea typeface="仿宋_GB2312" pitchFamily="49" charset="-122"/>
                <a:sym typeface="+mn-ea"/>
              </a:rPr>
              <a:t>(2) </a:t>
            </a:r>
            <a:r>
              <a:rPr lang="zh-CN" altLang="en-US" sz="2600" dirty="0">
                <a:latin typeface="Times New Roman" panose="02020603050405020304" pitchFamily="18" charset="0"/>
                <a:ea typeface="仿宋_GB2312" pitchFamily="49" charset="-122"/>
                <a:sym typeface="+mn-ea"/>
              </a:rPr>
              <a:t>对合格的报名单编好准考证号后将准考证送给考生，并将汇总后的考生名单送给阅卷站</a:t>
            </a:r>
            <a:r>
              <a:rPr lang="en-US" altLang="zh-CN" sz="2600" dirty="0">
                <a:latin typeface="Times New Roman" panose="02020603050405020304" pitchFamily="18" charset="0"/>
                <a:ea typeface="仿宋_GB2312" pitchFamily="49" charset="-122"/>
                <a:sym typeface="+mn-ea"/>
              </a:rPr>
              <a:t>;</a:t>
            </a:r>
            <a:endParaRPr lang="en-US" altLang="zh-CN" sz="2600" b="1" dirty="0">
              <a:latin typeface="Times New Roman" panose="02020603050405020304" pitchFamily="18" charset="0"/>
              <a:ea typeface="仿宋_GB2312" pitchFamily="49" charset="-122"/>
            </a:endParaRPr>
          </a:p>
          <a:p>
            <a:pPr marL="342900" lvl="0" indent="-342900" eaLnBrk="1" hangingPunct="1">
              <a:lnSpc>
                <a:spcPct val="105000"/>
              </a:lnSpc>
              <a:spcBef>
                <a:spcPct val="5000"/>
              </a:spcBef>
              <a:buClrTx/>
              <a:buSzTx/>
              <a:buFontTx/>
              <a:buNone/>
            </a:pPr>
            <a:r>
              <a:rPr lang="en-US" altLang="zh-CN" sz="2600" dirty="0">
                <a:latin typeface="Times New Roman" panose="02020603050405020304" pitchFamily="18" charset="0"/>
                <a:ea typeface="仿宋_GB2312" pitchFamily="49" charset="-122"/>
                <a:sym typeface="+mn-ea"/>
              </a:rPr>
              <a:t>(3) </a:t>
            </a:r>
            <a:r>
              <a:rPr lang="zh-CN" altLang="en-US" sz="2600" dirty="0">
                <a:latin typeface="Times New Roman" panose="02020603050405020304" pitchFamily="18" charset="0"/>
                <a:ea typeface="仿宋_GB2312" pitchFamily="49" charset="-122"/>
                <a:sym typeface="+mn-ea"/>
              </a:rPr>
              <a:t>对阅卷站送来的成绩单进行检查，并根据考试中心制定的合格标准审定合格者</a:t>
            </a:r>
            <a:r>
              <a:rPr lang="en-US" altLang="zh-CN" sz="2600" dirty="0">
                <a:latin typeface="Times New Roman" panose="02020603050405020304" pitchFamily="18" charset="0"/>
                <a:ea typeface="仿宋_GB2312" pitchFamily="49" charset="-122"/>
                <a:sym typeface="+mn-ea"/>
              </a:rPr>
              <a:t>;</a:t>
            </a:r>
            <a:endParaRPr lang="en-US" altLang="zh-CN" sz="2600" b="1" dirty="0">
              <a:latin typeface="Times New Roman" panose="02020603050405020304" pitchFamily="18" charset="0"/>
              <a:ea typeface="仿宋_GB2312" pitchFamily="49" charset="-122"/>
            </a:endParaRPr>
          </a:p>
          <a:p>
            <a:pPr marL="342900" lvl="0" indent="-342900" eaLnBrk="1" hangingPunct="1">
              <a:lnSpc>
                <a:spcPct val="105000"/>
              </a:lnSpc>
              <a:spcBef>
                <a:spcPct val="5000"/>
              </a:spcBef>
              <a:buClrTx/>
              <a:buSzTx/>
              <a:buFontTx/>
              <a:buNone/>
            </a:pPr>
            <a:r>
              <a:rPr lang="en-US" altLang="zh-CN" sz="2600" dirty="0">
                <a:latin typeface="Times New Roman" panose="02020603050405020304" pitchFamily="18" charset="0"/>
                <a:ea typeface="仿宋_GB2312" pitchFamily="49" charset="-122"/>
                <a:sym typeface="+mn-ea"/>
              </a:rPr>
              <a:t>(4) </a:t>
            </a:r>
            <a:r>
              <a:rPr lang="zh-CN" altLang="en-US" sz="2600" dirty="0">
                <a:latin typeface="Times New Roman" panose="02020603050405020304" pitchFamily="18" charset="0"/>
                <a:ea typeface="仿宋_GB2312" pitchFamily="49" charset="-122"/>
                <a:sym typeface="+mn-ea"/>
              </a:rPr>
              <a:t>制作考生通知单（含成绩及合格</a:t>
            </a:r>
            <a:r>
              <a:rPr lang="en-US" altLang="zh-CN" sz="2600" dirty="0">
                <a:latin typeface="Times New Roman" panose="02020603050405020304" pitchFamily="18" charset="0"/>
                <a:ea typeface="仿宋_GB2312" pitchFamily="49" charset="-122"/>
                <a:sym typeface="+mn-ea"/>
              </a:rPr>
              <a:t>/</a:t>
            </a:r>
            <a:r>
              <a:rPr lang="zh-CN" altLang="en-US" sz="2600" dirty="0">
                <a:latin typeface="Times New Roman" panose="02020603050405020304" pitchFamily="18" charset="0"/>
                <a:ea typeface="仿宋_GB2312" pitchFamily="49" charset="-122"/>
                <a:sym typeface="+mn-ea"/>
              </a:rPr>
              <a:t>不合格标志）送给考生</a:t>
            </a:r>
            <a:r>
              <a:rPr lang="en-US" altLang="zh-CN" sz="2600" dirty="0">
                <a:latin typeface="Times New Roman" panose="02020603050405020304" pitchFamily="18" charset="0"/>
                <a:ea typeface="仿宋_GB2312" pitchFamily="49" charset="-122"/>
                <a:sym typeface="+mn-ea"/>
              </a:rPr>
              <a:t>;</a:t>
            </a:r>
            <a:endParaRPr lang="en-US" altLang="zh-CN" sz="2600" b="1" dirty="0">
              <a:latin typeface="Times New Roman" panose="02020603050405020304" pitchFamily="18" charset="0"/>
              <a:ea typeface="仿宋_GB2312" pitchFamily="49" charset="-122"/>
            </a:endParaRPr>
          </a:p>
          <a:p>
            <a:pPr marL="342900" lvl="0" indent="-342900" eaLnBrk="1" hangingPunct="1">
              <a:lnSpc>
                <a:spcPct val="105000"/>
              </a:lnSpc>
              <a:spcBef>
                <a:spcPct val="5000"/>
              </a:spcBef>
              <a:buClrTx/>
              <a:buSzTx/>
              <a:buFontTx/>
              <a:buNone/>
            </a:pPr>
            <a:r>
              <a:rPr lang="en-US" altLang="zh-CN" sz="2600" dirty="0">
                <a:latin typeface="Times New Roman" panose="02020603050405020304" pitchFamily="18" charset="0"/>
                <a:ea typeface="仿宋_GB2312" pitchFamily="49" charset="-122"/>
                <a:sym typeface="+mn-ea"/>
              </a:rPr>
              <a:t>(5) </a:t>
            </a:r>
            <a:r>
              <a:rPr lang="zh-CN" altLang="en-US" sz="2600" dirty="0">
                <a:latin typeface="Times New Roman" panose="02020603050405020304" pitchFamily="18" charset="0"/>
                <a:ea typeface="仿宋_GB2312" pitchFamily="49" charset="-122"/>
                <a:sym typeface="+mn-ea"/>
              </a:rPr>
              <a:t>按地区进行成绩分类统计和试题难度分析，产生统计分析表。</a:t>
            </a:r>
            <a:endParaRPr lang="zh-CN" altLang="en-US" sz="2600" dirty="0">
              <a:solidFill>
                <a:srgbClr val="002060"/>
              </a:solidFill>
              <a:latin typeface="华文楷体" panose="02010600040101010101" charset="-122"/>
              <a:ea typeface="华文楷体" panose="02010600040101010101"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宋体" panose="02010600030101010101" pitchFamily="2" charset="-122"/>
                <a:cs typeface="Times New Roman" panose="02020603050405020304" pitchFamily="18" charset="0"/>
              </a:rPr>
              <a:t>2.1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结构化分析</a:t>
            </a:r>
            <a:endPar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13316"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
        <p:nvSpPr>
          <p:cNvPr id="49158" name="Rectangle 3"/>
          <p:cNvSpPr>
            <a:spLocks noGrp="1"/>
          </p:cNvSpPr>
          <p:nvPr>
            <p:ph idx="1"/>
          </p:nvPr>
        </p:nvSpPr>
        <p:spPr>
          <a:xfrm>
            <a:off x="457200" y="1600200"/>
            <a:ext cx="8206740" cy="4873625"/>
          </a:xfrm>
        </p:spPr>
        <p:txBody>
          <a:bodyPr vert="horz" wrap="square" lIns="91440" tIns="45720" rIns="91440" bIns="45720" anchor="t" anchorCtr="0">
            <a:normAutofit fontScale="97500"/>
          </a:bodyPr>
          <a:lstStyle/>
          <a:p>
            <a:pPr eaLnBrk="1" hangingPunct="1">
              <a:lnSpc>
                <a:spcPct val="100000"/>
              </a:lnSpc>
            </a:pPr>
            <a:r>
              <a:rPr lang="zh-CN" altLang="en-US" sz="3200" dirty="0">
                <a:solidFill>
                  <a:schemeClr val="tx1">
                    <a:lumMod val="50000"/>
                    <a:lumOff val="50000"/>
                  </a:schemeClr>
                </a:solidFill>
                <a:latin typeface="华文楷体" panose="02010600040101010101" charset="-122"/>
                <a:ea typeface="华文楷体" panose="02010600040101010101" charset="-122"/>
              </a:rPr>
              <a:t>实例：考务处理系统</a:t>
            </a:r>
            <a:endParaRPr lang="zh-CN" altLang="en-US" sz="3200" dirty="0">
              <a:solidFill>
                <a:schemeClr val="tx1">
                  <a:lumMod val="50000"/>
                  <a:lumOff val="50000"/>
                </a:schemeClr>
              </a:solidFill>
              <a:latin typeface="华文楷体" panose="02010600040101010101" charset="-122"/>
              <a:ea typeface="华文楷体" panose="02010600040101010101" charset="-122"/>
            </a:endParaRPr>
          </a:p>
          <a:p>
            <a:pPr eaLnBrk="1" hangingPunct="1">
              <a:lnSpc>
                <a:spcPct val="100000"/>
              </a:lnSpc>
            </a:pPr>
            <a:endParaRPr lang="zh-CN" altLang="en-US" sz="3200" dirty="0">
              <a:solidFill>
                <a:schemeClr val="tx1">
                  <a:lumMod val="50000"/>
                  <a:lumOff val="50000"/>
                </a:schemeClr>
              </a:solidFill>
              <a:latin typeface="华文楷体" panose="02010600040101010101" charset="-122"/>
              <a:ea typeface="华文楷体" panose="02010600040101010101" charset="-122"/>
            </a:endParaRPr>
          </a:p>
          <a:p>
            <a:pPr marL="342900" lvl="0" indent="-342900" eaLnBrk="1" hangingPunct="1">
              <a:lnSpc>
                <a:spcPct val="105000"/>
              </a:lnSpc>
              <a:spcBef>
                <a:spcPct val="5000"/>
              </a:spcBef>
              <a:buClrTx/>
              <a:buSzTx/>
              <a:buFontTx/>
              <a:buNone/>
            </a:pPr>
            <a:r>
              <a:rPr lang="en-US" altLang="zh-CN" sz="2600" dirty="0">
                <a:latin typeface="Times New Roman" panose="02020603050405020304" pitchFamily="18" charset="0"/>
                <a:ea typeface="仿宋_GB2312" pitchFamily="49" charset="-122"/>
                <a:sym typeface="+mn-ea"/>
              </a:rPr>
              <a:t>(1) </a:t>
            </a:r>
            <a:r>
              <a:rPr lang="zh-CN" altLang="en-US" sz="2600" dirty="0">
                <a:latin typeface="Times New Roman" panose="02020603050405020304" pitchFamily="18" charset="0"/>
                <a:ea typeface="仿宋_GB2312" pitchFamily="49" charset="-122"/>
                <a:sym typeface="+mn-ea"/>
              </a:rPr>
              <a:t>对</a:t>
            </a:r>
            <a:r>
              <a:rPr lang="zh-CN" altLang="en-US" sz="2600" dirty="0">
                <a:highlight>
                  <a:srgbClr val="FFFF00"/>
                </a:highlight>
                <a:latin typeface="Times New Roman" panose="02020603050405020304" pitchFamily="18" charset="0"/>
                <a:ea typeface="仿宋_GB2312" pitchFamily="49" charset="-122"/>
                <a:sym typeface="+mn-ea"/>
              </a:rPr>
              <a:t>考生</a:t>
            </a:r>
            <a:r>
              <a:rPr lang="zh-CN" altLang="en-US" sz="2600" dirty="0">
                <a:latin typeface="Times New Roman" panose="02020603050405020304" pitchFamily="18" charset="0"/>
                <a:ea typeface="仿宋_GB2312" pitchFamily="49" charset="-122"/>
                <a:sym typeface="+mn-ea"/>
              </a:rPr>
              <a:t>送来的报名单进行检查</a:t>
            </a:r>
            <a:r>
              <a:rPr lang="en-US" altLang="zh-CN" sz="2600" dirty="0">
                <a:latin typeface="Times New Roman" panose="02020603050405020304" pitchFamily="18" charset="0"/>
                <a:ea typeface="仿宋_GB2312" pitchFamily="49" charset="-122"/>
                <a:sym typeface="+mn-ea"/>
              </a:rPr>
              <a:t>;</a:t>
            </a:r>
            <a:endParaRPr lang="en-US" altLang="zh-CN" sz="2600" b="1" dirty="0">
              <a:latin typeface="Times New Roman" panose="02020603050405020304" pitchFamily="18" charset="0"/>
              <a:ea typeface="仿宋_GB2312" pitchFamily="49" charset="-122"/>
            </a:endParaRPr>
          </a:p>
          <a:p>
            <a:pPr marL="342900" lvl="0" indent="-342900" eaLnBrk="1" hangingPunct="1">
              <a:lnSpc>
                <a:spcPct val="105000"/>
              </a:lnSpc>
              <a:spcBef>
                <a:spcPct val="5000"/>
              </a:spcBef>
              <a:buClrTx/>
              <a:buSzTx/>
              <a:buFontTx/>
              <a:buNone/>
            </a:pPr>
            <a:r>
              <a:rPr lang="en-US" altLang="zh-CN" sz="2600" dirty="0">
                <a:latin typeface="Times New Roman" panose="02020603050405020304" pitchFamily="18" charset="0"/>
                <a:ea typeface="仿宋_GB2312" pitchFamily="49" charset="-122"/>
                <a:sym typeface="+mn-ea"/>
              </a:rPr>
              <a:t>(2) </a:t>
            </a:r>
            <a:r>
              <a:rPr lang="zh-CN" altLang="en-US" sz="2600" dirty="0">
                <a:latin typeface="Times New Roman" panose="02020603050405020304" pitchFamily="18" charset="0"/>
                <a:ea typeface="仿宋_GB2312" pitchFamily="49" charset="-122"/>
                <a:sym typeface="+mn-ea"/>
              </a:rPr>
              <a:t>对合格的报名单编好准考证号后将准考证送给考生，并将汇总后的考生名单送给</a:t>
            </a:r>
            <a:r>
              <a:rPr lang="zh-CN" altLang="en-US" sz="2600" dirty="0">
                <a:highlight>
                  <a:srgbClr val="FFFF00"/>
                </a:highlight>
                <a:latin typeface="Times New Roman" panose="02020603050405020304" pitchFamily="18" charset="0"/>
                <a:ea typeface="仿宋_GB2312" pitchFamily="49" charset="-122"/>
                <a:sym typeface="+mn-ea"/>
              </a:rPr>
              <a:t>阅卷站</a:t>
            </a:r>
            <a:r>
              <a:rPr lang="en-US" altLang="zh-CN" sz="2600" dirty="0">
                <a:latin typeface="Times New Roman" panose="02020603050405020304" pitchFamily="18" charset="0"/>
                <a:ea typeface="仿宋_GB2312" pitchFamily="49" charset="-122"/>
                <a:sym typeface="+mn-ea"/>
              </a:rPr>
              <a:t>;</a:t>
            </a:r>
            <a:endParaRPr lang="en-US" altLang="zh-CN" sz="2600" b="1" dirty="0">
              <a:latin typeface="Times New Roman" panose="02020603050405020304" pitchFamily="18" charset="0"/>
              <a:ea typeface="仿宋_GB2312" pitchFamily="49" charset="-122"/>
            </a:endParaRPr>
          </a:p>
          <a:p>
            <a:pPr marL="342900" lvl="0" indent="-342900" eaLnBrk="1" hangingPunct="1">
              <a:lnSpc>
                <a:spcPct val="105000"/>
              </a:lnSpc>
              <a:spcBef>
                <a:spcPct val="5000"/>
              </a:spcBef>
              <a:buClrTx/>
              <a:buSzTx/>
              <a:buFontTx/>
              <a:buNone/>
            </a:pPr>
            <a:r>
              <a:rPr lang="en-US" altLang="zh-CN" sz="2600" dirty="0">
                <a:latin typeface="Times New Roman" panose="02020603050405020304" pitchFamily="18" charset="0"/>
                <a:ea typeface="仿宋_GB2312" pitchFamily="49" charset="-122"/>
                <a:sym typeface="+mn-ea"/>
              </a:rPr>
              <a:t>(3) </a:t>
            </a:r>
            <a:r>
              <a:rPr lang="zh-CN" altLang="en-US" sz="2600" dirty="0">
                <a:latin typeface="Times New Roman" panose="02020603050405020304" pitchFamily="18" charset="0"/>
                <a:ea typeface="仿宋_GB2312" pitchFamily="49" charset="-122"/>
                <a:sym typeface="+mn-ea"/>
              </a:rPr>
              <a:t>对阅卷站送来的成绩单进行检查，并根据</a:t>
            </a:r>
            <a:r>
              <a:rPr lang="zh-CN" altLang="en-US" sz="2600" dirty="0">
                <a:highlight>
                  <a:srgbClr val="FFFF00"/>
                </a:highlight>
                <a:latin typeface="Times New Roman" panose="02020603050405020304" pitchFamily="18" charset="0"/>
                <a:ea typeface="仿宋_GB2312" pitchFamily="49" charset="-122"/>
                <a:sym typeface="+mn-ea"/>
              </a:rPr>
              <a:t>考试中心</a:t>
            </a:r>
            <a:r>
              <a:rPr lang="zh-CN" altLang="en-US" sz="2600" dirty="0">
                <a:latin typeface="Times New Roman" panose="02020603050405020304" pitchFamily="18" charset="0"/>
                <a:ea typeface="仿宋_GB2312" pitchFamily="49" charset="-122"/>
                <a:sym typeface="+mn-ea"/>
              </a:rPr>
              <a:t>制定的合格标准审定合格者</a:t>
            </a:r>
            <a:r>
              <a:rPr lang="en-US" altLang="zh-CN" sz="2600" dirty="0">
                <a:latin typeface="Times New Roman" panose="02020603050405020304" pitchFamily="18" charset="0"/>
                <a:ea typeface="仿宋_GB2312" pitchFamily="49" charset="-122"/>
                <a:sym typeface="+mn-ea"/>
              </a:rPr>
              <a:t>;</a:t>
            </a:r>
            <a:endParaRPr lang="en-US" altLang="zh-CN" sz="2600" b="1" dirty="0">
              <a:latin typeface="Times New Roman" panose="02020603050405020304" pitchFamily="18" charset="0"/>
              <a:ea typeface="仿宋_GB2312" pitchFamily="49" charset="-122"/>
            </a:endParaRPr>
          </a:p>
          <a:p>
            <a:pPr marL="342900" lvl="0" indent="-342900" eaLnBrk="1" hangingPunct="1">
              <a:lnSpc>
                <a:spcPct val="105000"/>
              </a:lnSpc>
              <a:spcBef>
                <a:spcPct val="5000"/>
              </a:spcBef>
              <a:buClrTx/>
              <a:buSzTx/>
              <a:buFontTx/>
              <a:buNone/>
            </a:pPr>
            <a:r>
              <a:rPr lang="en-US" altLang="zh-CN" sz="2600" dirty="0">
                <a:latin typeface="Times New Roman" panose="02020603050405020304" pitchFamily="18" charset="0"/>
                <a:ea typeface="仿宋_GB2312" pitchFamily="49" charset="-122"/>
                <a:sym typeface="+mn-ea"/>
              </a:rPr>
              <a:t>(4) </a:t>
            </a:r>
            <a:r>
              <a:rPr lang="zh-CN" altLang="en-US" sz="2600" dirty="0">
                <a:latin typeface="Times New Roman" panose="02020603050405020304" pitchFamily="18" charset="0"/>
                <a:ea typeface="仿宋_GB2312" pitchFamily="49" charset="-122"/>
                <a:sym typeface="+mn-ea"/>
              </a:rPr>
              <a:t>制作考生通知单（含成绩及合格</a:t>
            </a:r>
            <a:r>
              <a:rPr lang="en-US" altLang="zh-CN" sz="2600" dirty="0">
                <a:latin typeface="Times New Roman" panose="02020603050405020304" pitchFamily="18" charset="0"/>
                <a:ea typeface="仿宋_GB2312" pitchFamily="49" charset="-122"/>
                <a:sym typeface="+mn-ea"/>
              </a:rPr>
              <a:t>/</a:t>
            </a:r>
            <a:r>
              <a:rPr lang="zh-CN" altLang="en-US" sz="2600" dirty="0">
                <a:latin typeface="Times New Roman" panose="02020603050405020304" pitchFamily="18" charset="0"/>
                <a:ea typeface="仿宋_GB2312" pitchFamily="49" charset="-122"/>
                <a:sym typeface="+mn-ea"/>
              </a:rPr>
              <a:t>不合格标志）送给考生</a:t>
            </a:r>
            <a:r>
              <a:rPr lang="en-US" altLang="zh-CN" sz="2600" dirty="0">
                <a:latin typeface="Times New Roman" panose="02020603050405020304" pitchFamily="18" charset="0"/>
                <a:ea typeface="仿宋_GB2312" pitchFamily="49" charset="-122"/>
                <a:sym typeface="+mn-ea"/>
              </a:rPr>
              <a:t>;</a:t>
            </a:r>
            <a:endParaRPr lang="en-US" altLang="zh-CN" sz="2600" b="1" dirty="0">
              <a:latin typeface="Times New Roman" panose="02020603050405020304" pitchFamily="18" charset="0"/>
              <a:ea typeface="仿宋_GB2312" pitchFamily="49" charset="-122"/>
            </a:endParaRPr>
          </a:p>
          <a:p>
            <a:pPr marL="342900" lvl="0" indent="-342900" eaLnBrk="1" hangingPunct="1">
              <a:lnSpc>
                <a:spcPct val="105000"/>
              </a:lnSpc>
              <a:spcBef>
                <a:spcPct val="5000"/>
              </a:spcBef>
              <a:buClrTx/>
              <a:buSzTx/>
              <a:buFontTx/>
              <a:buNone/>
            </a:pPr>
            <a:r>
              <a:rPr lang="en-US" altLang="zh-CN" sz="2600" dirty="0">
                <a:latin typeface="Times New Roman" panose="02020603050405020304" pitchFamily="18" charset="0"/>
                <a:ea typeface="仿宋_GB2312" pitchFamily="49" charset="-122"/>
                <a:sym typeface="+mn-ea"/>
              </a:rPr>
              <a:t>(5) </a:t>
            </a:r>
            <a:r>
              <a:rPr lang="zh-CN" altLang="en-US" sz="2600" dirty="0">
                <a:latin typeface="Times New Roman" panose="02020603050405020304" pitchFamily="18" charset="0"/>
                <a:ea typeface="仿宋_GB2312" pitchFamily="49" charset="-122"/>
                <a:sym typeface="+mn-ea"/>
              </a:rPr>
              <a:t>按地区进行成绩分类统计和试题难度分析，产生统计分析表。</a:t>
            </a:r>
            <a:endParaRPr lang="zh-CN" altLang="en-US" sz="2600" dirty="0">
              <a:solidFill>
                <a:srgbClr val="002060"/>
              </a:solidFill>
              <a:latin typeface="华文楷体" panose="02010600040101010101" charset="-122"/>
              <a:ea typeface="华文楷体" panose="02010600040101010101"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宋体" panose="02010600030101010101" pitchFamily="2" charset="-122"/>
                <a:cs typeface="Times New Roman" panose="02020603050405020304" pitchFamily="18" charset="0"/>
              </a:rPr>
              <a:t>2.1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结构化分析</a:t>
            </a:r>
            <a:endPar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13316"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
        <p:nvSpPr>
          <p:cNvPr id="49158" name="Rectangle 3"/>
          <p:cNvSpPr>
            <a:spLocks noGrp="1"/>
          </p:cNvSpPr>
          <p:nvPr>
            <p:ph idx="1"/>
          </p:nvPr>
        </p:nvSpPr>
        <p:spPr>
          <a:xfrm>
            <a:off x="457200" y="1600200"/>
            <a:ext cx="8206740" cy="4873625"/>
          </a:xfrm>
        </p:spPr>
        <p:txBody>
          <a:bodyPr vert="horz" wrap="square" lIns="91440" tIns="45720" rIns="91440" bIns="45720" anchor="t" anchorCtr="0">
            <a:normAutofit fontScale="97500"/>
          </a:bodyPr>
          <a:lstStyle/>
          <a:p>
            <a:pPr eaLnBrk="1" hangingPunct="1">
              <a:lnSpc>
                <a:spcPct val="100000"/>
              </a:lnSpc>
            </a:pPr>
            <a:r>
              <a:rPr lang="zh-CN" altLang="en-US" sz="3200" dirty="0">
                <a:solidFill>
                  <a:schemeClr val="tx1">
                    <a:lumMod val="50000"/>
                    <a:lumOff val="50000"/>
                  </a:schemeClr>
                </a:solidFill>
                <a:latin typeface="华文楷体" panose="02010600040101010101" charset="-122"/>
                <a:ea typeface="华文楷体" panose="02010600040101010101" charset="-122"/>
              </a:rPr>
              <a:t>实例：考务处理系统</a:t>
            </a:r>
            <a:endParaRPr lang="zh-CN" altLang="en-US" sz="3200" dirty="0">
              <a:solidFill>
                <a:schemeClr val="tx1">
                  <a:lumMod val="50000"/>
                  <a:lumOff val="50000"/>
                </a:schemeClr>
              </a:solidFill>
              <a:latin typeface="华文楷体" panose="02010600040101010101" charset="-122"/>
              <a:ea typeface="华文楷体" panose="02010600040101010101" charset="-122"/>
            </a:endParaRPr>
          </a:p>
          <a:p>
            <a:pPr eaLnBrk="1" hangingPunct="1">
              <a:lnSpc>
                <a:spcPct val="100000"/>
              </a:lnSpc>
            </a:pPr>
            <a:endParaRPr lang="zh-CN" altLang="en-US" sz="3200" dirty="0">
              <a:solidFill>
                <a:schemeClr val="tx1">
                  <a:lumMod val="50000"/>
                  <a:lumOff val="50000"/>
                </a:schemeClr>
              </a:solidFill>
              <a:latin typeface="华文楷体" panose="02010600040101010101" charset="-122"/>
              <a:ea typeface="华文楷体" panose="02010600040101010101" charset="-122"/>
            </a:endParaRPr>
          </a:p>
          <a:p>
            <a:pPr marL="342900" lvl="0" indent="-342900" eaLnBrk="1" hangingPunct="1">
              <a:lnSpc>
                <a:spcPct val="105000"/>
              </a:lnSpc>
              <a:spcBef>
                <a:spcPct val="5000"/>
              </a:spcBef>
              <a:buClrTx/>
              <a:buSzTx/>
              <a:buFontTx/>
              <a:buNone/>
            </a:pPr>
            <a:r>
              <a:rPr lang="en-US" altLang="zh-CN" sz="2600" dirty="0">
                <a:latin typeface="Times New Roman" panose="02020603050405020304" pitchFamily="18" charset="0"/>
                <a:ea typeface="仿宋_GB2312" pitchFamily="49" charset="-122"/>
                <a:sym typeface="+mn-ea"/>
              </a:rPr>
              <a:t>(1) </a:t>
            </a:r>
            <a:r>
              <a:rPr lang="zh-CN" altLang="en-US" sz="2600" dirty="0">
                <a:latin typeface="Times New Roman" panose="02020603050405020304" pitchFamily="18" charset="0"/>
                <a:ea typeface="仿宋_GB2312" pitchFamily="49" charset="-122"/>
                <a:sym typeface="+mn-ea"/>
              </a:rPr>
              <a:t>对考生送来的</a:t>
            </a:r>
            <a:r>
              <a:rPr lang="zh-CN" altLang="en-US" sz="2600" dirty="0">
                <a:highlight>
                  <a:srgbClr val="00FF00"/>
                </a:highlight>
                <a:latin typeface="Times New Roman" panose="02020603050405020304" pitchFamily="18" charset="0"/>
                <a:ea typeface="仿宋_GB2312" pitchFamily="49" charset="-122"/>
                <a:sym typeface="+mn-ea"/>
              </a:rPr>
              <a:t>报名单</a:t>
            </a:r>
            <a:r>
              <a:rPr lang="zh-CN" altLang="en-US" sz="2600" dirty="0">
                <a:latin typeface="Times New Roman" panose="02020603050405020304" pitchFamily="18" charset="0"/>
                <a:ea typeface="仿宋_GB2312" pitchFamily="49" charset="-122"/>
                <a:sym typeface="+mn-ea"/>
              </a:rPr>
              <a:t>进行检查</a:t>
            </a:r>
            <a:r>
              <a:rPr lang="en-US" altLang="zh-CN" sz="2600" dirty="0">
                <a:latin typeface="Times New Roman" panose="02020603050405020304" pitchFamily="18" charset="0"/>
                <a:ea typeface="仿宋_GB2312" pitchFamily="49" charset="-122"/>
                <a:sym typeface="+mn-ea"/>
              </a:rPr>
              <a:t>;</a:t>
            </a:r>
            <a:endParaRPr lang="en-US" altLang="zh-CN" sz="2600" b="1" dirty="0">
              <a:latin typeface="Times New Roman" panose="02020603050405020304" pitchFamily="18" charset="0"/>
              <a:ea typeface="仿宋_GB2312" pitchFamily="49" charset="-122"/>
            </a:endParaRPr>
          </a:p>
          <a:p>
            <a:pPr marL="342900" lvl="0" indent="-342900" eaLnBrk="1" hangingPunct="1">
              <a:lnSpc>
                <a:spcPct val="105000"/>
              </a:lnSpc>
              <a:spcBef>
                <a:spcPct val="5000"/>
              </a:spcBef>
              <a:buClrTx/>
              <a:buSzTx/>
              <a:buFontTx/>
              <a:buNone/>
            </a:pPr>
            <a:r>
              <a:rPr lang="en-US" altLang="zh-CN" sz="2600" dirty="0">
                <a:latin typeface="Times New Roman" panose="02020603050405020304" pitchFamily="18" charset="0"/>
                <a:ea typeface="仿宋_GB2312" pitchFamily="49" charset="-122"/>
                <a:sym typeface="+mn-ea"/>
              </a:rPr>
              <a:t>(2) </a:t>
            </a:r>
            <a:r>
              <a:rPr lang="zh-CN" altLang="en-US" sz="2600" dirty="0">
                <a:latin typeface="Times New Roman" panose="02020603050405020304" pitchFamily="18" charset="0"/>
                <a:ea typeface="仿宋_GB2312" pitchFamily="49" charset="-122"/>
                <a:sym typeface="+mn-ea"/>
              </a:rPr>
              <a:t>对合格的报名单编好准考证号后将</a:t>
            </a:r>
            <a:r>
              <a:rPr lang="zh-CN" altLang="en-US" sz="2600" dirty="0">
                <a:highlight>
                  <a:srgbClr val="00FF00"/>
                </a:highlight>
                <a:latin typeface="Times New Roman" panose="02020603050405020304" pitchFamily="18" charset="0"/>
                <a:ea typeface="仿宋_GB2312" pitchFamily="49" charset="-122"/>
                <a:sym typeface="+mn-ea"/>
              </a:rPr>
              <a:t>准考证</a:t>
            </a:r>
            <a:r>
              <a:rPr lang="zh-CN" altLang="en-US" sz="2600" dirty="0">
                <a:latin typeface="Times New Roman" panose="02020603050405020304" pitchFamily="18" charset="0"/>
                <a:ea typeface="仿宋_GB2312" pitchFamily="49" charset="-122"/>
                <a:sym typeface="+mn-ea"/>
              </a:rPr>
              <a:t>送给考生，并将汇总后的</a:t>
            </a:r>
            <a:r>
              <a:rPr lang="zh-CN" altLang="en-US" sz="2600" dirty="0">
                <a:highlight>
                  <a:srgbClr val="00FF00"/>
                </a:highlight>
                <a:latin typeface="Times New Roman" panose="02020603050405020304" pitchFamily="18" charset="0"/>
                <a:ea typeface="仿宋_GB2312" pitchFamily="49" charset="-122"/>
                <a:sym typeface="+mn-ea"/>
              </a:rPr>
              <a:t>考生名单</a:t>
            </a:r>
            <a:r>
              <a:rPr lang="zh-CN" altLang="en-US" sz="2600" dirty="0">
                <a:latin typeface="Times New Roman" panose="02020603050405020304" pitchFamily="18" charset="0"/>
                <a:ea typeface="仿宋_GB2312" pitchFamily="49" charset="-122"/>
                <a:sym typeface="+mn-ea"/>
              </a:rPr>
              <a:t>送给阅卷站</a:t>
            </a:r>
            <a:r>
              <a:rPr lang="en-US" altLang="zh-CN" sz="2600" dirty="0">
                <a:latin typeface="Times New Roman" panose="02020603050405020304" pitchFamily="18" charset="0"/>
                <a:ea typeface="仿宋_GB2312" pitchFamily="49" charset="-122"/>
                <a:sym typeface="+mn-ea"/>
              </a:rPr>
              <a:t>;</a:t>
            </a:r>
            <a:endParaRPr lang="en-US" altLang="zh-CN" sz="2600" b="1" dirty="0">
              <a:latin typeface="Times New Roman" panose="02020603050405020304" pitchFamily="18" charset="0"/>
              <a:ea typeface="仿宋_GB2312" pitchFamily="49" charset="-122"/>
            </a:endParaRPr>
          </a:p>
          <a:p>
            <a:pPr marL="342900" lvl="0" indent="-342900" eaLnBrk="1" hangingPunct="1">
              <a:lnSpc>
                <a:spcPct val="105000"/>
              </a:lnSpc>
              <a:spcBef>
                <a:spcPct val="5000"/>
              </a:spcBef>
              <a:buClrTx/>
              <a:buSzTx/>
              <a:buFontTx/>
              <a:buNone/>
            </a:pPr>
            <a:r>
              <a:rPr lang="en-US" altLang="zh-CN" sz="2600" dirty="0">
                <a:latin typeface="Times New Roman" panose="02020603050405020304" pitchFamily="18" charset="0"/>
                <a:ea typeface="仿宋_GB2312" pitchFamily="49" charset="-122"/>
                <a:sym typeface="+mn-ea"/>
              </a:rPr>
              <a:t>(3) </a:t>
            </a:r>
            <a:r>
              <a:rPr lang="zh-CN" altLang="en-US" sz="2600" dirty="0">
                <a:latin typeface="Times New Roman" panose="02020603050405020304" pitchFamily="18" charset="0"/>
                <a:ea typeface="仿宋_GB2312" pitchFamily="49" charset="-122"/>
                <a:sym typeface="+mn-ea"/>
              </a:rPr>
              <a:t>对阅卷站送来的</a:t>
            </a:r>
            <a:r>
              <a:rPr lang="zh-CN" altLang="en-US" sz="2600" dirty="0">
                <a:highlight>
                  <a:srgbClr val="00FF00"/>
                </a:highlight>
                <a:latin typeface="Times New Roman" panose="02020603050405020304" pitchFamily="18" charset="0"/>
                <a:ea typeface="仿宋_GB2312" pitchFamily="49" charset="-122"/>
                <a:sym typeface="+mn-ea"/>
              </a:rPr>
              <a:t>成绩单</a:t>
            </a:r>
            <a:r>
              <a:rPr lang="zh-CN" altLang="en-US" sz="2600" dirty="0">
                <a:latin typeface="Times New Roman" panose="02020603050405020304" pitchFamily="18" charset="0"/>
                <a:ea typeface="仿宋_GB2312" pitchFamily="49" charset="-122"/>
                <a:sym typeface="+mn-ea"/>
              </a:rPr>
              <a:t>进行检查，并根据考试中心制定的</a:t>
            </a:r>
            <a:r>
              <a:rPr lang="zh-CN" altLang="en-US" sz="2600" dirty="0">
                <a:highlight>
                  <a:srgbClr val="00FF00"/>
                </a:highlight>
                <a:latin typeface="Times New Roman" panose="02020603050405020304" pitchFamily="18" charset="0"/>
                <a:ea typeface="仿宋_GB2312" pitchFamily="49" charset="-122"/>
                <a:sym typeface="+mn-ea"/>
              </a:rPr>
              <a:t>合格标准</a:t>
            </a:r>
            <a:r>
              <a:rPr lang="zh-CN" altLang="en-US" sz="2600" dirty="0">
                <a:latin typeface="Times New Roman" panose="02020603050405020304" pitchFamily="18" charset="0"/>
                <a:ea typeface="仿宋_GB2312" pitchFamily="49" charset="-122"/>
                <a:sym typeface="+mn-ea"/>
              </a:rPr>
              <a:t>审定合格者</a:t>
            </a:r>
            <a:r>
              <a:rPr lang="en-US" altLang="zh-CN" sz="2600" dirty="0">
                <a:latin typeface="Times New Roman" panose="02020603050405020304" pitchFamily="18" charset="0"/>
                <a:ea typeface="仿宋_GB2312" pitchFamily="49" charset="-122"/>
                <a:sym typeface="+mn-ea"/>
              </a:rPr>
              <a:t>;</a:t>
            </a:r>
            <a:endParaRPr lang="en-US" altLang="zh-CN" sz="2600" b="1" dirty="0">
              <a:latin typeface="Times New Roman" panose="02020603050405020304" pitchFamily="18" charset="0"/>
              <a:ea typeface="仿宋_GB2312" pitchFamily="49" charset="-122"/>
            </a:endParaRPr>
          </a:p>
          <a:p>
            <a:pPr marL="342900" lvl="0" indent="-342900" eaLnBrk="1" hangingPunct="1">
              <a:lnSpc>
                <a:spcPct val="105000"/>
              </a:lnSpc>
              <a:spcBef>
                <a:spcPct val="5000"/>
              </a:spcBef>
              <a:buClrTx/>
              <a:buSzTx/>
              <a:buFontTx/>
              <a:buNone/>
            </a:pPr>
            <a:r>
              <a:rPr lang="en-US" altLang="zh-CN" sz="2600" dirty="0">
                <a:latin typeface="Times New Roman" panose="02020603050405020304" pitchFamily="18" charset="0"/>
                <a:ea typeface="仿宋_GB2312" pitchFamily="49" charset="-122"/>
                <a:sym typeface="+mn-ea"/>
              </a:rPr>
              <a:t>(4) </a:t>
            </a:r>
            <a:r>
              <a:rPr lang="zh-CN" altLang="en-US" sz="2600" dirty="0">
                <a:latin typeface="Times New Roman" panose="02020603050405020304" pitchFamily="18" charset="0"/>
                <a:ea typeface="仿宋_GB2312" pitchFamily="49" charset="-122"/>
                <a:sym typeface="+mn-ea"/>
              </a:rPr>
              <a:t>制作</a:t>
            </a:r>
            <a:r>
              <a:rPr lang="zh-CN" altLang="en-US" sz="2600" dirty="0">
                <a:highlight>
                  <a:srgbClr val="00FF00"/>
                </a:highlight>
                <a:latin typeface="Times New Roman" panose="02020603050405020304" pitchFamily="18" charset="0"/>
                <a:ea typeface="仿宋_GB2312" pitchFamily="49" charset="-122"/>
                <a:sym typeface="+mn-ea"/>
              </a:rPr>
              <a:t>考生通知单</a:t>
            </a:r>
            <a:r>
              <a:rPr lang="zh-CN" altLang="en-US" sz="2600" dirty="0">
                <a:latin typeface="Times New Roman" panose="02020603050405020304" pitchFamily="18" charset="0"/>
                <a:ea typeface="仿宋_GB2312" pitchFamily="49" charset="-122"/>
                <a:sym typeface="+mn-ea"/>
              </a:rPr>
              <a:t>（含成绩及合格</a:t>
            </a:r>
            <a:r>
              <a:rPr lang="en-US" altLang="zh-CN" sz="2600" dirty="0">
                <a:latin typeface="Times New Roman" panose="02020603050405020304" pitchFamily="18" charset="0"/>
                <a:ea typeface="仿宋_GB2312" pitchFamily="49" charset="-122"/>
                <a:sym typeface="+mn-ea"/>
              </a:rPr>
              <a:t>/</a:t>
            </a:r>
            <a:r>
              <a:rPr lang="zh-CN" altLang="en-US" sz="2600" dirty="0">
                <a:latin typeface="Times New Roman" panose="02020603050405020304" pitchFamily="18" charset="0"/>
                <a:ea typeface="仿宋_GB2312" pitchFamily="49" charset="-122"/>
                <a:sym typeface="+mn-ea"/>
              </a:rPr>
              <a:t>不合格标志）送给考生</a:t>
            </a:r>
            <a:r>
              <a:rPr lang="en-US" altLang="zh-CN" sz="2600" dirty="0">
                <a:latin typeface="Times New Roman" panose="02020603050405020304" pitchFamily="18" charset="0"/>
                <a:ea typeface="仿宋_GB2312" pitchFamily="49" charset="-122"/>
                <a:sym typeface="+mn-ea"/>
              </a:rPr>
              <a:t>;</a:t>
            </a:r>
            <a:endParaRPr lang="en-US" altLang="zh-CN" sz="2600" b="1" dirty="0">
              <a:latin typeface="Times New Roman" panose="02020603050405020304" pitchFamily="18" charset="0"/>
              <a:ea typeface="仿宋_GB2312" pitchFamily="49" charset="-122"/>
            </a:endParaRPr>
          </a:p>
          <a:p>
            <a:pPr marL="342900" lvl="0" indent="-342900" eaLnBrk="1" hangingPunct="1">
              <a:lnSpc>
                <a:spcPct val="105000"/>
              </a:lnSpc>
              <a:spcBef>
                <a:spcPct val="5000"/>
              </a:spcBef>
              <a:buClrTx/>
              <a:buSzTx/>
              <a:buFontTx/>
              <a:buNone/>
            </a:pPr>
            <a:r>
              <a:rPr lang="en-US" altLang="zh-CN" sz="2600" dirty="0">
                <a:latin typeface="Times New Roman" panose="02020603050405020304" pitchFamily="18" charset="0"/>
                <a:ea typeface="仿宋_GB2312" pitchFamily="49" charset="-122"/>
                <a:sym typeface="+mn-ea"/>
              </a:rPr>
              <a:t>(5) </a:t>
            </a:r>
            <a:r>
              <a:rPr lang="zh-CN" altLang="en-US" sz="2600" dirty="0">
                <a:latin typeface="Times New Roman" panose="02020603050405020304" pitchFamily="18" charset="0"/>
                <a:ea typeface="仿宋_GB2312" pitchFamily="49" charset="-122"/>
                <a:sym typeface="+mn-ea"/>
              </a:rPr>
              <a:t>按地区进行成绩分类统计和试题难度分析，产生</a:t>
            </a:r>
            <a:r>
              <a:rPr lang="zh-CN" altLang="en-US" sz="2600" dirty="0">
                <a:highlight>
                  <a:srgbClr val="00FF00"/>
                </a:highlight>
                <a:latin typeface="Times New Roman" panose="02020603050405020304" pitchFamily="18" charset="0"/>
                <a:ea typeface="仿宋_GB2312" pitchFamily="49" charset="-122"/>
                <a:sym typeface="+mn-ea"/>
              </a:rPr>
              <a:t>统计分析表</a:t>
            </a:r>
            <a:r>
              <a:rPr lang="zh-CN" altLang="en-US" sz="2600" dirty="0">
                <a:latin typeface="Times New Roman" panose="02020603050405020304" pitchFamily="18" charset="0"/>
                <a:ea typeface="仿宋_GB2312" pitchFamily="49" charset="-122"/>
                <a:sym typeface="+mn-ea"/>
              </a:rPr>
              <a:t>。</a:t>
            </a:r>
            <a:endParaRPr lang="zh-CN" altLang="en-US" sz="2600" dirty="0">
              <a:solidFill>
                <a:srgbClr val="002060"/>
              </a:solidFill>
              <a:latin typeface="华文楷体" panose="02010600040101010101" charset="-122"/>
              <a:ea typeface="华文楷体" panose="02010600040101010101"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6"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grpSp>
        <p:nvGrpSpPr>
          <p:cNvPr id="60421" name="Group 2"/>
          <p:cNvGrpSpPr/>
          <p:nvPr/>
        </p:nvGrpSpPr>
        <p:grpSpPr>
          <a:xfrm>
            <a:off x="614363" y="745808"/>
            <a:ext cx="7521575" cy="5497512"/>
            <a:chOff x="444" y="436"/>
            <a:chExt cx="4738" cy="3463"/>
          </a:xfrm>
        </p:grpSpPr>
        <p:sp>
          <p:nvSpPr>
            <p:cNvPr id="60422" name="Line 3"/>
            <p:cNvSpPr/>
            <p:nvPr/>
          </p:nvSpPr>
          <p:spPr>
            <a:xfrm flipH="1">
              <a:off x="3421" y="1861"/>
              <a:ext cx="1415" cy="0"/>
            </a:xfrm>
            <a:prstGeom prst="line">
              <a:avLst/>
            </a:prstGeom>
            <a:ln w="31750" cap="flat" cmpd="sng">
              <a:solidFill>
                <a:srgbClr val="0000FF"/>
              </a:solidFill>
              <a:prstDash val="solid"/>
              <a:headEnd type="none" w="sm" len="sm"/>
              <a:tailEnd type="stealth" w="med" len="lg"/>
            </a:ln>
          </p:spPr>
        </p:sp>
        <p:sp>
          <p:nvSpPr>
            <p:cNvPr id="60423" name="Line 4"/>
            <p:cNvSpPr/>
            <p:nvPr/>
          </p:nvSpPr>
          <p:spPr>
            <a:xfrm flipV="1">
              <a:off x="3285" y="1261"/>
              <a:ext cx="1446" cy="371"/>
            </a:xfrm>
            <a:prstGeom prst="line">
              <a:avLst/>
            </a:prstGeom>
            <a:ln w="31750" cap="flat" cmpd="sng">
              <a:solidFill>
                <a:srgbClr val="0000FF"/>
              </a:solidFill>
              <a:prstDash val="solid"/>
              <a:headEnd type="none" w="sm" len="sm"/>
              <a:tailEnd type="stealth" w="med" len="lg"/>
            </a:ln>
          </p:spPr>
        </p:sp>
        <p:sp>
          <p:nvSpPr>
            <p:cNvPr id="60424" name="Rectangle 5"/>
            <p:cNvSpPr/>
            <p:nvPr/>
          </p:nvSpPr>
          <p:spPr>
            <a:xfrm>
              <a:off x="1346" y="436"/>
              <a:ext cx="3072" cy="396"/>
            </a:xfrm>
            <a:prstGeom prst="rect">
              <a:avLst/>
            </a:prstGeom>
            <a:noFill/>
            <a:ln w="9525">
              <a:noFill/>
            </a:ln>
          </p:spPr>
          <p:txBody>
            <a:bodyPr lIns="92075" tIns="46038" rIns="92075" bIns="46038"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lgn="ctr" eaLnBrk="1" hangingPunct="1">
                <a:spcBef>
                  <a:spcPct val="0"/>
                </a:spcBef>
                <a:buClrTx/>
                <a:buSzTx/>
                <a:buFontTx/>
                <a:buNone/>
              </a:pPr>
              <a:r>
                <a:rPr lang="zh-CN" altLang="en-US" sz="3600" b="1" u="sng" dirty="0">
                  <a:solidFill>
                    <a:srgbClr val="CC0000"/>
                  </a:solidFill>
                  <a:latin typeface="Times New Roman" panose="02020603050405020304" pitchFamily="18" charset="0"/>
                  <a:ea typeface="华文新魏" panose="02010800040101010101" pitchFamily="2" charset="-122"/>
                </a:rPr>
                <a:t>顶层数据流图</a:t>
              </a:r>
              <a:endParaRPr lang="zh-CN" altLang="en-US" sz="3600" b="1" u="sng" dirty="0">
                <a:solidFill>
                  <a:srgbClr val="CC0000"/>
                </a:solidFill>
                <a:latin typeface="Times New Roman" panose="02020603050405020304" pitchFamily="18" charset="0"/>
                <a:ea typeface="华文新魏" panose="02010800040101010101" pitchFamily="2" charset="-122"/>
              </a:endParaRPr>
            </a:p>
          </p:txBody>
        </p:sp>
        <p:grpSp>
          <p:nvGrpSpPr>
            <p:cNvPr id="60425" name="Group 6"/>
            <p:cNvGrpSpPr/>
            <p:nvPr/>
          </p:nvGrpSpPr>
          <p:grpSpPr>
            <a:xfrm>
              <a:off x="444" y="1299"/>
              <a:ext cx="439" cy="1079"/>
              <a:chOff x="187" y="924"/>
              <a:chExt cx="439" cy="1079"/>
            </a:xfrm>
          </p:grpSpPr>
          <p:sp>
            <p:nvSpPr>
              <p:cNvPr id="60451" name="Rectangle 7"/>
              <p:cNvSpPr/>
              <p:nvPr/>
            </p:nvSpPr>
            <p:spPr>
              <a:xfrm>
                <a:off x="187" y="924"/>
                <a:ext cx="437" cy="1079"/>
              </a:xfrm>
              <a:prstGeom prst="rect">
                <a:avLst/>
              </a:prstGeom>
              <a:solidFill>
                <a:srgbClr val="FFFF99"/>
              </a:solidFill>
              <a:ln w="25400" cap="flat" cmpd="sng">
                <a:solidFill>
                  <a:srgbClr val="777777"/>
                </a:solidFill>
                <a:prstDash val="solid"/>
                <a:miter/>
                <a:headEnd type="none" w="med" len="med"/>
                <a:tailEnd type="none" w="med" len="med"/>
              </a:ln>
              <a:effectLst>
                <a:outerShdw dist="35921" dir="2699999" algn="ctr" rotWithShape="0">
                  <a:schemeClr val="bg2"/>
                </a:outerShdw>
              </a:effectLst>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endParaRPr lang="zh-CN" altLang="en-US" sz="1800" dirty="0"/>
              </a:p>
            </p:txBody>
          </p:sp>
          <p:sp>
            <p:nvSpPr>
              <p:cNvPr id="60452" name="Rectangle 8"/>
              <p:cNvSpPr/>
              <p:nvPr/>
            </p:nvSpPr>
            <p:spPr>
              <a:xfrm>
                <a:off x="254" y="1131"/>
                <a:ext cx="372" cy="596"/>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spcBef>
                    <a:spcPct val="0"/>
                  </a:spcBef>
                  <a:buClrTx/>
                  <a:buSzTx/>
                  <a:buFontTx/>
                  <a:buNone/>
                </a:pPr>
                <a:r>
                  <a:rPr lang="zh-CN" altLang="en-US" sz="2800" b="1" dirty="0">
                    <a:solidFill>
                      <a:srgbClr val="2C1A88"/>
                    </a:solidFill>
                    <a:latin typeface="仿宋_GB2312" pitchFamily="49" charset="-122"/>
                    <a:ea typeface="仿宋_GB2312" pitchFamily="49" charset="-122"/>
                  </a:rPr>
                  <a:t>考</a:t>
                </a:r>
                <a:endParaRPr lang="zh-CN" altLang="en-US" sz="2800" b="1" dirty="0">
                  <a:solidFill>
                    <a:srgbClr val="2C1A88"/>
                  </a:solidFill>
                  <a:latin typeface="仿宋_GB2312" pitchFamily="49" charset="-122"/>
                  <a:ea typeface="仿宋_GB2312" pitchFamily="49" charset="-122"/>
                </a:endParaRPr>
              </a:p>
              <a:p>
                <a:pPr marL="0" lvl="0" indent="0">
                  <a:spcBef>
                    <a:spcPct val="0"/>
                  </a:spcBef>
                  <a:buClrTx/>
                  <a:buSzTx/>
                  <a:buFontTx/>
                  <a:buNone/>
                </a:pPr>
                <a:r>
                  <a:rPr lang="zh-CN" altLang="en-US" sz="2800" b="1" dirty="0">
                    <a:solidFill>
                      <a:srgbClr val="2C1A88"/>
                    </a:solidFill>
                    <a:latin typeface="仿宋_GB2312" pitchFamily="49" charset="-122"/>
                    <a:ea typeface="仿宋_GB2312" pitchFamily="49" charset="-122"/>
                  </a:rPr>
                  <a:t>生</a:t>
                </a:r>
                <a:endParaRPr lang="zh-CN" altLang="en-US" sz="2800" b="1" dirty="0">
                  <a:solidFill>
                    <a:srgbClr val="2C1A88"/>
                  </a:solidFill>
                  <a:latin typeface="仿宋_GB2312" pitchFamily="49" charset="-122"/>
                  <a:ea typeface="仿宋_GB2312" pitchFamily="49" charset="-122"/>
                </a:endParaRPr>
              </a:p>
            </p:txBody>
          </p:sp>
        </p:grpSp>
        <p:grpSp>
          <p:nvGrpSpPr>
            <p:cNvPr id="60426" name="Group 9"/>
            <p:cNvGrpSpPr/>
            <p:nvPr/>
          </p:nvGrpSpPr>
          <p:grpSpPr>
            <a:xfrm>
              <a:off x="2286" y="1272"/>
              <a:ext cx="1160" cy="1060"/>
              <a:chOff x="2582" y="1348"/>
              <a:chExt cx="1160" cy="1060"/>
            </a:xfrm>
          </p:grpSpPr>
          <p:sp>
            <p:nvSpPr>
              <p:cNvPr id="60449" name="Oval 10"/>
              <p:cNvSpPr/>
              <p:nvPr/>
            </p:nvSpPr>
            <p:spPr>
              <a:xfrm>
                <a:off x="2582" y="1348"/>
                <a:ext cx="1123" cy="1060"/>
              </a:xfrm>
              <a:prstGeom prst="ellipse">
                <a:avLst/>
              </a:prstGeom>
              <a:solidFill>
                <a:srgbClr val="FFFF99"/>
              </a:solidFill>
              <a:ln w="25400" cap="flat" cmpd="sng">
                <a:solidFill>
                  <a:srgbClr val="777777"/>
                </a:solidFill>
                <a:prstDash val="solid"/>
                <a:headEnd type="none" w="med" len="med"/>
                <a:tailEnd type="none" w="med" len="med"/>
              </a:ln>
              <a:effectLst>
                <a:outerShdw dist="35921" dir="2699999" algn="ctr" rotWithShape="0">
                  <a:schemeClr val="bg2"/>
                </a:outerShdw>
              </a:effectLst>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endParaRPr lang="zh-CN" altLang="en-US" sz="1800" dirty="0"/>
              </a:p>
            </p:txBody>
          </p:sp>
          <p:sp>
            <p:nvSpPr>
              <p:cNvPr id="60450" name="Rectangle 11"/>
              <p:cNvSpPr/>
              <p:nvPr/>
            </p:nvSpPr>
            <p:spPr>
              <a:xfrm>
                <a:off x="2596" y="1513"/>
                <a:ext cx="1146" cy="596"/>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lgn="ctr">
                  <a:spcBef>
                    <a:spcPct val="0"/>
                  </a:spcBef>
                  <a:buClrTx/>
                  <a:buSzTx/>
                  <a:buFontTx/>
                  <a:buNone/>
                </a:pPr>
                <a:r>
                  <a:rPr lang="zh-CN" altLang="en-US" sz="2800" b="1" dirty="0">
                    <a:solidFill>
                      <a:srgbClr val="2C1A88"/>
                    </a:solidFill>
                    <a:latin typeface="仿宋_GB2312" pitchFamily="49" charset="-122"/>
                    <a:ea typeface="仿宋_GB2312" pitchFamily="49" charset="-122"/>
                  </a:rPr>
                  <a:t>考务</a:t>
                </a:r>
                <a:endParaRPr lang="zh-CN" altLang="en-US" sz="2800" b="1" dirty="0">
                  <a:solidFill>
                    <a:srgbClr val="2C1A88"/>
                  </a:solidFill>
                  <a:latin typeface="仿宋_GB2312" pitchFamily="49" charset="-122"/>
                  <a:ea typeface="仿宋_GB2312" pitchFamily="49" charset="-122"/>
                </a:endParaRPr>
              </a:p>
              <a:p>
                <a:pPr marL="0" lvl="0" indent="0" algn="ctr">
                  <a:spcBef>
                    <a:spcPct val="0"/>
                  </a:spcBef>
                  <a:buClrTx/>
                  <a:buSzTx/>
                  <a:buFontTx/>
                  <a:buNone/>
                </a:pPr>
                <a:r>
                  <a:rPr lang="zh-CN" altLang="en-US" sz="2800" b="1" dirty="0">
                    <a:solidFill>
                      <a:srgbClr val="2C1A88"/>
                    </a:solidFill>
                    <a:latin typeface="仿宋_GB2312" pitchFamily="49" charset="-122"/>
                    <a:ea typeface="仿宋_GB2312" pitchFamily="49" charset="-122"/>
                  </a:rPr>
                  <a:t>处理系统</a:t>
                </a:r>
                <a:endParaRPr lang="zh-CN" altLang="en-US" sz="2800" b="1" dirty="0">
                  <a:solidFill>
                    <a:srgbClr val="2C1A88"/>
                  </a:solidFill>
                  <a:latin typeface="仿宋_GB2312" pitchFamily="49" charset="-122"/>
                  <a:ea typeface="仿宋_GB2312" pitchFamily="49" charset="-122"/>
                </a:endParaRPr>
              </a:p>
            </p:txBody>
          </p:sp>
        </p:grpSp>
        <p:grpSp>
          <p:nvGrpSpPr>
            <p:cNvPr id="60427" name="Group 12"/>
            <p:cNvGrpSpPr/>
            <p:nvPr/>
          </p:nvGrpSpPr>
          <p:grpSpPr>
            <a:xfrm>
              <a:off x="4735" y="999"/>
              <a:ext cx="447" cy="1161"/>
              <a:chOff x="4827" y="999"/>
              <a:chExt cx="447" cy="1161"/>
            </a:xfrm>
          </p:grpSpPr>
          <p:sp>
            <p:nvSpPr>
              <p:cNvPr id="60447" name="Rectangle 13"/>
              <p:cNvSpPr/>
              <p:nvPr/>
            </p:nvSpPr>
            <p:spPr>
              <a:xfrm>
                <a:off x="4827" y="999"/>
                <a:ext cx="447" cy="1161"/>
              </a:xfrm>
              <a:prstGeom prst="rect">
                <a:avLst/>
              </a:prstGeom>
              <a:solidFill>
                <a:srgbClr val="FFFF99"/>
              </a:solidFill>
              <a:ln w="25400" cap="flat" cmpd="sng">
                <a:solidFill>
                  <a:srgbClr val="777777"/>
                </a:solidFill>
                <a:prstDash val="solid"/>
                <a:miter/>
                <a:headEnd type="none" w="med" len="med"/>
                <a:tailEnd type="none" w="med" len="med"/>
              </a:ln>
              <a:effectLst>
                <a:outerShdw dist="35921" dir="2699999" algn="ctr" rotWithShape="0">
                  <a:schemeClr val="bg2"/>
                </a:outerShdw>
              </a:effectLst>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endParaRPr lang="zh-CN" altLang="en-US" sz="1800" dirty="0"/>
              </a:p>
            </p:txBody>
          </p:sp>
          <p:sp>
            <p:nvSpPr>
              <p:cNvPr id="60448" name="Rectangle 14"/>
              <p:cNvSpPr/>
              <p:nvPr/>
            </p:nvSpPr>
            <p:spPr>
              <a:xfrm>
                <a:off x="4883" y="1083"/>
                <a:ext cx="374" cy="1026"/>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lnSpc>
                    <a:spcPct val="90000"/>
                  </a:lnSpc>
                  <a:spcBef>
                    <a:spcPct val="0"/>
                  </a:spcBef>
                  <a:buClrTx/>
                  <a:buSzTx/>
                  <a:buFontTx/>
                  <a:buNone/>
                </a:pPr>
                <a:r>
                  <a:rPr lang="zh-CN" altLang="en-US" sz="2800" b="1" dirty="0">
                    <a:solidFill>
                      <a:srgbClr val="2C1A88"/>
                    </a:solidFill>
                    <a:latin typeface="仿宋_GB2312" pitchFamily="49" charset="-122"/>
                    <a:ea typeface="仿宋_GB2312" pitchFamily="49" charset="-122"/>
                  </a:rPr>
                  <a:t>考</a:t>
                </a:r>
                <a:endParaRPr lang="zh-CN" altLang="en-US" sz="2800" b="1" dirty="0">
                  <a:solidFill>
                    <a:srgbClr val="2C1A88"/>
                  </a:solidFill>
                  <a:latin typeface="仿宋_GB2312" pitchFamily="49" charset="-122"/>
                  <a:ea typeface="仿宋_GB2312" pitchFamily="49" charset="-122"/>
                </a:endParaRPr>
              </a:p>
              <a:p>
                <a:pPr marL="0" lvl="0" indent="0">
                  <a:lnSpc>
                    <a:spcPct val="90000"/>
                  </a:lnSpc>
                  <a:spcBef>
                    <a:spcPct val="0"/>
                  </a:spcBef>
                  <a:buClrTx/>
                  <a:buSzTx/>
                  <a:buFontTx/>
                  <a:buNone/>
                </a:pPr>
                <a:r>
                  <a:rPr lang="zh-CN" altLang="en-US" sz="2800" b="1" dirty="0">
                    <a:solidFill>
                      <a:srgbClr val="2C1A88"/>
                    </a:solidFill>
                    <a:latin typeface="仿宋_GB2312" pitchFamily="49" charset="-122"/>
                    <a:ea typeface="仿宋_GB2312" pitchFamily="49" charset="-122"/>
                  </a:rPr>
                  <a:t>试</a:t>
                </a:r>
                <a:endParaRPr lang="zh-CN" altLang="en-US" sz="2800" b="1" dirty="0">
                  <a:solidFill>
                    <a:srgbClr val="2C1A88"/>
                  </a:solidFill>
                  <a:latin typeface="仿宋_GB2312" pitchFamily="49" charset="-122"/>
                  <a:ea typeface="仿宋_GB2312" pitchFamily="49" charset="-122"/>
                </a:endParaRPr>
              </a:p>
              <a:p>
                <a:pPr marL="0" lvl="0" indent="0">
                  <a:lnSpc>
                    <a:spcPct val="90000"/>
                  </a:lnSpc>
                  <a:spcBef>
                    <a:spcPct val="0"/>
                  </a:spcBef>
                  <a:buClrTx/>
                  <a:buSzTx/>
                  <a:buFontTx/>
                  <a:buNone/>
                </a:pPr>
                <a:r>
                  <a:rPr lang="zh-CN" altLang="en-US" sz="2800" b="1" dirty="0">
                    <a:solidFill>
                      <a:srgbClr val="2C1A88"/>
                    </a:solidFill>
                    <a:latin typeface="仿宋_GB2312" pitchFamily="49" charset="-122"/>
                    <a:ea typeface="仿宋_GB2312" pitchFamily="49" charset="-122"/>
                  </a:rPr>
                  <a:t>中</a:t>
                </a:r>
                <a:endParaRPr lang="zh-CN" altLang="en-US" sz="2800" b="1" dirty="0">
                  <a:solidFill>
                    <a:srgbClr val="2C1A88"/>
                  </a:solidFill>
                  <a:latin typeface="仿宋_GB2312" pitchFamily="49" charset="-122"/>
                  <a:ea typeface="仿宋_GB2312" pitchFamily="49" charset="-122"/>
                </a:endParaRPr>
              </a:p>
              <a:p>
                <a:pPr marL="0" lvl="0" indent="0">
                  <a:lnSpc>
                    <a:spcPct val="90000"/>
                  </a:lnSpc>
                  <a:spcBef>
                    <a:spcPct val="0"/>
                  </a:spcBef>
                  <a:buClrTx/>
                  <a:buSzTx/>
                  <a:buFontTx/>
                  <a:buNone/>
                </a:pPr>
                <a:r>
                  <a:rPr lang="zh-CN" altLang="en-US" sz="2800" b="1" dirty="0">
                    <a:solidFill>
                      <a:srgbClr val="2C1A88"/>
                    </a:solidFill>
                    <a:latin typeface="仿宋_GB2312" pitchFamily="49" charset="-122"/>
                    <a:ea typeface="仿宋_GB2312" pitchFamily="49" charset="-122"/>
                  </a:rPr>
                  <a:t>心</a:t>
                </a:r>
                <a:endParaRPr lang="zh-CN" altLang="en-US" sz="2800" b="1" dirty="0">
                  <a:solidFill>
                    <a:srgbClr val="2C1A88"/>
                  </a:solidFill>
                  <a:latin typeface="仿宋_GB2312" pitchFamily="49" charset="-122"/>
                  <a:ea typeface="仿宋_GB2312" pitchFamily="49" charset="-122"/>
                </a:endParaRPr>
              </a:p>
            </p:txBody>
          </p:sp>
        </p:grpSp>
        <p:grpSp>
          <p:nvGrpSpPr>
            <p:cNvPr id="60428" name="Group 15"/>
            <p:cNvGrpSpPr/>
            <p:nvPr/>
          </p:nvGrpSpPr>
          <p:grpSpPr>
            <a:xfrm>
              <a:off x="2525" y="3518"/>
              <a:ext cx="1274" cy="381"/>
              <a:chOff x="2525" y="3414"/>
              <a:chExt cx="1274" cy="381"/>
            </a:xfrm>
          </p:grpSpPr>
          <p:sp>
            <p:nvSpPr>
              <p:cNvPr id="60445" name="Rectangle 16"/>
              <p:cNvSpPr/>
              <p:nvPr/>
            </p:nvSpPr>
            <p:spPr>
              <a:xfrm>
                <a:off x="2525" y="3414"/>
                <a:ext cx="1274" cy="381"/>
              </a:xfrm>
              <a:prstGeom prst="rect">
                <a:avLst/>
              </a:prstGeom>
              <a:solidFill>
                <a:srgbClr val="FFFF99"/>
              </a:solidFill>
              <a:ln w="25400" cap="flat" cmpd="sng">
                <a:solidFill>
                  <a:srgbClr val="777777"/>
                </a:solidFill>
                <a:prstDash val="solid"/>
                <a:miter/>
                <a:headEnd type="none" w="med" len="med"/>
                <a:tailEnd type="none" w="med" len="med"/>
              </a:ln>
              <a:effectLst>
                <a:outerShdw dist="35921" dir="2699999" algn="ctr" rotWithShape="0">
                  <a:schemeClr val="bg2"/>
                </a:outerShdw>
              </a:effectLst>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endParaRPr lang="zh-CN" altLang="en-US" sz="1800" dirty="0"/>
              </a:p>
            </p:txBody>
          </p:sp>
          <p:sp>
            <p:nvSpPr>
              <p:cNvPr id="60446" name="Rectangle 17"/>
              <p:cNvSpPr/>
              <p:nvPr/>
            </p:nvSpPr>
            <p:spPr>
              <a:xfrm>
                <a:off x="2750" y="3446"/>
                <a:ext cx="841" cy="327"/>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spcBef>
                    <a:spcPct val="0"/>
                  </a:spcBef>
                  <a:buClrTx/>
                  <a:buSzTx/>
                  <a:buFontTx/>
                  <a:buNone/>
                </a:pPr>
                <a:r>
                  <a:rPr lang="zh-CN" altLang="en-US" sz="2800" b="1" dirty="0">
                    <a:solidFill>
                      <a:srgbClr val="006600"/>
                    </a:solidFill>
                    <a:latin typeface="Times New Roman" panose="02020603050405020304" pitchFamily="18" charset="0"/>
                    <a:ea typeface="仿宋_GB2312" pitchFamily="49" charset="-122"/>
                  </a:rPr>
                  <a:t>阅卷站</a:t>
                </a:r>
                <a:endParaRPr lang="zh-CN" altLang="en-US" sz="2800" b="1" dirty="0">
                  <a:solidFill>
                    <a:srgbClr val="006600"/>
                  </a:solidFill>
                  <a:latin typeface="Times New Roman" panose="02020603050405020304" pitchFamily="18" charset="0"/>
                  <a:ea typeface="仿宋_GB2312" pitchFamily="49" charset="-122"/>
                </a:endParaRPr>
              </a:p>
            </p:txBody>
          </p:sp>
        </p:grpSp>
        <p:sp>
          <p:nvSpPr>
            <p:cNvPr id="60429" name="Line 18"/>
            <p:cNvSpPr/>
            <p:nvPr/>
          </p:nvSpPr>
          <p:spPr>
            <a:xfrm>
              <a:off x="897" y="1801"/>
              <a:ext cx="1405" cy="0"/>
            </a:xfrm>
            <a:prstGeom prst="line">
              <a:avLst/>
            </a:prstGeom>
            <a:ln w="31750" cap="flat" cmpd="sng">
              <a:solidFill>
                <a:srgbClr val="0000FF"/>
              </a:solidFill>
              <a:prstDash val="solid"/>
              <a:headEnd type="none" w="sm" len="sm"/>
              <a:tailEnd type="stealth" w="med" len="lg"/>
            </a:ln>
          </p:spPr>
        </p:sp>
        <p:sp>
          <p:nvSpPr>
            <p:cNvPr id="60430" name="Line 19"/>
            <p:cNvSpPr/>
            <p:nvPr/>
          </p:nvSpPr>
          <p:spPr>
            <a:xfrm>
              <a:off x="2787" y="2332"/>
              <a:ext cx="4" cy="1183"/>
            </a:xfrm>
            <a:prstGeom prst="line">
              <a:avLst/>
            </a:prstGeom>
            <a:ln w="31750" cap="flat" cmpd="sng">
              <a:solidFill>
                <a:srgbClr val="0000FF"/>
              </a:solidFill>
              <a:prstDash val="solid"/>
              <a:headEnd type="none" w="sm" len="sm"/>
              <a:tailEnd type="stealth" w="med" len="lg"/>
            </a:ln>
          </p:spPr>
        </p:sp>
        <p:sp>
          <p:nvSpPr>
            <p:cNvPr id="60431" name="Rectangle 20"/>
            <p:cNvSpPr/>
            <p:nvPr/>
          </p:nvSpPr>
          <p:spPr>
            <a:xfrm>
              <a:off x="948" y="905"/>
              <a:ext cx="1776" cy="327"/>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spcBef>
                  <a:spcPct val="0"/>
                </a:spcBef>
                <a:buClrTx/>
                <a:buSzTx/>
                <a:buFontTx/>
                <a:buNone/>
              </a:pPr>
              <a:r>
                <a:rPr lang="zh-CN" altLang="en-US" sz="2800" b="1" dirty="0">
                  <a:solidFill>
                    <a:srgbClr val="006600"/>
                  </a:solidFill>
                  <a:latin typeface="仿宋_GB2312" pitchFamily="49" charset="-122"/>
                  <a:ea typeface="仿宋_GB2312" pitchFamily="49" charset="-122"/>
                </a:rPr>
                <a:t>不合格报名表</a:t>
              </a:r>
              <a:endParaRPr lang="zh-CN" altLang="en-US" sz="2800" b="1" dirty="0">
                <a:solidFill>
                  <a:srgbClr val="006600"/>
                </a:solidFill>
                <a:latin typeface="仿宋_GB2312" pitchFamily="49" charset="-122"/>
                <a:ea typeface="仿宋_GB2312" pitchFamily="49" charset="-122"/>
              </a:endParaRPr>
            </a:p>
          </p:txBody>
        </p:sp>
        <p:sp>
          <p:nvSpPr>
            <p:cNvPr id="60432" name="Rectangle 21"/>
            <p:cNvSpPr/>
            <p:nvPr/>
          </p:nvSpPr>
          <p:spPr>
            <a:xfrm>
              <a:off x="1220" y="1451"/>
              <a:ext cx="835" cy="327"/>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spcBef>
                  <a:spcPct val="0"/>
                </a:spcBef>
                <a:buClrTx/>
                <a:buSzTx/>
                <a:buFontTx/>
                <a:buNone/>
              </a:pPr>
              <a:r>
                <a:rPr lang="zh-CN" altLang="en-US" sz="2800" b="1" dirty="0">
                  <a:solidFill>
                    <a:srgbClr val="006600"/>
                  </a:solidFill>
                  <a:latin typeface="仿宋_GB2312" pitchFamily="49" charset="-122"/>
                  <a:ea typeface="仿宋_GB2312" pitchFamily="49" charset="-122"/>
                </a:rPr>
                <a:t>报名表</a:t>
              </a:r>
              <a:endParaRPr lang="zh-CN" altLang="en-US" sz="2800" b="1" dirty="0">
                <a:solidFill>
                  <a:srgbClr val="006600"/>
                </a:solidFill>
                <a:latin typeface="仿宋_GB2312" pitchFamily="49" charset="-122"/>
                <a:ea typeface="仿宋_GB2312" pitchFamily="49" charset="-122"/>
              </a:endParaRPr>
            </a:p>
          </p:txBody>
        </p:sp>
        <p:sp>
          <p:nvSpPr>
            <p:cNvPr id="60433" name="Rectangle 22"/>
            <p:cNvSpPr/>
            <p:nvPr/>
          </p:nvSpPr>
          <p:spPr>
            <a:xfrm>
              <a:off x="1229" y="1903"/>
              <a:ext cx="1152" cy="327"/>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spcBef>
                  <a:spcPct val="0"/>
                </a:spcBef>
                <a:buClrTx/>
                <a:buSzTx/>
                <a:buFontTx/>
                <a:buNone/>
              </a:pPr>
              <a:r>
                <a:rPr lang="zh-CN" altLang="en-US" sz="2800" b="1" dirty="0">
                  <a:solidFill>
                    <a:srgbClr val="006600"/>
                  </a:solidFill>
                  <a:latin typeface="仿宋_GB2312" pitchFamily="49" charset="-122"/>
                  <a:ea typeface="仿宋_GB2312" pitchFamily="49" charset="-122"/>
                </a:rPr>
                <a:t>准考证</a:t>
              </a:r>
              <a:endParaRPr lang="zh-CN" altLang="en-US" sz="2800" b="1" dirty="0">
                <a:solidFill>
                  <a:srgbClr val="006600"/>
                </a:solidFill>
                <a:latin typeface="仿宋_GB2312" pitchFamily="49" charset="-122"/>
                <a:ea typeface="仿宋_GB2312" pitchFamily="49" charset="-122"/>
              </a:endParaRPr>
            </a:p>
          </p:txBody>
        </p:sp>
        <p:sp>
          <p:nvSpPr>
            <p:cNvPr id="60434" name="Rectangle 23"/>
            <p:cNvSpPr/>
            <p:nvPr/>
          </p:nvSpPr>
          <p:spPr>
            <a:xfrm>
              <a:off x="903" y="2559"/>
              <a:ext cx="1584" cy="327"/>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spcBef>
                  <a:spcPct val="0"/>
                </a:spcBef>
                <a:buClrTx/>
                <a:buSzTx/>
                <a:buFontTx/>
                <a:buNone/>
              </a:pPr>
              <a:r>
                <a:rPr lang="zh-CN" altLang="en-US" sz="2800" b="1" dirty="0">
                  <a:solidFill>
                    <a:srgbClr val="006600"/>
                  </a:solidFill>
                  <a:latin typeface="仿宋_GB2312" pitchFamily="49" charset="-122"/>
                  <a:ea typeface="仿宋_GB2312" pitchFamily="49" charset="-122"/>
                </a:rPr>
                <a:t>考生通知单</a:t>
              </a:r>
              <a:endParaRPr lang="zh-CN" altLang="en-US" sz="2800" b="1" dirty="0">
                <a:solidFill>
                  <a:srgbClr val="006600"/>
                </a:solidFill>
                <a:latin typeface="仿宋_GB2312" pitchFamily="49" charset="-122"/>
                <a:ea typeface="仿宋_GB2312" pitchFamily="49" charset="-122"/>
              </a:endParaRPr>
            </a:p>
          </p:txBody>
        </p:sp>
        <p:sp>
          <p:nvSpPr>
            <p:cNvPr id="60435" name="Line 24"/>
            <p:cNvSpPr/>
            <p:nvPr/>
          </p:nvSpPr>
          <p:spPr>
            <a:xfrm>
              <a:off x="2960" y="2327"/>
              <a:ext cx="180" cy="1196"/>
            </a:xfrm>
            <a:prstGeom prst="line">
              <a:avLst/>
            </a:prstGeom>
            <a:ln w="31750" cap="flat" cmpd="sng">
              <a:solidFill>
                <a:srgbClr val="0000FF"/>
              </a:solidFill>
              <a:prstDash val="solid"/>
              <a:headEnd type="stealth" w="med" len="lg"/>
              <a:tailEnd type="none" w="med" len="med"/>
            </a:ln>
          </p:spPr>
        </p:sp>
        <p:sp>
          <p:nvSpPr>
            <p:cNvPr id="60436" name="Rectangle 25"/>
            <p:cNvSpPr/>
            <p:nvPr/>
          </p:nvSpPr>
          <p:spPr>
            <a:xfrm rot="-469879">
              <a:off x="3064" y="2666"/>
              <a:ext cx="432" cy="784"/>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lnSpc>
                  <a:spcPct val="90000"/>
                </a:lnSpc>
                <a:spcBef>
                  <a:spcPct val="0"/>
                </a:spcBef>
                <a:buClrTx/>
                <a:buSzTx/>
                <a:buFontTx/>
                <a:buNone/>
              </a:pPr>
              <a:r>
                <a:rPr lang="zh-CN" altLang="en-US" sz="2800" b="1" dirty="0">
                  <a:solidFill>
                    <a:srgbClr val="006600"/>
                  </a:solidFill>
                  <a:latin typeface="仿宋_GB2312" pitchFamily="49" charset="-122"/>
                  <a:ea typeface="仿宋_GB2312" pitchFamily="49" charset="-122"/>
                </a:rPr>
                <a:t>成</a:t>
              </a:r>
              <a:endParaRPr lang="zh-CN" altLang="en-US" sz="2800" b="1" dirty="0">
                <a:solidFill>
                  <a:srgbClr val="006600"/>
                </a:solidFill>
                <a:latin typeface="仿宋_GB2312" pitchFamily="49" charset="-122"/>
                <a:ea typeface="仿宋_GB2312" pitchFamily="49" charset="-122"/>
              </a:endParaRPr>
            </a:p>
            <a:p>
              <a:pPr marL="0" lvl="0" indent="0">
                <a:lnSpc>
                  <a:spcPct val="90000"/>
                </a:lnSpc>
                <a:spcBef>
                  <a:spcPct val="0"/>
                </a:spcBef>
                <a:buClrTx/>
                <a:buSzTx/>
                <a:buFontTx/>
                <a:buNone/>
              </a:pPr>
              <a:r>
                <a:rPr lang="zh-CN" altLang="en-US" sz="2800" b="1" dirty="0">
                  <a:solidFill>
                    <a:srgbClr val="006600"/>
                  </a:solidFill>
                  <a:latin typeface="仿宋_GB2312" pitchFamily="49" charset="-122"/>
                  <a:ea typeface="仿宋_GB2312" pitchFamily="49" charset="-122"/>
                </a:rPr>
                <a:t>绩</a:t>
              </a:r>
              <a:endParaRPr lang="zh-CN" altLang="en-US" sz="2800" b="1" dirty="0">
                <a:solidFill>
                  <a:srgbClr val="006600"/>
                </a:solidFill>
                <a:latin typeface="仿宋_GB2312" pitchFamily="49" charset="-122"/>
                <a:ea typeface="仿宋_GB2312" pitchFamily="49" charset="-122"/>
              </a:endParaRPr>
            </a:p>
            <a:p>
              <a:pPr marL="0" lvl="0" indent="0">
                <a:lnSpc>
                  <a:spcPct val="90000"/>
                </a:lnSpc>
                <a:spcBef>
                  <a:spcPct val="0"/>
                </a:spcBef>
                <a:buClrTx/>
                <a:buSzTx/>
                <a:buFontTx/>
                <a:buNone/>
              </a:pPr>
              <a:r>
                <a:rPr lang="zh-CN" altLang="en-US" sz="2800" b="1" dirty="0">
                  <a:solidFill>
                    <a:srgbClr val="006600"/>
                  </a:solidFill>
                  <a:latin typeface="仿宋_GB2312" pitchFamily="49" charset="-122"/>
                  <a:ea typeface="仿宋_GB2312" pitchFamily="49" charset="-122"/>
                </a:rPr>
                <a:t>单</a:t>
              </a:r>
              <a:endParaRPr lang="zh-CN" altLang="en-US" sz="2800" b="1" dirty="0">
                <a:solidFill>
                  <a:srgbClr val="006600"/>
                </a:solidFill>
                <a:latin typeface="仿宋_GB2312" pitchFamily="49" charset="-122"/>
                <a:ea typeface="仿宋_GB2312" pitchFamily="49" charset="-122"/>
              </a:endParaRPr>
            </a:p>
          </p:txBody>
        </p:sp>
        <p:sp>
          <p:nvSpPr>
            <p:cNvPr id="60437" name="Rectangle 26"/>
            <p:cNvSpPr/>
            <p:nvPr/>
          </p:nvSpPr>
          <p:spPr>
            <a:xfrm>
              <a:off x="3547" y="1859"/>
              <a:ext cx="1101" cy="327"/>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spcBef>
                  <a:spcPct val="0"/>
                </a:spcBef>
                <a:buClrTx/>
                <a:buSzTx/>
                <a:buFontTx/>
                <a:buNone/>
              </a:pPr>
              <a:r>
                <a:rPr lang="zh-CN" altLang="en-US" sz="2800" b="1" dirty="0">
                  <a:solidFill>
                    <a:srgbClr val="006600"/>
                  </a:solidFill>
                  <a:latin typeface="仿宋_GB2312" pitchFamily="49" charset="-122"/>
                  <a:ea typeface="仿宋_GB2312" pitchFamily="49" charset="-122"/>
                </a:rPr>
                <a:t>合格标准</a:t>
              </a:r>
              <a:endParaRPr lang="zh-CN" altLang="en-US" sz="2800" b="1" dirty="0">
                <a:solidFill>
                  <a:srgbClr val="006600"/>
                </a:solidFill>
                <a:latin typeface="仿宋_GB2312" pitchFamily="49" charset="-122"/>
                <a:ea typeface="仿宋_GB2312" pitchFamily="49" charset="-122"/>
              </a:endParaRPr>
            </a:p>
          </p:txBody>
        </p:sp>
        <p:sp>
          <p:nvSpPr>
            <p:cNvPr id="60438" name="Rectangle 27"/>
            <p:cNvSpPr/>
            <p:nvPr/>
          </p:nvSpPr>
          <p:spPr>
            <a:xfrm>
              <a:off x="3424" y="2661"/>
              <a:ext cx="1299" cy="300"/>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lgn="ctr">
                <a:lnSpc>
                  <a:spcPct val="90000"/>
                </a:lnSpc>
                <a:spcBef>
                  <a:spcPct val="0"/>
                </a:spcBef>
                <a:buClrTx/>
                <a:buSzTx/>
                <a:buFontTx/>
                <a:buNone/>
              </a:pPr>
              <a:r>
                <a:rPr lang="zh-CN" altLang="en-US" sz="2800" b="1" dirty="0">
                  <a:solidFill>
                    <a:srgbClr val="006600"/>
                  </a:solidFill>
                  <a:latin typeface="仿宋_GB2312" pitchFamily="49" charset="-122"/>
                  <a:ea typeface="仿宋_GB2312" pitchFamily="49" charset="-122"/>
                </a:rPr>
                <a:t>错误成绩单</a:t>
              </a:r>
              <a:endParaRPr lang="zh-CN" altLang="en-US" sz="2800" b="1" dirty="0">
                <a:solidFill>
                  <a:srgbClr val="006600"/>
                </a:solidFill>
                <a:latin typeface="仿宋_GB2312" pitchFamily="49" charset="-122"/>
                <a:ea typeface="仿宋_GB2312" pitchFamily="49" charset="-122"/>
              </a:endParaRPr>
            </a:p>
          </p:txBody>
        </p:sp>
        <p:sp>
          <p:nvSpPr>
            <p:cNvPr id="60439" name="Rectangle 28"/>
            <p:cNvSpPr/>
            <p:nvPr/>
          </p:nvSpPr>
          <p:spPr>
            <a:xfrm>
              <a:off x="2439" y="2376"/>
              <a:ext cx="432" cy="1026"/>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lnSpc>
                  <a:spcPct val="90000"/>
                </a:lnSpc>
                <a:spcBef>
                  <a:spcPct val="0"/>
                </a:spcBef>
                <a:buClrTx/>
                <a:buSzTx/>
                <a:buFontTx/>
                <a:buNone/>
              </a:pPr>
              <a:r>
                <a:rPr lang="zh-CN" altLang="en-US" sz="2800" b="1" dirty="0">
                  <a:solidFill>
                    <a:srgbClr val="006600"/>
                  </a:solidFill>
                  <a:latin typeface="仿宋_GB2312" pitchFamily="49" charset="-122"/>
                  <a:ea typeface="仿宋_GB2312" pitchFamily="49" charset="-122"/>
                </a:rPr>
                <a:t>考生名</a:t>
              </a:r>
              <a:endParaRPr lang="zh-CN" altLang="en-US" sz="2800" b="1" dirty="0">
                <a:solidFill>
                  <a:srgbClr val="006600"/>
                </a:solidFill>
                <a:latin typeface="仿宋_GB2312" pitchFamily="49" charset="-122"/>
                <a:ea typeface="仿宋_GB2312" pitchFamily="49" charset="-122"/>
              </a:endParaRPr>
            </a:p>
            <a:p>
              <a:pPr marL="0" lvl="0" indent="0">
                <a:lnSpc>
                  <a:spcPct val="90000"/>
                </a:lnSpc>
                <a:spcBef>
                  <a:spcPct val="0"/>
                </a:spcBef>
                <a:buClrTx/>
                <a:buSzTx/>
                <a:buFontTx/>
                <a:buNone/>
              </a:pPr>
              <a:r>
                <a:rPr lang="zh-CN" altLang="en-US" sz="2800" b="1" dirty="0">
                  <a:solidFill>
                    <a:srgbClr val="006600"/>
                  </a:solidFill>
                  <a:latin typeface="仿宋_GB2312" pitchFamily="49" charset="-122"/>
                  <a:ea typeface="仿宋_GB2312" pitchFamily="49" charset="-122"/>
                </a:rPr>
                <a:t>单</a:t>
              </a:r>
              <a:endParaRPr lang="zh-CN" altLang="en-US" sz="2800" b="1" dirty="0">
                <a:solidFill>
                  <a:srgbClr val="006600"/>
                </a:solidFill>
                <a:latin typeface="仿宋_GB2312" pitchFamily="49" charset="-122"/>
                <a:ea typeface="仿宋_GB2312" pitchFamily="49" charset="-122"/>
              </a:endParaRPr>
            </a:p>
          </p:txBody>
        </p:sp>
        <p:sp>
          <p:nvSpPr>
            <p:cNvPr id="60440" name="Rectangle 29"/>
            <p:cNvSpPr/>
            <p:nvPr/>
          </p:nvSpPr>
          <p:spPr>
            <a:xfrm rot="-793918">
              <a:off x="3357" y="1058"/>
              <a:ext cx="1488" cy="327"/>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spcBef>
                  <a:spcPct val="0"/>
                </a:spcBef>
                <a:buClrTx/>
                <a:buSzTx/>
                <a:buFontTx/>
                <a:buNone/>
              </a:pPr>
              <a:r>
                <a:rPr lang="zh-CN" altLang="en-US" sz="2800" b="1" dirty="0">
                  <a:solidFill>
                    <a:srgbClr val="006600"/>
                  </a:solidFill>
                  <a:latin typeface="仿宋_GB2312" pitchFamily="49" charset="-122"/>
                  <a:ea typeface="仿宋_GB2312" pitchFamily="49" charset="-122"/>
                </a:rPr>
                <a:t>统计分析表</a:t>
              </a:r>
              <a:endParaRPr lang="zh-CN" altLang="en-US" sz="2800" b="1" dirty="0">
                <a:solidFill>
                  <a:srgbClr val="006600"/>
                </a:solidFill>
                <a:latin typeface="仿宋_GB2312" pitchFamily="49" charset="-122"/>
                <a:ea typeface="仿宋_GB2312" pitchFamily="49" charset="-122"/>
              </a:endParaRPr>
            </a:p>
          </p:txBody>
        </p:sp>
        <p:sp>
          <p:nvSpPr>
            <p:cNvPr id="60441" name="Freeform 30"/>
            <p:cNvSpPr/>
            <p:nvPr/>
          </p:nvSpPr>
          <p:spPr>
            <a:xfrm>
              <a:off x="897" y="1242"/>
              <a:ext cx="1535" cy="204"/>
            </a:xfrm>
            <a:custGeom>
              <a:avLst/>
              <a:gdLst/>
              <a:ahLst/>
              <a:cxnLst>
                <a:cxn ang="0">
                  <a:pos x="1872" y="204"/>
                </a:cxn>
                <a:cxn ang="0">
                  <a:pos x="1598" y="89"/>
                </a:cxn>
                <a:cxn ang="0">
                  <a:pos x="1275" y="25"/>
                </a:cxn>
                <a:cxn ang="0">
                  <a:pos x="920" y="0"/>
                </a:cxn>
                <a:cxn ang="0">
                  <a:pos x="565" y="25"/>
                </a:cxn>
                <a:cxn ang="0">
                  <a:pos x="275" y="102"/>
                </a:cxn>
                <a:cxn ang="0">
                  <a:pos x="0" y="192"/>
                </a:cxn>
              </a:cxnLst>
              <a:rect l="0" t="0" r="0" b="0"/>
              <a:pathLst>
                <a:path w="1485" h="204">
                  <a:moveTo>
                    <a:pt x="1485" y="204"/>
                  </a:moveTo>
                  <a:cubicBezTo>
                    <a:pt x="1415" y="161"/>
                    <a:pt x="1346" y="119"/>
                    <a:pt x="1267" y="89"/>
                  </a:cubicBezTo>
                  <a:cubicBezTo>
                    <a:pt x="1188" y="59"/>
                    <a:pt x="1100" y="40"/>
                    <a:pt x="1011" y="25"/>
                  </a:cubicBezTo>
                  <a:cubicBezTo>
                    <a:pt x="922" y="10"/>
                    <a:pt x="824" y="0"/>
                    <a:pt x="730" y="0"/>
                  </a:cubicBezTo>
                  <a:cubicBezTo>
                    <a:pt x="636" y="0"/>
                    <a:pt x="533" y="8"/>
                    <a:pt x="448" y="25"/>
                  </a:cubicBezTo>
                  <a:cubicBezTo>
                    <a:pt x="363" y="42"/>
                    <a:pt x="293" y="74"/>
                    <a:pt x="218" y="102"/>
                  </a:cubicBezTo>
                  <a:cubicBezTo>
                    <a:pt x="143" y="130"/>
                    <a:pt x="40" y="173"/>
                    <a:pt x="0" y="192"/>
                  </a:cubicBezTo>
                </a:path>
              </a:pathLst>
            </a:custGeom>
            <a:noFill/>
            <a:ln w="31750" cap="flat" cmpd="sng">
              <a:solidFill>
                <a:srgbClr val="0000FF">
                  <a:alpha val="100000"/>
                </a:srgbClr>
              </a:solidFill>
              <a:prstDash val="solid"/>
              <a:round/>
              <a:headEnd type="none" w="med" len="med"/>
              <a:tailEnd type="stealth" w="med" len="lg"/>
            </a:ln>
          </p:spPr>
          <p:txBody>
            <a:bodyPr/>
            <a:lstStyle/>
            <a:p>
              <a:endParaRPr lang="zh-CN" altLang="en-US"/>
            </a:p>
          </p:txBody>
        </p:sp>
        <p:sp>
          <p:nvSpPr>
            <p:cNvPr id="60442" name="Freeform 31"/>
            <p:cNvSpPr/>
            <p:nvPr/>
          </p:nvSpPr>
          <p:spPr>
            <a:xfrm>
              <a:off x="896" y="2061"/>
              <a:ext cx="1472" cy="213"/>
            </a:xfrm>
            <a:custGeom>
              <a:avLst/>
              <a:gdLst/>
              <a:ahLst/>
              <a:cxnLst>
                <a:cxn ang="0">
                  <a:pos x="1472" y="0"/>
                </a:cxn>
                <a:cxn ang="0">
                  <a:pos x="1216" y="141"/>
                </a:cxn>
                <a:cxn ang="0">
                  <a:pos x="883" y="205"/>
                </a:cxn>
                <a:cxn ang="0">
                  <a:pos x="576" y="192"/>
                </a:cxn>
                <a:cxn ang="0">
                  <a:pos x="115" y="89"/>
                </a:cxn>
                <a:cxn ang="0">
                  <a:pos x="0" y="64"/>
                </a:cxn>
              </a:cxnLst>
              <a:rect l="0" t="0" r="0" b="0"/>
              <a:pathLst>
                <a:path w="1472" h="213">
                  <a:moveTo>
                    <a:pt x="1472" y="0"/>
                  </a:moveTo>
                  <a:cubicBezTo>
                    <a:pt x="1393" y="53"/>
                    <a:pt x="1314" y="107"/>
                    <a:pt x="1216" y="141"/>
                  </a:cubicBezTo>
                  <a:cubicBezTo>
                    <a:pt x="1118" y="175"/>
                    <a:pt x="990" y="197"/>
                    <a:pt x="883" y="205"/>
                  </a:cubicBezTo>
                  <a:cubicBezTo>
                    <a:pt x="776" y="213"/>
                    <a:pt x="704" y="211"/>
                    <a:pt x="576" y="192"/>
                  </a:cubicBezTo>
                  <a:cubicBezTo>
                    <a:pt x="448" y="173"/>
                    <a:pt x="211" y="110"/>
                    <a:pt x="115" y="89"/>
                  </a:cubicBezTo>
                  <a:cubicBezTo>
                    <a:pt x="19" y="68"/>
                    <a:pt x="19" y="68"/>
                    <a:pt x="0" y="64"/>
                  </a:cubicBezTo>
                </a:path>
              </a:pathLst>
            </a:custGeom>
            <a:noFill/>
            <a:ln w="31750" cap="flat" cmpd="sng">
              <a:solidFill>
                <a:srgbClr val="0000FF">
                  <a:alpha val="100000"/>
                </a:srgbClr>
              </a:solidFill>
              <a:prstDash val="solid"/>
              <a:round/>
              <a:headEnd type="none" w="med" len="med"/>
              <a:tailEnd type="stealth" w="med" len="lg"/>
            </a:ln>
          </p:spPr>
          <p:txBody>
            <a:bodyPr/>
            <a:lstStyle/>
            <a:p>
              <a:endParaRPr lang="zh-CN" altLang="en-US"/>
            </a:p>
          </p:txBody>
        </p:sp>
        <p:sp>
          <p:nvSpPr>
            <p:cNvPr id="60443" name="Freeform 32"/>
            <p:cNvSpPr/>
            <p:nvPr/>
          </p:nvSpPr>
          <p:spPr>
            <a:xfrm>
              <a:off x="884" y="2202"/>
              <a:ext cx="1612" cy="399"/>
            </a:xfrm>
            <a:custGeom>
              <a:avLst/>
              <a:gdLst/>
              <a:ahLst/>
              <a:cxnLst>
                <a:cxn ang="0">
                  <a:pos x="1770" y="0"/>
                </a:cxn>
                <a:cxn ang="0">
                  <a:pos x="1513" y="230"/>
                </a:cxn>
                <a:cxn ang="0">
                  <a:pos x="957" y="384"/>
                </a:cxn>
                <a:cxn ang="0">
                  <a:pos x="428" y="320"/>
                </a:cxn>
                <a:cxn ang="0">
                  <a:pos x="0" y="102"/>
                </a:cxn>
              </a:cxnLst>
              <a:rect l="0" t="0" r="0" b="0"/>
              <a:pathLst>
                <a:path w="1587" h="399">
                  <a:moveTo>
                    <a:pt x="1587" y="0"/>
                  </a:moveTo>
                  <a:cubicBezTo>
                    <a:pt x="1532" y="83"/>
                    <a:pt x="1478" y="166"/>
                    <a:pt x="1357" y="230"/>
                  </a:cubicBezTo>
                  <a:cubicBezTo>
                    <a:pt x="1236" y="294"/>
                    <a:pt x="1019" y="369"/>
                    <a:pt x="857" y="384"/>
                  </a:cubicBezTo>
                  <a:cubicBezTo>
                    <a:pt x="695" y="399"/>
                    <a:pt x="527" y="367"/>
                    <a:pt x="384" y="320"/>
                  </a:cubicBezTo>
                  <a:cubicBezTo>
                    <a:pt x="241" y="273"/>
                    <a:pt x="64" y="141"/>
                    <a:pt x="0" y="102"/>
                  </a:cubicBezTo>
                </a:path>
              </a:pathLst>
            </a:custGeom>
            <a:noFill/>
            <a:ln w="31750" cap="flat" cmpd="sng">
              <a:solidFill>
                <a:srgbClr val="0000FF">
                  <a:alpha val="100000"/>
                </a:srgbClr>
              </a:solidFill>
              <a:prstDash val="solid"/>
              <a:round/>
              <a:headEnd type="none" w="med" len="med"/>
              <a:tailEnd type="stealth" w="med" len="lg"/>
            </a:ln>
          </p:spPr>
          <p:txBody>
            <a:bodyPr/>
            <a:lstStyle/>
            <a:p>
              <a:endParaRPr lang="zh-CN" altLang="en-US"/>
            </a:p>
          </p:txBody>
        </p:sp>
        <p:sp>
          <p:nvSpPr>
            <p:cNvPr id="60444" name="Freeform 33"/>
            <p:cNvSpPr/>
            <p:nvPr/>
          </p:nvSpPr>
          <p:spPr>
            <a:xfrm>
              <a:off x="3123" y="2291"/>
              <a:ext cx="384" cy="1242"/>
            </a:xfrm>
            <a:custGeom>
              <a:avLst/>
              <a:gdLst/>
              <a:ahLst/>
              <a:cxnLst>
                <a:cxn ang="0">
                  <a:pos x="0" y="0"/>
                </a:cxn>
                <a:cxn ang="0">
                  <a:pos x="74" y="257"/>
                </a:cxn>
                <a:cxn ang="0">
                  <a:pos x="139" y="833"/>
                </a:cxn>
                <a:cxn ang="0">
                  <a:pos x="152" y="1504"/>
                </a:cxn>
              </a:cxnLst>
              <a:rect l="0" t="0" r="0" b="0"/>
              <a:pathLst>
                <a:path w="448" h="1203">
                  <a:moveTo>
                    <a:pt x="0" y="0"/>
                  </a:moveTo>
                  <a:cubicBezTo>
                    <a:pt x="75" y="47"/>
                    <a:pt x="150" y="94"/>
                    <a:pt x="218" y="205"/>
                  </a:cubicBezTo>
                  <a:cubicBezTo>
                    <a:pt x="286" y="316"/>
                    <a:pt x="372" y="500"/>
                    <a:pt x="410" y="666"/>
                  </a:cubicBezTo>
                  <a:cubicBezTo>
                    <a:pt x="448" y="832"/>
                    <a:pt x="444" y="1114"/>
                    <a:pt x="448" y="1203"/>
                  </a:cubicBezTo>
                </a:path>
              </a:pathLst>
            </a:custGeom>
            <a:noFill/>
            <a:ln w="31750" cap="flat" cmpd="sng">
              <a:solidFill>
                <a:srgbClr val="0000FF">
                  <a:alpha val="100000"/>
                </a:srgbClr>
              </a:solidFill>
              <a:prstDash val="solid"/>
              <a:round/>
              <a:headEnd type="none" w="med" len="med"/>
              <a:tailEnd type="stealth" w="med" len="lg"/>
            </a:ln>
          </p:spPr>
          <p:txBody>
            <a:bodyPr/>
            <a:lstStyle/>
            <a:p>
              <a:endParaRPr lang="zh-CN" altLang="en-US"/>
            </a:p>
          </p:txBody>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6"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grpSp>
        <p:nvGrpSpPr>
          <p:cNvPr id="60421" name="Group 2"/>
          <p:cNvGrpSpPr/>
          <p:nvPr/>
        </p:nvGrpSpPr>
        <p:grpSpPr>
          <a:xfrm>
            <a:off x="1503045" y="531495"/>
            <a:ext cx="5747385" cy="3640455"/>
            <a:chOff x="444" y="436"/>
            <a:chExt cx="4738" cy="3463"/>
          </a:xfrm>
        </p:grpSpPr>
        <p:sp>
          <p:nvSpPr>
            <p:cNvPr id="60422" name="Line 3"/>
            <p:cNvSpPr/>
            <p:nvPr/>
          </p:nvSpPr>
          <p:spPr>
            <a:xfrm flipH="1">
              <a:off x="3421" y="1861"/>
              <a:ext cx="1415" cy="0"/>
            </a:xfrm>
            <a:prstGeom prst="line">
              <a:avLst/>
            </a:prstGeom>
            <a:ln w="31750" cap="flat" cmpd="sng">
              <a:solidFill>
                <a:srgbClr val="0000FF"/>
              </a:solidFill>
              <a:prstDash val="solid"/>
              <a:headEnd type="none" w="sm" len="sm"/>
              <a:tailEnd type="stealth" w="med" len="lg"/>
            </a:ln>
          </p:spPr>
        </p:sp>
        <p:sp>
          <p:nvSpPr>
            <p:cNvPr id="60423" name="Line 4"/>
            <p:cNvSpPr/>
            <p:nvPr/>
          </p:nvSpPr>
          <p:spPr>
            <a:xfrm flipV="1">
              <a:off x="3285" y="1261"/>
              <a:ext cx="1446" cy="371"/>
            </a:xfrm>
            <a:prstGeom prst="line">
              <a:avLst/>
            </a:prstGeom>
            <a:ln w="31750" cap="flat" cmpd="sng">
              <a:solidFill>
                <a:srgbClr val="0000FF"/>
              </a:solidFill>
              <a:prstDash val="solid"/>
              <a:headEnd type="none" w="sm" len="sm"/>
              <a:tailEnd type="stealth" w="med" len="lg"/>
            </a:ln>
          </p:spPr>
        </p:sp>
        <p:sp>
          <p:nvSpPr>
            <p:cNvPr id="60424" name="Rectangle 5"/>
            <p:cNvSpPr/>
            <p:nvPr/>
          </p:nvSpPr>
          <p:spPr>
            <a:xfrm>
              <a:off x="1346" y="436"/>
              <a:ext cx="3072" cy="396"/>
            </a:xfrm>
            <a:prstGeom prst="rect">
              <a:avLst/>
            </a:prstGeom>
            <a:noFill/>
            <a:ln w="9525">
              <a:noFill/>
            </a:ln>
          </p:spPr>
          <p:txBody>
            <a:bodyPr lIns="92075" tIns="46038" rIns="92075" bIns="46038"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lgn="ctr" eaLnBrk="1" hangingPunct="1">
                <a:spcBef>
                  <a:spcPct val="0"/>
                </a:spcBef>
                <a:buClrTx/>
                <a:buSzTx/>
                <a:buFontTx/>
                <a:buNone/>
              </a:pPr>
              <a:r>
                <a:rPr lang="zh-CN" altLang="en-US" sz="1600" b="1" u="sng" dirty="0">
                  <a:solidFill>
                    <a:srgbClr val="CC0000"/>
                  </a:solidFill>
                  <a:latin typeface="Times New Roman" panose="02020603050405020304" pitchFamily="18" charset="0"/>
                  <a:ea typeface="华文新魏" panose="02010800040101010101" pitchFamily="2" charset="-122"/>
                </a:rPr>
                <a:t>顶层数据流图</a:t>
              </a:r>
              <a:endParaRPr lang="zh-CN" altLang="en-US" sz="1600" b="1" u="sng" dirty="0">
                <a:solidFill>
                  <a:srgbClr val="CC0000"/>
                </a:solidFill>
                <a:latin typeface="Times New Roman" panose="02020603050405020304" pitchFamily="18" charset="0"/>
                <a:ea typeface="华文新魏" panose="02010800040101010101" pitchFamily="2" charset="-122"/>
              </a:endParaRPr>
            </a:p>
          </p:txBody>
        </p:sp>
        <p:grpSp>
          <p:nvGrpSpPr>
            <p:cNvPr id="60425" name="Group 6"/>
            <p:cNvGrpSpPr/>
            <p:nvPr/>
          </p:nvGrpSpPr>
          <p:grpSpPr>
            <a:xfrm>
              <a:off x="444" y="1299"/>
              <a:ext cx="439" cy="1079"/>
              <a:chOff x="187" y="924"/>
              <a:chExt cx="439" cy="1079"/>
            </a:xfrm>
          </p:grpSpPr>
          <p:sp>
            <p:nvSpPr>
              <p:cNvPr id="60451" name="Rectangle 7"/>
              <p:cNvSpPr/>
              <p:nvPr/>
            </p:nvSpPr>
            <p:spPr>
              <a:xfrm>
                <a:off x="187" y="924"/>
                <a:ext cx="437" cy="1079"/>
              </a:xfrm>
              <a:prstGeom prst="rect">
                <a:avLst/>
              </a:prstGeom>
              <a:solidFill>
                <a:srgbClr val="FFFF99"/>
              </a:solidFill>
              <a:ln w="25400" cap="flat" cmpd="sng">
                <a:solidFill>
                  <a:srgbClr val="777777"/>
                </a:solidFill>
                <a:prstDash val="solid"/>
                <a:miter/>
                <a:headEnd type="none" w="med" len="med"/>
                <a:tailEnd type="none" w="med" len="med"/>
              </a:ln>
              <a:effectLst>
                <a:outerShdw dist="35921" dir="2699999" algn="ctr" rotWithShape="0">
                  <a:schemeClr val="bg2"/>
                </a:outerShdw>
              </a:effectLst>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endParaRPr lang="zh-CN" altLang="en-US" sz="800" dirty="0"/>
              </a:p>
            </p:txBody>
          </p:sp>
          <p:sp>
            <p:nvSpPr>
              <p:cNvPr id="60452" name="Rectangle 8"/>
              <p:cNvSpPr/>
              <p:nvPr/>
            </p:nvSpPr>
            <p:spPr>
              <a:xfrm>
                <a:off x="254" y="1131"/>
                <a:ext cx="372" cy="438"/>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spcBef>
                    <a:spcPct val="0"/>
                  </a:spcBef>
                  <a:buClrTx/>
                  <a:buSzTx/>
                  <a:buFontTx/>
                  <a:buNone/>
                </a:pPr>
                <a:r>
                  <a:rPr lang="zh-CN" altLang="en-US" sz="1200" b="1" dirty="0">
                    <a:solidFill>
                      <a:srgbClr val="2C1A88"/>
                    </a:solidFill>
                    <a:latin typeface="仿宋_GB2312" pitchFamily="49" charset="-122"/>
                    <a:ea typeface="仿宋_GB2312" pitchFamily="49" charset="-122"/>
                  </a:rPr>
                  <a:t>考</a:t>
                </a:r>
                <a:endParaRPr lang="zh-CN" altLang="en-US" sz="1200" b="1" dirty="0">
                  <a:solidFill>
                    <a:srgbClr val="2C1A88"/>
                  </a:solidFill>
                  <a:latin typeface="仿宋_GB2312" pitchFamily="49" charset="-122"/>
                  <a:ea typeface="仿宋_GB2312" pitchFamily="49" charset="-122"/>
                </a:endParaRPr>
              </a:p>
              <a:p>
                <a:pPr marL="0" lvl="0" indent="0">
                  <a:spcBef>
                    <a:spcPct val="0"/>
                  </a:spcBef>
                  <a:buClrTx/>
                  <a:buSzTx/>
                  <a:buFontTx/>
                  <a:buNone/>
                </a:pPr>
                <a:r>
                  <a:rPr lang="zh-CN" altLang="en-US" sz="1200" b="1" dirty="0">
                    <a:solidFill>
                      <a:srgbClr val="2C1A88"/>
                    </a:solidFill>
                    <a:latin typeface="仿宋_GB2312" pitchFamily="49" charset="-122"/>
                    <a:ea typeface="仿宋_GB2312" pitchFamily="49" charset="-122"/>
                  </a:rPr>
                  <a:t>生</a:t>
                </a:r>
                <a:endParaRPr lang="zh-CN" altLang="en-US" sz="1200" b="1" dirty="0">
                  <a:solidFill>
                    <a:srgbClr val="2C1A88"/>
                  </a:solidFill>
                  <a:latin typeface="仿宋_GB2312" pitchFamily="49" charset="-122"/>
                  <a:ea typeface="仿宋_GB2312" pitchFamily="49" charset="-122"/>
                </a:endParaRPr>
              </a:p>
            </p:txBody>
          </p:sp>
        </p:grpSp>
        <p:grpSp>
          <p:nvGrpSpPr>
            <p:cNvPr id="60426" name="Group 9"/>
            <p:cNvGrpSpPr/>
            <p:nvPr/>
          </p:nvGrpSpPr>
          <p:grpSpPr>
            <a:xfrm>
              <a:off x="2286" y="1272"/>
              <a:ext cx="1160" cy="1060"/>
              <a:chOff x="2582" y="1348"/>
              <a:chExt cx="1160" cy="1060"/>
            </a:xfrm>
          </p:grpSpPr>
          <p:sp>
            <p:nvSpPr>
              <p:cNvPr id="60449" name="Oval 10"/>
              <p:cNvSpPr/>
              <p:nvPr/>
            </p:nvSpPr>
            <p:spPr>
              <a:xfrm>
                <a:off x="2582" y="1348"/>
                <a:ext cx="1123" cy="1060"/>
              </a:xfrm>
              <a:prstGeom prst="ellipse">
                <a:avLst/>
              </a:prstGeom>
              <a:solidFill>
                <a:srgbClr val="FFFF99"/>
              </a:solidFill>
              <a:ln w="25400" cap="flat" cmpd="sng">
                <a:solidFill>
                  <a:srgbClr val="777777"/>
                </a:solidFill>
                <a:prstDash val="solid"/>
                <a:headEnd type="none" w="med" len="med"/>
                <a:tailEnd type="none" w="med" len="med"/>
              </a:ln>
              <a:effectLst>
                <a:outerShdw dist="35921" dir="2699999" algn="ctr" rotWithShape="0">
                  <a:schemeClr val="bg2"/>
                </a:outerShdw>
              </a:effectLst>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endParaRPr lang="zh-CN" altLang="en-US" sz="800" dirty="0"/>
              </a:p>
            </p:txBody>
          </p:sp>
          <p:sp>
            <p:nvSpPr>
              <p:cNvPr id="60450" name="Rectangle 11"/>
              <p:cNvSpPr/>
              <p:nvPr/>
            </p:nvSpPr>
            <p:spPr>
              <a:xfrm>
                <a:off x="2596" y="1513"/>
                <a:ext cx="1146" cy="438"/>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lgn="ctr">
                  <a:spcBef>
                    <a:spcPct val="0"/>
                  </a:spcBef>
                  <a:buClrTx/>
                  <a:buSzTx/>
                  <a:buFontTx/>
                  <a:buNone/>
                </a:pPr>
                <a:r>
                  <a:rPr lang="zh-CN" altLang="en-US" sz="1200" b="1" dirty="0">
                    <a:solidFill>
                      <a:srgbClr val="2C1A88"/>
                    </a:solidFill>
                    <a:latin typeface="仿宋_GB2312" pitchFamily="49" charset="-122"/>
                    <a:ea typeface="仿宋_GB2312" pitchFamily="49" charset="-122"/>
                  </a:rPr>
                  <a:t>考务</a:t>
                </a:r>
                <a:endParaRPr lang="zh-CN" altLang="en-US" sz="1200" b="1" dirty="0">
                  <a:solidFill>
                    <a:srgbClr val="2C1A88"/>
                  </a:solidFill>
                  <a:latin typeface="仿宋_GB2312" pitchFamily="49" charset="-122"/>
                  <a:ea typeface="仿宋_GB2312" pitchFamily="49" charset="-122"/>
                </a:endParaRPr>
              </a:p>
              <a:p>
                <a:pPr marL="0" lvl="0" indent="0" algn="ctr">
                  <a:spcBef>
                    <a:spcPct val="0"/>
                  </a:spcBef>
                  <a:buClrTx/>
                  <a:buSzTx/>
                  <a:buFontTx/>
                  <a:buNone/>
                </a:pPr>
                <a:r>
                  <a:rPr lang="zh-CN" altLang="en-US" sz="1200" b="1" dirty="0">
                    <a:solidFill>
                      <a:srgbClr val="2C1A88"/>
                    </a:solidFill>
                    <a:latin typeface="仿宋_GB2312" pitchFamily="49" charset="-122"/>
                    <a:ea typeface="仿宋_GB2312" pitchFamily="49" charset="-122"/>
                  </a:rPr>
                  <a:t>处理系统</a:t>
                </a:r>
                <a:endParaRPr lang="zh-CN" altLang="en-US" sz="1200" b="1" dirty="0">
                  <a:solidFill>
                    <a:srgbClr val="2C1A88"/>
                  </a:solidFill>
                  <a:latin typeface="仿宋_GB2312" pitchFamily="49" charset="-122"/>
                  <a:ea typeface="仿宋_GB2312" pitchFamily="49" charset="-122"/>
                </a:endParaRPr>
              </a:p>
            </p:txBody>
          </p:sp>
        </p:grpSp>
        <p:grpSp>
          <p:nvGrpSpPr>
            <p:cNvPr id="60427" name="Group 12"/>
            <p:cNvGrpSpPr/>
            <p:nvPr/>
          </p:nvGrpSpPr>
          <p:grpSpPr>
            <a:xfrm>
              <a:off x="4735" y="999"/>
              <a:ext cx="447" cy="1161"/>
              <a:chOff x="4827" y="999"/>
              <a:chExt cx="447" cy="1161"/>
            </a:xfrm>
          </p:grpSpPr>
          <p:sp>
            <p:nvSpPr>
              <p:cNvPr id="60447" name="Rectangle 13"/>
              <p:cNvSpPr/>
              <p:nvPr/>
            </p:nvSpPr>
            <p:spPr>
              <a:xfrm>
                <a:off x="4827" y="999"/>
                <a:ext cx="447" cy="1161"/>
              </a:xfrm>
              <a:prstGeom prst="rect">
                <a:avLst/>
              </a:prstGeom>
              <a:solidFill>
                <a:srgbClr val="FFFF99"/>
              </a:solidFill>
              <a:ln w="25400" cap="flat" cmpd="sng">
                <a:solidFill>
                  <a:srgbClr val="777777"/>
                </a:solidFill>
                <a:prstDash val="solid"/>
                <a:miter/>
                <a:headEnd type="none" w="med" len="med"/>
                <a:tailEnd type="none" w="med" len="med"/>
              </a:ln>
              <a:effectLst>
                <a:outerShdw dist="35921" dir="2699999" algn="ctr" rotWithShape="0">
                  <a:schemeClr val="bg2"/>
                </a:outerShdw>
              </a:effectLst>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endParaRPr lang="zh-CN" altLang="en-US" sz="800" dirty="0"/>
              </a:p>
            </p:txBody>
          </p:sp>
          <p:sp>
            <p:nvSpPr>
              <p:cNvPr id="60448" name="Rectangle 14"/>
              <p:cNvSpPr/>
              <p:nvPr/>
            </p:nvSpPr>
            <p:spPr>
              <a:xfrm>
                <a:off x="4883" y="1083"/>
                <a:ext cx="374" cy="719"/>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lnSpc>
                    <a:spcPct val="90000"/>
                  </a:lnSpc>
                  <a:spcBef>
                    <a:spcPct val="0"/>
                  </a:spcBef>
                  <a:buClrTx/>
                  <a:buSzTx/>
                  <a:buFontTx/>
                  <a:buNone/>
                </a:pPr>
                <a:r>
                  <a:rPr lang="zh-CN" altLang="en-US" sz="1200" b="1" dirty="0">
                    <a:solidFill>
                      <a:srgbClr val="2C1A88"/>
                    </a:solidFill>
                    <a:latin typeface="仿宋_GB2312" pitchFamily="49" charset="-122"/>
                    <a:ea typeface="仿宋_GB2312" pitchFamily="49" charset="-122"/>
                  </a:rPr>
                  <a:t>考</a:t>
                </a:r>
                <a:endParaRPr lang="zh-CN" altLang="en-US" sz="1200" b="1" dirty="0">
                  <a:solidFill>
                    <a:srgbClr val="2C1A88"/>
                  </a:solidFill>
                  <a:latin typeface="仿宋_GB2312" pitchFamily="49" charset="-122"/>
                  <a:ea typeface="仿宋_GB2312" pitchFamily="49" charset="-122"/>
                </a:endParaRPr>
              </a:p>
              <a:p>
                <a:pPr marL="0" lvl="0" indent="0">
                  <a:lnSpc>
                    <a:spcPct val="90000"/>
                  </a:lnSpc>
                  <a:spcBef>
                    <a:spcPct val="0"/>
                  </a:spcBef>
                  <a:buClrTx/>
                  <a:buSzTx/>
                  <a:buFontTx/>
                  <a:buNone/>
                </a:pPr>
                <a:r>
                  <a:rPr lang="zh-CN" altLang="en-US" sz="1200" b="1" dirty="0">
                    <a:solidFill>
                      <a:srgbClr val="2C1A88"/>
                    </a:solidFill>
                    <a:latin typeface="仿宋_GB2312" pitchFamily="49" charset="-122"/>
                    <a:ea typeface="仿宋_GB2312" pitchFamily="49" charset="-122"/>
                  </a:rPr>
                  <a:t>试</a:t>
                </a:r>
                <a:endParaRPr lang="zh-CN" altLang="en-US" sz="1200" b="1" dirty="0">
                  <a:solidFill>
                    <a:srgbClr val="2C1A88"/>
                  </a:solidFill>
                  <a:latin typeface="仿宋_GB2312" pitchFamily="49" charset="-122"/>
                  <a:ea typeface="仿宋_GB2312" pitchFamily="49" charset="-122"/>
                </a:endParaRPr>
              </a:p>
              <a:p>
                <a:pPr marL="0" lvl="0" indent="0">
                  <a:lnSpc>
                    <a:spcPct val="90000"/>
                  </a:lnSpc>
                  <a:spcBef>
                    <a:spcPct val="0"/>
                  </a:spcBef>
                  <a:buClrTx/>
                  <a:buSzTx/>
                  <a:buFontTx/>
                  <a:buNone/>
                </a:pPr>
                <a:r>
                  <a:rPr lang="zh-CN" altLang="en-US" sz="1200" b="1" dirty="0">
                    <a:solidFill>
                      <a:srgbClr val="2C1A88"/>
                    </a:solidFill>
                    <a:latin typeface="仿宋_GB2312" pitchFamily="49" charset="-122"/>
                    <a:ea typeface="仿宋_GB2312" pitchFamily="49" charset="-122"/>
                  </a:rPr>
                  <a:t>中</a:t>
                </a:r>
                <a:endParaRPr lang="zh-CN" altLang="en-US" sz="1200" b="1" dirty="0">
                  <a:solidFill>
                    <a:srgbClr val="2C1A88"/>
                  </a:solidFill>
                  <a:latin typeface="仿宋_GB2312" pitchFamily="49" charset="-122"/>
                  <a:ea typeface="仿宋_GB2312" pitchFamily="49" charset="-122"/>
                </a:endParaRPr>
              </a:p>
              <a:p>
                <a:pPr marL="0" lvl="0" indent="0">
                  <a:lnSpc>
                    <a:spcPct val="90000"/>
                  </a:lnSpc>
                  <a:spcBef>
                    <a:spcPct val="0"/>
                  </a:spcBef>
                  <a:buClrTx/>
                  <a:buSzTx/>
                  <a:buFontTx/>
                  <a:buNone/>
                </a:pPr>
                <a:r>
                  <a:rPr lang="zh-CN" altLang="en-US" sz="1200" b="1" dirty="0">
                    <a:solidFill>
                      <a:srgbClr val="2C1A88"/>
                    </a:solidFill>
                    <a:latin typeface="仿宋_GB2312" pitchFamily="49" charset="-122"/>
                    <a:ea typeface="仿宋_GB2312" pitchFamily="49" charset="-122"/>
                  </a:rPr>
                  <a:t>心</a:t>
                </a:r>
                <a:endParaRPr lang="zh-CN" altLang="en-US" sz="1200" b="1" dirty="0">
                  <a:solidFill>
                    <a:srgbClr val="2C1A88"/>
                  </a:solidFill>
                  <a:latin typeface="仿宋_GB2312" pitchFamily="49" charset="-122"/>
                  <a:ea typeface="仿宋_GB2312" pitchFamily="49" charset="-122"/>
                </a:endParaRPr>
              </a:p>
            </p:txBody>
          </p:sp>
        </p:grpSp>
        <p:grpSp>
          <p:nvGrpSpPr>
            <p:cNvPr id="60428" name="Group 15"/>
            <p:cNvGrpSpPr/>
            <p:nvPr/>
          </p:nvGrpSpPr>
          <p:grpSpPr>
            <a:xfrm>
              <a:off x="2525" y="3518"/>
              <a:ext cx="1274" cy="381"/>
              <a:chOff x="2525" y="3414"/>
              <a:chExt cx="1274" cy="381"/>
            </a:xfrm>
          </p:grpSpPr>
          <p:sp>
            <p:nvSpPr>
              <p:cNvPr id="60445" name="Rectangle 16"/>
              <p:cNvSpPr/>
              <p:nvPr/>
            </p:nvSpPr>
            <p:spPr>
              <a:xfrm>
                <a:off x="2525" y="3414"/>
                <a:ext cx="1274" cy="381"/>
              </a:xfrm>
              <a:prstGeom prst="rect">
                <a:avLst/>
              </a:prstGeom>
              <a:solidFill>
                <a:srgbClr val="FFFF99"/>
              </a:solidFill>
              <a:ln w="25400" cap="flat" cmpd="sng">
                <a:solidFill>
                  <a:srgbClr val="777777"/>
                </a:solidFill>
                <a:prstDash val="solid"/>
                <a:miter/>
                <a:headEnd type="none" w="med" len="med"/>
                <a:tailEnd type="none" w="med" len="med"/>
              </a:ln>
              <a:effectLst>
                <a:outerShdw dist="35921" dir="2699999" algn="ctr" rotWithShape="0">
                  <a:schemeClr val="bg2"/>
                </a:outerShdw>
              </a:effectLst>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endParaRPr lang="zh-CN" altLang="en-US" sz="800" dirty="0"/>
              </a:p>
            </p:txBody>
          </p:sp>
          <p:sp>
            <p:nvSpPr>
              <p:cNvPr id="60446" name="Rectangle 17"/>
              <p:cNvSpPr/>
              <p:nvPr/>
            </p:nvSpPr>
            <p:spPr>
              <a:xfrm>
                <a:off x="2750" y="3446"/>
                <a:ext cx="841" cy="262"/>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spcBef>
                    <a:spcPct val="0"/>
                  </a:spcBef>
                  <a:buClrTx/>
                  <a:buSzTx/>
                  <a:buFontTx/>
                  <a:buNone/>
                </a:pPr>
                <a:r>
                  <a:rPr lang="zh-CN" altLang="en-US" sz="1200" b="1" dirty="0">
                    <a:solidFill>
                      <a:srgbClr val="006600"/>
                    </a:solidFill>
                    <a:latin typeface="Times New Roman" panose="02020603050405020304" pitchFamily="18" charset="0"/>
                    <a:ea typeface="仿宋_GB2312" pitchFamily="49" charset="-122"/>
                  </a:rPr>
                  <a:t>阅卷站</a:t>
                </a:r>
                <a:endParaRPr lang="zh-CN" altLang="en-US" sz="1200" b="1" dirty="0">
                  <a:solidFill>
                    <a:srgbClr val="006600"/>
                  </a:solidFill>
                  <a:latin typeface="Times New Roman" panose="02020603050405020304" pitchFamily="18" charset="0"/>
                  <a:ea typeface="仿宋_GB2312" pitchFamily="49" charset="-122"/>
                </a:endParaRPr>
              </a:p>
            </p:txBody>
          </p:sp>
        </p:grpSp>
        <p:sp>
          <p:nvSpPr>
            <p:cNvPr id="60429" name="Line 18"/>
            <p:cNvSpPr/>
            <p:nvPr/>
          </p:nvSpPr>
          <p:spPr>
            <a:xfrm>
              <a:off x="897" y="1801"/>
              <a:ext cx="1405" cy="0"/>
            </a:xfrm>
            <a:prstGeom prst="line">
              <a:avLst/>
            </a:prstGeom>
            <a:ln w="31750" cap="flat" cmpd="sng">
              <a:solidFill>
                <a:srgbClr val="0000FF"/>
              </a:solidFill>
              <a:prstDash val="solid"/>
              <a:headEnd type="none" w="sm" len="sm"/>
              <a:tailEnd type="stealth" w="med" len="lg"/>
            </a:ln>
          </p:spPr>
        </p:sp>
        <p:sp>
          <p:nvSpPr>
            <p:cNvPr id="60430" name="Line 19"/>
            <p:cNvSpPr/>
            <p:nvPr/>
          </p:nvSpPr>
          <p:spPr>
            <a:xfrm>
              <a:off x="2787" y="2332"/>
              <a:ext cx="4" cy="1183"/>
            </a:xfrm>
            <a:prstGeom prst="line">
              <a:avLst/>
            </a:prstGeom>
            <a:ln w="31750" cap="flat" cmpd="sng">
              <a:solidFill>
                <a:srgbClr val="0000FF"/>
              </a:solidFill>
              <a:prstDash val="solid"/>
              <a:headEnd type="none" w="sm" len="sm"/>
              <a:tailEnd type="stealth" w="med" len="lg"/>
            </a:ln>
          </p:spPr>
        </p:sp>
        <p:sp>
          <p:nvSpPr>
            <p:cNvPr id="60431" name="Rectangle 20"/>
            <p:cNvSpPr/>
            <p:nvPr/>
          </p:nvSpPr>
          <p:spPr>
            <a:xfrm>
              <a:off x="948" y="905"/>
              <a:ext cx="1776" cy="262"/>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spcBef>
                  <a:spcPct val="0"/>
                </a:spcBef>
                <a:buClrTx/>
                <a:buSzTx/>
                <a:buFontTx/>
                <a:buNone/>
              </a:pPr>
              <a:r>
                <a:rPr lang="zh-CN" altLang="en-US" sz="1200" b="1" dirty="0">
                  <a:solidFill>
                    <a:srgbClr val="006600"/>
                  </a:solidFill>
                  <a:latin typeface="仿宋_GB2312" pitchFamily="49" charset="-122"/>
                  <a:ea typeface="仿宋_GB2312" pitchFamily="49" charset="-122"/>
                </a:rPr>
                <a:t>不合格报名表</a:t>
              </a:r>
              <a:endParaRPr lang="zh-CN" altLang="en-US" sz="1200" b="1" dirty="0">
                <a:solidFill>
                  <a:srgbClr val="006600"/>
                </a:solidFill>
                <a:latin typeface="仿宋_GB2312" pitchFamily="49" charset="-122"/>
                <a:ea typeface="仿宋_GB2312" pitchFamily="49" charset="-122"/>
              </a:endParaRPr>
            </a:p>
          </p:txBody>
        </p:sp>
        <p:sp>
          <p:nvSpPr>
            <p:cNvPr id="60432" name="Rectangle 21"/>
            <p:cNvSpPr/>
            <p:nvPr/>
          </p:nvSpPr>
          <p:spPr>
            <a:xfrm>
              <a:off x="1220" y="1451"/>
              <a:ext cx="835" cy="262"/>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spcBef>
                  <a:spcPct val="0"/>
                </a:spcBef>
                <a:buClrTx/>
                <a:buSzTx/>
                <a:buFontTx/>
                <a:buNone/>
              </a:pPr>
              <a:r>
                <a:rPr lang="zh-CN" altLang="en-US" sz="1200" b="1" dirty="0">
                  <a:solidFill>
                    <a:srgbClr val="006600"/>
                  </a:solidFill>
                  <a:latin typeface="仿宋_GB2312" pitchFamily="49" charset="-122"/>
                  <a:ea typeface="仿宋_GB2312" pitchFamily="49" charset="-122"/>
                </a:rPr>
                <a:t>报名表</a:t>
              </a:r>
              <a:endParaRPr lang="zh-CN" altLang="en-US" sz="1200" b="1" dirty="0">
                <a:solidFill>
                  <a:srgbClr val="006600"/>
                </a:solidFill>
                <a:latin typeface="仿宋_GB2312" pitchFamily="49" charset="-122"/>
                <a:ea typeface="仿宋_GB2312" pitchFamily="49" charset="-122"/>
              </a:endParaRPr>
            </a:p>
          </p:txBody>
        </p:sp>
        <p:sp>
          <p:nvSpPr>
            <p:cNvPr id="60433" name="Rectangle 22"/>
            <p:cNvSpPr/>
            <p:nvPr/>
          </p:nvSpPr>
          <p:spPr>
            <a:xfrm>
              <a:off x="1229" y="1903"/>
              <a:ext cx="1152" cy="262"/>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spcBef>
                  <a:spcPct val="0"/>
                </a:spcBef>
                <a:buClrTx/>
                <a:buSzTx/>
                <a:buFontTx/>
                <a:buNone/>
              </a:pPr>
              <a:r>
                <a:rPr lang="zh-CN" altLang="en-US" sz="1200" b="1" dirty="0">
                  <a:solidFill>
                    <a:srgbClr val="006600"/>
                  </a:solidFill>
                  <a:latin typeface="仿宋_GB2312" pitchFamily="49" charset="-122"/>
                  <a:ea typeface="仿宋_GB2312" pitchFamily="49" charset="-122"/>
                </a:rPr>
                <a:t>准考证</a:t>
              </a:r>
              <a:endParaRPr lang="zh-CN" altLang="en-US" sz="1200" b="1" dirty="0">
                <a:solidFill>
                  <a:srgbClr val="006600"/>
                </a:solidFill>
                <a:latin typeface="仿宋_GB2312" pitchFamily="49" charset="-122"/>
                <a:ea typeface="仿宋_GB2312" pitchFamily="49" charset="-122"/>
              </a:endParaRPr>
            </a:p>
          </p:txBody>
        </p:sp>
        <p:sp>
          <p:nvSpPr>
            <p:cNvPr id="60434" name="Rectangle 23"/>
            <p:cNvSpPr/>
            <p:nvPr/>
          </p:nvSpPr>
          <p:spPr>
            <a:xfrm>
              <a:off x="903" y="2559"/>
              <a:ext cx="1584" cy="262"/>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spcBef>
                  <a:spcPct val="0"/>
                </a:spcBef>
                <a:buClrTx/>
                <a:buSzTx/>
                <a:buFontTx/>
                <a:buNone/>
              </a:pPr>
              <a:r>
                <a:rPr lang="zh-CN" altLang="en-US" sz="1200" b="1" dirty="0">
                  <a:solidFill>
                    <a:srgbClr val="006600"/>
                  </a:solidFill>
                  <a:latin typeface="仿宋_GB2312" pitchFamily="49" charset="-122"/>
                  <a:ea typeface="仿宋_GB2312" pitchFamily="49" charset="-122"/>
                </a:rPr>
                <a:t>考生通知单</a:t>
              </a:r>
              <a:endParaRPr lang="zh-CN" altLang="en-US" sz="1200" b="1" dirty="0">
                <a:solidFill>
                  <a:srgbClr val="006600"/>
                </a:solidFill>
                <a:latin typeface="仿宋_GB2312" pitchFamily="49" charset="-122"/>
                <a:ea typeface="仿宋_GB2312" pitchFamily="49" charset="-122"/>
              </a:endParaRPr>
            </a:p>
          </p:txBody>
        </p:sp>
        <p:sp>
          <p:nvSpPr>
            <p:cNvPr id="60435" name="Line 24"/>
            <p:cNvSpPr/>
            <p:nvPr/>
          </p:nvSpPr>
          <p:spPr>
            <a:xfrm>
              <a:off x="2960" y="2327"/>
              <a:ext cx="180" cy="1196"/>
            </a:xfrm>
            <a:prstGeom prst="line">
              <a:avLst/>
            </a:prstGeom>
            <a:ln w="31750" cap="flat" cmpd="sng">
              <a:solidFill>
                <a:srgbClr val="0000FF"/>
              </a:solidFill>
              <a:prstDash val="solid"/>
              <a:headEnd type="stealth" w="med" len="lg"/>
              <a:tailEnd type="none" w="med" len="med"/>
            </a:ln>
          </p:spPr>
        </p:sp>
        <p:sp>
          <p:nvSpPr>
            <p:cNvPr id="60436" name="Rectangle 25"/>
            <p:cNvSpPr/>
            <p:nvPr/>
          </p:nvSpPr>
          <p:spPr>
            <a:xfrm rot="-469879">
              <a:off x="3064" y="2666"/>
              <a:ext cx="432" cy="561"/>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lnSpc>
                  <a:spcPct val="90000"/>
                </a:lnSpc>
                <a:spcBef>
                  <a:spcPct val="0"/>
                </a:spcBef>
                <a:buClrTx/>
                <a:buSzTx/>
                <a:buFontTx/>
                <a:buNone/>
              </a:pPr>
              <a:r>
                <a:rPr lang="zh-CN" altLang="en-US" sz="1200" b="1" dirty="0">
                  <a:solidFill>
                    <a:srgbClr val="006600"/>
                  </a:solidFill>
                  <a:latin typeface="仿宋_GB2312" pitchFamily="49" charset="-122"/>
                  <a:ea typeface="仿宋_GB2312" pitchFamily="49" charset="-122"/>
                </a:rPr>
                <a:t>成</a:t>
              </a:r>
              <a:endParaRPr lang="zh-CN" altLang="en-US" sz="1200" b="1" dirty="0">
                <a:solidFill>
                  <a:srgbClr val="006600"/>
                </a:solidFill>
                <a:latin typeface="仿宋_GB2312" pitchFamily="49" charset="-122"/>
                <a:ea typeface="仿宋_GB2312" pitchFamily="49" charset="-122"/>
              </a:endParaRPr>
            </a:p>
            <a:p>
              <a:pPr marL="0" lvl="0" indent="0">
                <a:lnSpc>
                  <a:spcPct val="90000"/>
                </a:lnSpc>
                <a:spcBef>
                  <a:spcPct val="0"/>
                </a:spcBef>
                <a:buClrTx/>
                <a:buSzTx/>
                <a:buFontTx/>
                <a:buNone/>
              </a:pPr>
              <a:r>
                <a:rPr lang="zh-CN" altLang="en-US" sz="1200" b="1" dirty="0">
                  <a:solidFill>
                    <a:srgbClr val="006600"/>
                  </a:solidFill>
                  <a:latin typeface="仿宋_GB2312" pitchFamily="49" charset="-122"/>
                  <a:ea typeface="仿宋_GB2312" pitchFamily="49" charset="-122"/>
                </a:rPr>
                <a:t>绩</a:t>
              </a:r>
              <a:endParaRPr lang="zh-CN" altLang="en-US" sz="1200" b="1" dirty="0">
                <a:solidFill>
                  <a:srgbClr val="006600"/>
                </a:solidFill>
                <a:latin typeface="仿宋_GB2312" pitchFamily="49" charset="-122"/>
                <a:ea typeface="仿宋_GB2312" pitchFamily="49" charset="-122"/>
              </a:endParaRPr>
            </a:p>
            <a:p>
              <a:pPr marL="0" lvl="0" indent="0">
                <a:lnSpc>
                  <a:spcPct val="90000"/>
                </a:lnSpc>
                <a:spcBef>
                  <a:spcPct val="0"/>
                </a:spcBef>
                <a:buClrTx/>
                <a:buSzTx/>
                <a:buFontTx/>
                <a:buNone/>
              </a:pPr>
              <a:r>
                <a:rPr lang="zh-CN" altLang="en-US" sz="1200" b="1" dirty="0">
                  <a:solidFill>
                    <a:srgbClr val="006600"/>
                  </a:solidFill>
                  <a:latin typeface="仿宋_GB2312" pitchFamily="49" charset="-122"/>
                  <a:ea typeface="仿宋_GB2312" pitchFamily="49" charset="-122"/>
                </a:rPr>
                <a:t>单</a:t>
              </a:r>
              <a:endParaRPr lang="zh-CN" altLang="en-US" sz="1200" b="1" dirty="0">
                <a:solidFill>
                  <a:srgbClr val="006600"/>
                </a:solidFill>
                <a:latin typeface="仿宋_GB2312" pitchFamily="49" charset="-122"/>
                <a:ea typeface="仿宋_GB2312" pitchFamily="49" charset="-122"/>
              </a:endParaRPr>
            </a:p>
          </p:txBody>
        </p:sp>
        <p:sp>
          <p:nvSpPr>
            <p:cNvPr id="60437" name="Rectangle 26"/>
            <p:cNvSpPr/>
            <p:nvPr/>
          </p:nvSpPr>
          <p:spPr>
            <a:xfrm>
              <a:off x="3547" y="1859"/>
              <a:ext cx="1101" cy="262"/>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spcBef>
                  <a:spcPct val="0"/>
                </a:spcBef>
                <a:buClrTx/>
                <a:buSzTx/>
                <a:buFontTx/>
                <a:buNone/>
              </a:pPr>
              <a:r>
                <a:rPr lang="zh-CN" altLang="en-US" sz="1200" b="1" dirty="0">
                  <a:solidFill>
                    <a:srgbClr val="006600"/>
                  </a:solidFill>
                  <a:latin typeface="仿宋_GB2312" pitchFamily="49" charset="-122"/>
                  <a:ea typeface="仿宋_GB2312" pitchFamily="49" charset="-122"/>
                </a:rPr>
                <a:t>合格标准</a:t>
              </a:r>
              <a:endParaRPr lang="zh-CN" altLang="en-US" sz="1200" b="1" dirty="0">
                <a:solidFill>
                  <a:srgbClr val="006600"/>
                </a:solidFill>
                <a:latin typeface="仿宋_GB2312" pitchFamily="49" charset="-122"/>
                <a:ea typeface="仿宋_GB2312" pitchFamily="49" charset="-122"/>
              </a:endParaRPr>
            </a:p>
          </p:txBody>
        </p:sp>
        <p:sp>
          <p:nvSpPr>
            <p:cNvPr id="60438" name="Rectangle 27"/>
            <p:cNvSpPr/>
            <p:nvPr/>
          </p:nvSpPr>
          <p:spPr>
            <a:xfrm>
              <a:off x="3424" y="2661"/>
              <a:ext cx="1299" cy="245"/>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lgn="ctr">
                <a:lnSpc>
                  <a:spcPct val="90000"/>
                </a:lnSpc>
                <a:spcBef>
                  <a:spcPct val="0"/>
                </a:spcBef>
                <a:buClrTx/>
                <a:buSzTx/>
                <a:buFontTx/>
                <a:buNone/>
              </a:pPr>
              <a:r>
                <a:rPr lang="zh-CN" altLang="en-US" sz="1200" b="1" dirty="0">
                  <a:solidFill>
                    <a:srgbClr val="006600"/>
                  </a:solidFill>
                  <a:latin typeface="仿宋_GB2312" pitchFamily="49" charset="-122"/>
                  <a:ea typeface="仿宋_GB2312" pitchFamily="49" charset="-122"/>
                </a:rPr>
                <a:t>错误成绩单</a:t>
              </a:r>
              <a:endParaRPr lang="zh-CN" altLang="en-US" sz="1200" b="1" dirty="0">
                <a:solidFill>
                  <a:srgbClr val="006600"/>
                </a:solidFill>
                <a:latin typeface="仿宋_GB2312" pitchFamily="49" charset="-122"/>
                <a:ea typeface="仿宋_GB2312" pitchFamily="49" charset="-122"/>
              </a:endParaRPr>
            </a:p>
          </p:txBody>
        </p:sp>
        <p:sp>
          <p:nvSpPr>
            <p:cNvPr id="60439" name="Rectangle 28"/>
            <p:cNvSpPr/>
            <p:nvPr/>
          </p:nvSpPr>
          <p:spPr>
            <a:xfrm>
              <a:off x="2439" y="2376"/>
              <a:ext cx="432" cy="719"/>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lnSpc>
                  <a:spcPct val="90000"/>
                </a:lnSpc>
                <a:spcBef>
                  <a:spcPct val="0"/>
                </a:spcBef>
                <a:buClrTx/>
                <a:buSzTx/>
                <a:buFontTx/>
                <a:buNone/>
              </a:pPr>
              <a:r>
                <a:rPr lang="zh-CN" altLang="en-US" sz="1200" b="1" dirty="0">
                  <a:solidFill>
                    <a:srgbClr val="006600"/>
                  </a:solidFill>
                  <a:latin typeface="仿宋_GB2312" pitchFamily="49" charset="-122"/>
                  <a:ea typeface="仿宋_GB2312" pitchFamily="49" charset="-122"/>
                </a:rPr>
                <a:t>考生名</a:t>
              </a:r>
              <a:endParaRPr lang="zh-CN" altLang="en-US" sz="1200" b="1" dirty="0">
                <a:solidFill>
                  <a:srgbClr val="006600"/>
                </a:solidFill>
                <a:latin typeface="仿宋_GB2312" pitchFamily="49" charset="-122"/>
                <a:ea typeface="仿宋_GB2312" pitchFamily="49" charset="-122"/>
              </a:endParaRPr>
            </a:p>
            <a:p>
              <a:pPr marL="0" lvl="0" indent="0">
                <a:lnSpc>
                  <a:spcPct val="90000"/>
                </a:lnSpc>
                <a:spcBef>
                  <a:spcPct val="0"/>
                </a:spcBef>
                <a:buClrTx/>
                <a:buSzTx/>
                <a:buFontTx/>
                <a:buNone/>
              </a:pPr>
              <a:r>
                <a:rPr lang="zh-CN" altLang="en-US" sz="1200" b="1" dirty="0">
                  <a:solidFill>
                    <a:srgbClr val="006600"/>
                  </a:solidFill>
                  <a:latin typeface="仿宋_GB2312" pitchFamily="49" charset="-122"/>
                  <a:ea typeface="仿宋_GB2312" pitchFamily="49" charset="-122"/>
                </a:rPr>
                <a:t>单</a:t>
              </a:r>
              <a:endParaRPr lang="zh-CN" altLang="en-US" sz="1200" b="1" dirty="0">
                <a:solidFill>
                  <a:srgbClr val="006600"/>
                </a:solidFill>
                <a:latin typeface="仿宋_GB2312" pitchFamily="49" charset="-122"/>
                <a:ea typeface="仿宋_GB2312" pitchFamily="49" charset="-122"/>
              </a:endParaRPr>
            </a:p>
          </p:txBody>
        </p:sp>
        <p:sp>
          <p:nvSpPr>
            <p:cNvPr id="60440" name="Rectangle 29"/>
            <p:cNvSpPr/>
            <p:nvPr/>
          </p:nvSpPr>
          <p:spPr>
            <a:xfrm rot="-793918">
              <a:off x="3357" y="1058"/>
              <a:ext cx="1488" cy="262"/>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spcBef>
                  <a:spcPct val="0"/>
                </a:spcBef>
                <a:buClrTx/>
                <a:buSzTx/>
                <a:buFontTx/>
                <a:buNone/>
              </a:pPr>
              <a:r>
                <a:rPr lang="zh-CN" altLang="en-US" sz="1200" b="1" dirty="0">
                  <a:solidFill>
                    <a:srgbClr val="006600"/>
                  </a:solidFill>
                  <a:latin typeface="仿宋_GB2312" pitchFamily="49" charset="-122"/>
                  <a:ea typeface="仿宋_GB2312" pitchFamily="49" charset="-122"/>
                </a:rPr>
                <a:t>统计分析表</a:t>
              </a:r>
              <a:endParaRPr lang="zh-CN" altLang="en-US" sz="1200" b="1" dirty="0">
                <a:solidFill>
                  <a:srgbClr val="006600"/>
                </a:solidFill>
                <a:latin typeface="仿宋_GB2312" pitchFamily="49" charset="-122"/>
                <a:ea typeface="仿宋_GB2312" pitchFamily="49" charset="-122"/>
              </a:endParaRPr>
            </a:p>
          </p:txBody>
        </p:sp>
        <p:sp>
          <p:nvSpPr>
            <p:cNvPr id="60441" name="Freeform 30"/>
            <p:cNvSpPr/>
            <p:nvPr/>
          </p:nvSpPr>
          <p:spPr>
            <a:xfrm>
              <a:off x="897" y="1242"/>
              <a:ext cx="1535" cy="204"/>
            </a:xfrm>
            <a:custGeom>
              <a:avLst/>
              <a:gdLst/>
              <a:ahLst/>
              <a:cxnLst>
                <a:cxn ang="0">
                  <a:pos x="1872" y="204"/>
                </a:cxn>
                <a:cxn ang="0">
                  <a:pos x="1598" y="89"/>
                </a:cxn>
                <a:cxn ang="0">
                  <a:pos x="1275" y="25"/>
                </a:cxn>
                <a:cxn ang="0">
                  <a:pos x="920" y="0"/>
                </a:cxn>
                <a:cxn ang="0">
                  <a:pos x="565" y="25"/>
                </a:cxn>
                <a:cxn ang="0">
                  <a:pos x="275" y="102"/>
                </a:cxn>
                <a:cxn ang="0">
                  <a:pos x="0" y="192"/>
                </a:cxn>
              </a:cxnLst>
              <a:rect l="0" t="0" r="0" b="0"/>
              <a:pathLst>
                <a:path w="1485" h="204">
                  <a:moveTo>
                    <a:pt x="1485" y="204"/>
                  </a:moveTo>
                  <a:cubicBezTo>
                    <a:pt x="1415" y="161"/>
                    <a:pt x="1346" y="119"/>
                    <a:pt x="1267" y="89"/>
                  </a:cubicBezTo>
                  <a:cubicBezTo>
                    <a:pt x="1188" y="59"/>
                    <a:pt x="1100" y="40"/>
                    <a:pt x="1011" y="25"/>
                  </a:cubicBezTo>
                  <a:cubicBezTo>
                    <a:pt x="922" y="10"/>
                    <a:pt x="824" y="0"/>
                    <a:pt x="730" y="0"/>
                  </a:cubicBezTo>
                  <a:cubicBezTo>
                    <a:pt x="636" y="0"/>
                    <a:pt x="533" y="8"/>
                    <a:pt x="448" y="25"/>
                  </a:cubicBezTo>
                  <a:cubicBezTo>
                    <a:pt x="363" y="42"/>
                    <a:pt x="293" y="74"/>
                    <a:pt x="218" y="102"/>
                  </a:cubicBezTo>
                  <a:cubicBezTo>
                    <a:pt x="143" y="130"/>
                    <a:pt x="40" y="173"/>
                    <a:pt x="0" y="192"/>
                  </a:cubicBezTo>
                </a:path>
              </a:pathLst>
            </a:custGeom>
            <a:noFill/>
            <a:ln w="31750" cap="flat" cmpd="sng">
              <a:solidFill>
                <a:srgbClr val="0000FF">
                  <a:alpha val="100000"/>
                </a:srgbClr>
              </a:solidFill>
              <a:prstDash val="solid"/>
              <a:round/>
              <a:headEnd type="none" w="med" len="med"/>
              <a:tailEnd type="stealth" w="med" len="lg"/>
            </a:ln>
          </p:spPr>
          <p:txBody>
            <a:bodyPr/>
            <a:lstStyle/>
            <a:p>
              <a:endParaRPr lang="zh-CN" altLang="en-US" sz="1200"/>
            </a:p>
          </p:txBody>
        </p:sp>
        <p:sp>
          <p:nvSpPr>
            <p:cNvPr id="60442" name="Freeform 31"/>
            <p:cNvSpPr/>
            <p:nvPr/>
          </p:nvSpPr>
          <p:spPr>
            <a:xfrm>
              <a:off x="896" y="2061"/>
              <a:ext cx="1472" cy="213"/>
            </a:xfrm>
            <a:custGeom>
              <a:avLst/>
              <a:gdLst/>
              <a:ahLst/>
              <a:cxnLst>
                <a:cxn ang="0">
                  <a:pos x="1472" y="0"/>
                </a:cxn>
                <a:cxn ang="0">
                  <a:pos x="1216" y="141"/>
                </a:cxn>
                <a:cxn ang="0">
                  <a:pos x="883" y="205"/>
                </a:cxn>
                <a:cxn ang="0">
                  <a:pos x="576" y="192"/>
                </a:cxn>
                <a:cxn ang="0">
                  <a:pos x="115" y="89"/>
                </a:cxn>
                <a:cxn ang="0">
                  <a:pos x="0" y="64"/>
                </a:cxn>
              </a:cxnLst>
              <a:rect l="0" t="0" r="0" b="0"/>
              <a:pathLst>
                <a:path w="1472" h="213">
                  <a:moveTo>
                    <a:pt x="1472" y="0"/>
                  </a:moveTo>
                  <a:cubicBezTo>
                    <a:pt x="1393" y="53"/>
                    <a:pt x="1314" y="107"/>
                    <a:pt x="1216" y="141"/>
                  </a:cubicBezTo>
                  <a:cubicBezTo>
                    <a:pt x="1118" y="175"/>
                    <a:pt x="990" y="197"/>
                    <a:pt x="883" y="205"/>
                  </a:cubicBezTo>
                  <a:cubicBezTo>
                    <a:pt x="776" y="213"/>
                    <a:pt x="704" y="211"/>
                    <a:pt x="576" y="192"/>
                  </a:cubicBezTo>
                  <a:cubicBezTo>
                    <a:pt x="448" y="173"/>
                    <a:pt x="211" y="110"/>
                    <a:pt x="115" y="89"/>
                  </a:cubicBezTo>
                  <a:cubicBezTo>
                    <a:pt x="19" y="68"/>
                    <a:pt x="19" y="68"/>
                    <a:pt x="0" y="64"/>
                  </a:cubicBezTo>
                </a:path>
              </a:pathLst>
            </a:custGeom>
            <a:noFill/>
            <a:ln w="31750" cap="flat" cmpd="sng">
              <a:solidFill>
                <a:srgbClr val="0000FF">
                  <a:alpha val="100000"/>
                </a:srgbClr>
              </a:solidFill>
              <a:prstDash val="solid"/>
              <a:round/>
              <a:headEnd type="none" w="med" len="med"/>
              <a:tailEnd type="stealth" w="med" len="lg"/>
            </a:ln>
          </p:spPr>
          <p:txBody>
            <a:bodyPr/>
            <a:lstStyle/>
            <a:p>
              <a:endParaRPr lang="zh-CN" altLang="en-US" sz="1200"/>
            </a:p>
          </p:txBody>
        </p:sp>
        <p:sp>
          <p:nvSpPr>
            <p:cNvPr id="60443" name="Freeform 32"/>
            <p:cNvSpPr/>
            <p:nvPr/>
          </p:nvSpPr>
          <p:spPr>
            <a:xfrm>
              <a:off x="884" y="2202"/>
              <a:ext cx="1612" cy="399"/>
            </a:xfrm>
            <a:custGeom>
              <a:avLst/>
              <a:gdLst/>
              <a:ahLst/>
              <a:cxnLst>
                <a:cxn ang="0">
                  <a:pos x="1770" y="0"/>
                </a:cxn>
                <a:cxn ang="0">
                  <a:pos x="1513" y="230"/>
                </a:cxn>
                <a:cxn ang="0">
                  <a:pos x="957" y="384"/>
                </a:cxn>
                <a:cxn ang="0">
                  <a:pos x="428" y="320"/>
                </a:cxn>
                <a:cxn ang="0">
                  <a:pos x="0" y="102"/>
                </a:cxn>
              </a:cxnLst>
              <a:rect l="0" t="0" r="0" b="0"/>
              <a:pathLst>
                <a:path w="1587" h="399">
                  <a:moveTo>
                    <a:pt x="1587" y="0"/>
                  </a:moveTo>
                  <a:cubicBezTo>
                    <a:pt x="1532" y="83"/>
                    <a:pt x="1478" y="166"/>
                    <a:pt x="1357" y="230"/>
                  </a:cubicBezTo>
                  <a:cubicBezTo>
                    <a:pt x="1236" y="294"/>
                    <a:pt x="1019" y="369"/>
                    <a:pt x="857" y="384"/>
                  </a:cubicBezTo>
                  <a:cubicBezTo>
                    <a:pt x="695" y="399"/>
                    <a:pt x="527" y="367"/>
                    <a:pt x="384" y="320"/>
                  </a:cubicBezTo>
                  <a:cubicBezTo>
                    <a:pt x="241" y="273"/>
                    <a:pt x="64" y="141"/>
                    <a:pt x="0" y="102"/>
                  </a:cubicBezTo>
                </a:path>
              </a:pathLst>
            </a:custGeom>
            <a:noFill/>
            <a:ln w="31750" cap="flat" cmpd="sng">
              <a:solidFill>
                <a:srgbClr val="0000FF">
                  <a:alpha val="100000"/>
                </a:srgbClr>
              </a:solidFill>
              <a:prstDash val="solid"/>
              <a:round/>
              <a:headEnd type="none" w="med" len="med"/>
              <a:tailEnd type="stealth" w="med" len="lg"/>
            </a:ln>
          </p:spPr>
          <p:txBody>
            <a:bodyPr/>
            <a:lstStyle/>
            <a:p>
              <a:endParaRPr lang="zh-CN" altLang="en-US" sz="1200"/>
            </a:p>
          </p:txBody>
        </p:sp>
        <p:sp>
          <p:nvSpPr>
            <p:cNvPr id="60444" name="Freeform 33"/>
            <p:cNvSpPr/>
            <p:nvPr/>
          </p:nvSpPr>
          <p:spPr>
            <a:xfrm>
              <a:off x="3123" y="2291"/>
              <a:ext cx="384" cy="1242"/>
            </a:xfrm>
            <a:custGeom>
              <a:avLst/>
              <a:gdLst/>
              <a:ahLst/>
              <a:cxnLst>
                <a:cxn ang="0">
                  <a:pos x="0" y="0"/>
                </a:cxn>
                <a:cxn ang="0">
                  <a:pos x="74" y="257"/>
                </a:cxn>
                <a:cxn ang="0">
                  <a:pos x="139" y="833"/>
                </a:cxn>
                <a:cxn ang="0">
                  <a:pos x="152" y="1504"/>
                </a:cxn>
              </a:cxnLst>
              <a:rect l="0" t="0" r="0" b="0"/>
              <a:pathLst>
                <a:path w="448" h="1203">
                  <a:moveTo>
                    <a:pt x="0" y="0"/>
                  </a:moveTo>
                  <a:cubicBezTo>
                    <a:pt x="75" y="47"/>
                    <a:pt x="150" y="94"/>
                    <a:pt x="218" y="205"/>
                  </a:cubicBezTo>
                  <a:cubicBezTo>
                    <a:pt x="286" y="316"/>
                    <a:pt x="372" y="500"/>
                    <a:pt x="410" y="666"/>
                  </a:cubicBezTo>
                  <a:cubicBezTo>
                    <a:pt x="448" y="832"/>
                    <a:pt x="444" y="1114"/>
                    <a:pt x="448" y="1203"/>
                  </a:cubicBezTo>
                </a:path>
              </a:pathLst>
            </a:custGeom>
            <a:noFill/>
            <a:ln w="31750" cap="flat" cmpd="sng">
              <a:solidFill>
                <a:srgbClr val="0000FF">
                  <a:alpha val="100000"/>
                </a:srgbClr>
              </a:solidFill>
              <a:prstDash val="solid"/>
              <a:round/>
              <a:headEnd type="none" w="med" len="med"/>
              <a:tailEnd type="stealth" w="med" len="lg"/>
            </a:ln>
          </p:spPr>
          <p:txBody>
            <a:bodyPr/>
            <a:lstStyle/>
            <a:p>
              <a:endParaRPr lang="zh-CN" altLang="en-US" sz="1200"/>
            </a:p>
          </p:txBody>
        </p:sp>
      </p:grpSp>
      <p:sp>
        <p:nvSpPr>
          <p:cNvPr id="2" name="文本框 1"/>
          <p:cNvSpPr txBox="1"/>
          <p:nvPr/>
        </p:nvSpPr>
        <p:spPr>
          <a:xfrm>
            <a:off x="611505" y="4731385"/>
            <a:ext cx="8054975" cy="1787525"/>
          </a:xfrm>
          <a:prstGeom prst="rect">
            <a:avLst/>
          </a:prstGeom>
          <a:noFill/>
        </p:spPr>
        <p:txBody>
          <a:bodyPr wrap="square" rtlCol="0" anchor="t">
            <a:spAutoFit/>
          </a:bodyPr>
          <a:lstStyle/>
          <a:p>
            <a:pPr marL="457200" marR="0" lvl="0" indent="-457200" algn="l" defTabSz="914400" rtl="0" eaLnBrk="1" fontAlgn="base" latinLnBrk="0" hangingPunct="1">
              <a:lnSpc>
                <a:spcPct val="105000"/>
              </a:lnSpc>
              <a:spcBef>
                <a:spcPct val="20000"/>
              </a:spcBef>
              <a:spcAft>
                <a:spcPct val="0"/>
              </a:spcAft>
              <a:buClr>
                <a:srgbClr val="990099"/>
              </a:buClr>
              <a:buSzTx/>
              <a:buFont typeface="Wingdings" panose="05000000000000000000" pitchFamily="2" charset="2"/>
              <a:buChar char="§"/>
              <a:defRPr/>
            </a:pPr>
            <a:r>
              <a:rPr kumimoji="1" lang="zh-CN" altLang="en-US" sz="2400" b="1" noProof="0">
                <a:ln>
                  <a:noFill/>
                </a:ln>
                <a:effectLst>
                  <a:outerShdw blurRad="38100" dist="38100" dir="2700000" algn="tl">
                    <a:srgbClr val="C0C0C0"/>
                  </a:outerShdw>
                </a:effectLst>
                <a:uLnTx/>
                <a:uFillTx/>
                <a:latin typeface="Times New Roman" panose="02020603050405020304" pitchFamily="18" charset="0"/>
                <a:ea typeface="仿宋_GB2312" pitchFamily="49" charset="-122"/>
                <a:sym typeface="+mn-ea"/>
              </a:rPr>
              <a:t>这个数据流图只是一个高层的</a:t>
            </a:r>
            <a:r>
              <a:rPr kumimoji="1" lang="zh-CN" altLang="en-US" sz="2400" b="1" noProof="0">
                <a:ln>
                  <a:noFill/>
                </a:ln>
                <a:solidFill>
                  <a:srgbClr val="CC3300"/>
                </a:solidFill>
                <a:effectLst>
                  <a:outerShdw blurRad="38100" dist="38100" dir="2700000" algn="tl">
                    <a:srgbClr val="C0C0C0"/>
                  </a:outerShdw>
                </a:effectLst>
                <a:uLnTx/>
                <a:uFillTx/>
                <a:latin typeface="Times New Roman" panose="02020603050405020304" pitchFamily="18" charset="0"/>
                <a:ea typeface="仿宋_GB2312" pitchFamily="49" charset="-122"/>
                <a:sym typeface="+mn-ea"/>
              </a:rPr>
              <a:t>系统逻辑模型</a:t>
            </a:r>
            <a:r>
              <a:rPr kumimoji="1" lang="zh-CN" altLang="en-US" sz="2400" b="1" noProof="0">
                <a:ln>
                  <a:noFill/>
                </a:ln>
                <a:solidFill>
                  <a:srgbClr val="0000FF"/>
                </a:solidFill>
                <a:effectLst>
                  <a:outerShdw blurRad="38100" dist="38100" dir="2700000" algn="tl">
                    <a:srgbClr val="C0C0C0"/>
                  </a:outerShdw>
                </a:effectLst>
                <a:uLnTx/>
                <a:uFillTx/>
                <a:latin typeface="Times New Roman" panose="02020603050405020304" pitchFamily="18" charset="0"/>
                <a:ea typeface="仿宋_GB2312" pitchFamily="49" charset="-122"/>
                <a:sym typeface="+mn-ea"/>
              </a:rPr>
              <a:t>，</a:t>
            </a:r>
            <a:r>
              <a:rPr kumimoji="1" lang="zh-CN" altLang="en-US" sz="2400" b="1" noProof="0">
                <a:ln>
                  <a:noFill/>
                </a:ln>
                <a:effectLst>
                  <a:outerShdw blurRad="38100" dist="38100" dir="2700000" algn="tl">
                    <a:srgbClr val="C0C0C0"/>
                  </a:outerShdw>
                </a:effectLst>
                <a:uLnTx/>
                <a:uFillTx/>
                <a:latin typeface="Times New Roman" panose="02020603050405020304" pitchFamily="18" charset="0"/>
                <a:ea typeface="仿宋_GB2312" pitchFamily="49" charset="-122"/>
                <a:sym typeface="+mn-ea"/>
              </a:rPr>
              <a:t>它反映了目标系统要实现的功能以及系统与外界的关系。</a:t>
            </a:r>
            <a:endParaRPr kumimoji="1" lang="zh-CN" altLang="en-US"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cs typeface="+mn-cs"/>
            </a:endParaRPr>
          </a:p>
          <a:p>
            <a:pPr marL="457200" marR="0" lvl="0" indent="-457200" algn="l" defTabSz="914400" rtl="0" eaLnBrk="1" fontAlgn="base" latinLnBrk="0" hangingPunct="1">
              <a:lnSpc>
                <a:spcPct val="105000"/>
              </a:lnSpc>
              <a:spcBef>
                <a:spcPct val="20000"/>
              </a:spcBef>
              <a:spcAft>
                <a:spcPct val="0"/>
              </a:spcAft>
              <a:buClr>
                <a:srgbClr val="990099"/>
              </a:buClr>
              <a:buSzTx/>
              <a:buFont typeface="Wingdings" panose="05000000000000000000" pitchFamily="2" charset="2"/>
              <a:buChar char="§"/>
              <a:defRPr/>
            </a:pPr>
            <a:r>
              <a:rPr kumimoji="1" lang="zh-CN" altLang="en-US" sz="2400" b="1" noProof="0">
                <a:ln>
                  <a:noFill/>
                </a:ln>
                <a:effectLst>
                  <a:outerShdw blurRad="38100" dist="38100" dir="2700000" algn="tl">
                    <a:srgbClr val="C0C0C0"/>
                  </a:outerShdw>
                </a:effectLst>
                <a:uLnTx/>
                <a:uFillTx/>
                <a:latin typeface="Times New Roman" panose="02020603050405020304" pitchFamily="18" charset="0"/>
                <a:ea typeface="仿宋_GB2312" pitchFamily="49" charset="-122"/>
                <a:sym typeface="+mn-ea"/>
              </a:rPr>
              <a:t>该图亦称为上下文图或语境图（</a:t>
            </a:r>
            <a:r>
              <a:rPr kumimoji="1" lang="en-US" altLang="zh-CN" sz="2400" b="1" noProof="0">
                <a:ln>
                  <a:noFill/>
                </a:ln>
                <a:effectLst>
                  <a:outerShdw blurRad="38100" dist="38100" dir="2700000" algn="tl">
                    <a:srgbClr val="C0C0C0"/>
                  </a:outerShdw>
                </a:effectLst>
                <a:uLnTx/>
                <a:uFillTx/>
                <a:latin typeface="Times New Roman" panose="02020603050405020304" pitchFamily="18" charset="0"/>
                <a:ea typeface="仿宋_GB2312" pitchFamily="49" charset="-122"/>
                <a:sym typeface="+mn-ea"/>
              </a:rPr>
              <a:t>Context Diagram</a:t>
            </a:r>
            <a:r>
              <a:rPr kumimoji="1" lang="zh-CN" altLang="en-US" sz="2400" b="1" noProof="0">
                <a:ln>
                  <a:noFill/>
                </a:ln>
                <a:effectLst>
                  <a:outerShdw blurRad="38100" dist="38100" dir="2700000" algn="tl">
                    <a:srgbClr val="C0C0C0"/>
                  </a:outerShdw>
                </a:effectLst>
                <a:uLnTx/>
                <a:uFillTx/>
                <a:latin typeface="Times New Roman" panose="02020603050405020304" pitchFamily="18" charset="0"/>
                <a:ea typeface="仿宋_GB2312" pitchFamily="49" charset="-122"/>
                <a:sym typeface="+mn-ea"/>
              </a:rPr>
              <a:t>）</a:t>
            </a:r>
            <a:endParaRPr kumimoji="1" lang="zh-CN" altLang="en-US"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cs typeface="+mn-cs"/>
            </a:endParaRPr>
          </a:p>
          <a:p>
            <a:pPr marR="0" lvl="0" algn="l" defTabSz="914400" rtl="0" eaLnBrk="1" fontAlgn="base" latinLnBrk="0" hangingPunct="1">
              <a:lnSpc>
                <a:spcPct val="105000"/>
              </a:lnSpc>
              <a:spcBef>
                <a:spcPct val="20000"/>
              </a:spcBef>
              <a:spcAft>
                <a:spcPct val="0"/>
              </a:spcAft>
              <a:buClr>
                <a:srgbClr val="990099"/>
              </a:buClr>
              <a:buSzTx/>
              <a:buFont typeface="Wingdings" panose="05000000000000000000" pitchFamily="2" charset="2"/>
              <a:defRPr/>
            </a:pPr>
            <a:endParaRPr kumimoji="1" lang="zh-CN" altLang="en-US" sz="2400" b="1" noProof="0">
              <a:ln>
                <a:noFill/>
              </a:ln>
              <a:solidFill>
                <a:srgbClr val="006600"/>
              </a:solidFill>
              <a:effectLst>
                <a:outerShdw blurRad="38100" dist="38100" dir="2700000" algn="tl">
                  <a:srgbClr val="C0C0C0"/>
                </a:outerShdw>
              </a:effectLst>
              <a:uLnTx/>
              <a:uFillTx/>
              <a:latin typeface="Times New Roman" panose="02020603050405020304" pitchFamily="18" charset="0"/>
              <a:ea typeface="仿宋_GB2312" pitchFamily="49" charset="-122"/>
              <a:sym typeface="+mn-ea"/>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宋体" panose="02010600030101010101" pitchFamily="2" charset="-122"/>
                <a:cs typeface="Times New Roman" panose="02020603050405020304" pitchFamily="18" charset="0"/>
              </a:rPr>
              <a:t>2.1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结构化分析</a:t>
            </a:r>
            <a:endPar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13316"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
        <p:nvSpPr>
          <p:cNvPr id="49158" name="Rectangle 3"/>
          <p:cNvSpPr>
            <a:spLocks noGrp="1"/>
          </p:cNvSpPr>
          <p:nvPr>
            <p:ph idx="1"/>
          </p:nvPr>
        </p:nvSpPr>
        <p:spPr>
          <a:xfrm>
            <a:off x="457200" y="1600200"/>
            <a:ext cx="8206740" cy="4873625"/>
          </a:xfrm>
        </p:spPr>
        <p:txBody>
          <a:bodyPr vert="horz" wrap="square" lIns="91440" tIns="45720" rIns="91440" bIns="45720" anchor="t" anchorCtr="0">
            <a:normAutofit fontScale="97500" lnSpcReduction="10000"/>
          </a:bodyPr>
          <a:lstStyle/>
          <a:p>
            <a:pPr eaLnBrk="1" hangingPunct="1">
              <a:lnSpc>
                <a:spcPct val="100000"/>
              </a:lnSpc>
            </a:pPr>
            <a:r>
              <a:rPr lang="zh-CN" altLang="en-US" sz="3200" dirty="0">
                <a:solidFill>
                  <a:schemeClr val="tx1">
                    <a:lumMod val="50000"/>
                    <a:lumOff val="50000"/>
                  </a:schemeClr>
                </a:solidFill>
                <a:latin typeface="华文楷体" panose="02010600040101010101" charset="-122"/>
                <a:ea typeface="华文楷体" panose="02010600040101010101" charset="-122"/>
              </a:rPr>
              <a:t>实例：考务处理系统</a:t>
            </a:r>
            <a:endParaRPr lang="zh-CN" altLang="en-US" sz="3200" dirty="0">
              <a:solidFill>
                <a:schemeClr val="tx1">
                  <a:lumMod val="50000"/>
                  <a:lumOff val="50000"/>
                </a:schemeClr>
              </a:solidFill>
              <a:latin typeface="华文楷体" panose="02010600040101010101" charset="-122"/>
              <a:ea typeface="华文楷体" panose="02010600040101010101" charset="-122"/>
            </a:endParaRPr>
          </a:p>
          <a:p>
            <a:pPr marL="457200" marR="0" lvl="0" indent="-457200" algn="l" defTabSz="914400" rtl="0" eaLnBrk="1" fontAlgn="base" latinLnBrk="0" hangingPunct="1">
              <a:lnSpc>
                <a:spcPct val="105000"/>
              </a:lnSpc>
              <a:spcBef>
                <a:spcPct val="20000"/>
              </a:spcBef>
              <a:spcAft>
                <a:spcPct val="0"/>
              </a:spcAft>
              <a:buClr>
                <a:srgbClr val="990099"/>
              </a:buClr>
              <a:buSzTx/>
              <a:buFont typeface="Wingdings" panose="05000000000000000000" pitchFamily="2" charset="2"/>
              <a:buChar char="§"/>
              <a:defRPr/>
            </a:pPr>
            <a:r>
              <a:rPr kumimoji="1" lang="zh-CN" altLang="en-US" sz="2600" noProof="0">
                <a:ln>
                  <a:noFill/>
                </a:ln>
                <a:effectLst>
                  <a:outerShdw blurRad="38100" dist="38100" dir="2700000" algn="tl">
                    <a:srgbClr val="C0C0C0"/>
                  </a:outerShdw>
                </a:effectLst>
                <a:uLnTx/>
                <a:uFillTx/>
                <a:latin typeface="Times New Roman" panose="02020603050405020304" pitchFamily="18" charset="0"/>
                <a:ea typeface="仿宋_GB2312" pitchFamily="49" charset="-122"/>
                <a:sym typeface="+mn-ea"/>
              </a:rPr>
              <a:t>数据流图绘制步骤</a:t>
            </a:r>
            <a:endParaRPr kumimoji="1" lang="zh-CN" altLang="en-US" sz="26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cs typeface="+mn-cs"/>
            </a:endParaRPr>
          </a:p>
          <a:p>
            <a:pPr marL="914400" marR="0" lvl="1" indent="-457200" algn="l" defTabSz="914400" rtl="0" eaLnBrk="1" fontAlgn="base" latinLnBrk="0" hangingPunct="1">
              <a:lnSpc>
                <a:spcPct val="105000"/>
              </a:lnSpc>
              <a:spcBef>
                <a:spcPct val="20000"/>
              </a:spcBef>
              <a:spcAft>
                <a:spcPct val="0"/>
              </a:spcAft>
              <a:buClr>
                <a:schemeClr val="tx2"/>
              </a:buClr>
              <a:buSzTx/>
              <a:buFont typeface="Wingdings" panose="05000000000000000000" pitchFamily="2" charset="2"/>
              <a:buAutoNum type="arabicParenR"/>
              <a:defRPr/>
            </a:pPr>
            <a:r>
              <a:rPr kumimoji="1" lang="zh-CN" altLang="en-US" sz="2600" b="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sym typeface="+mn-ea"/>
              </a:rPr>
              <a:t>首先确定系统的输入和输出</a:t>
            </a:r>
            <a:endParaRPr kumimoji="1" lang="zh-CN" altLang="en-US" sz="2600" b="0"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cs typeface="+mn-cs"/>
            </a:endParaRPr>
          </a:p>
          <a:p>
            <a:pPr marL="914400" marR="0" lvl="1" indent="-457200" algn="l" defTabSz="914400" rtl="0" eaLnBrk="1" fontAlgn="base" latinLnBrk="0" hangingPunct="1">
              <a:lnSpc>
                <a:spcPct val="105000"/>
              </a:lnSpc>
              <a:spcBef>
                <a:spcPct val="20000"/>
              </a:spcBef>
              <a:spcAft>
                <a:spcPct val="0"/>
              </a:spcAft>
              <a:buClr>
                <a:schemeClr val="tx2"/>
              </a:buClr>
              <a:buSzTx/>
              <a:buFont typeface="Wingdings" panose="05000000000000000000" pitchFamily="2" charset="2"/>
              <a:buAutoNum type="arabicParenR"/>
              <a:defRPr/>
            </a:pPr>
            <a:r>
              <a:rPr kumimoji="1" lang="zh-CN" altLang="en-US" sz="2600" b="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sym typeface="+mn-ea"/>
              </a:rPr>
              <a:t>根据考务处理业务，画出顶层数据流图，以反映最主要业务处理流程</a:t>
            </a:r>
            <a:endParaRPr kumimoji="1" lang="zh-CN" altLang="en-US" sz="2600" b="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sym typeface="+mn-ea"/>
            </a:endParaRPr>
          </a:p>
          <a:p>
            <a:pPr marL="914400" marR="0" lvl="1" indent="-457200" algn="l" defTabSz="914400" rtl="0" eaLnBrk="1" fontAlgn="base" latinLnBrk="0" hangingPunct="1">
              <a:lnSpc>
                <a:spcPct val="110000"/>
              </a:lnSpc>
              <a:spcBef>
                <a:spcPct val="20000"/>
              </a:spcBef>
              <a:spcAft>
                <a:spcPct val="0"/>
              </a:spcAft>
              <a:buClr>
                <a:schemeClr val="tx2"/>
              </a:buClr>
              <a:buSzTx/>
              <a:buFont typeface="Wingdings" panose="05000000000000000000" pitchFamily="2" charset="2"/>
              <a:buAutoNum type="arabicParenR" startAt="3"/>
              <a:defRPr/>
            </a:pPr>
            <a:r>
              <a:rPr kumimoji="1" lang="zh-CN" altLang="en-US" sz="2600" b="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sym typeface="+mn-ea"/>
              </a:rPr>
              <a:t>经过分析，考务业务处理的主要功能应当有登记报名单、统计成绩两大项。主要数据流输入的源点和输出终点是考生、考试中心和阅卷站。</a:t>
            </a:r>
            <a:endParaRPr kumimoji="1" lang="zh-CN" altLang="en-US" sz="2600" b="0"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cs typeface="+mn-cs"/>
            </a:endParaRPr>
          </a:p>
          <a:p>
            <a:pPr marL="914400" marR="0" lvl="1" indent="-457200" algn="l" defTabSz="914400" rtl="0" eaLnBrk="1" fontAlgn="base" latinLnBrk="0" hangingPunct="1">
              <a:lnSpc>
                <a:spcPct val="110000"/>
              </a:lnSpc>
              <a:spcBef>
                <a:spcPct val="20000"/>
              </a:spcBef>
              <a:spcAft>
                <a:spcPct val="0"/>
              </a:spcAft>
              <a:buClr>
                <a:schemeClr val="tx2"/>
              </a:buClr>
              <a:buSzTx/>
              <a:buFont typeface="Wingdings" panose="05000000000000000000" pitchFamily="2" charset="2"/>
              <a:buAutoNum type="arabicParenR" startAt="3"/>
              <a:defRPr/>
            </a:pPr>
            <a:r>
              <a:rPr kumimoji="1" lang="zh-CN" altLang="en-US" sz="2600" b="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sym typeface="+mn-ea"/>
              </a:rPr>
              <a:t>然后从输入端开始，根据考务业务工作流，画出数据流流经的各加工框，逐步画到输出端，得到第</a:t>
            </a:r>
            <a:r>
              <a:rPr kumimoji="1" lang="en-US" altLang="zh-CN" sz="2600" b="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sym typeface="+mn-ea"/>
              </a:rPr>
              <a:t>1</a:t>
            </a:r>
            <a:r>
              <a:rPr kumimoji="1" lang="zh-CN" altLang="en-US" sz="2600" b="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sym typeface="+mn-ea"/>
              </a:rPr>
              <a:t>层数据流图。</a:t>
            </a:r>
            <a:endParaRPr kumimoji="1" lang="zh-CN" altLang="en-US" sz="2600" b="0"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cs typeface="+mn-cs"/>
            </a:endParaRPr>
          </a:p>
          <a:p>
            <a:pPr marL="914400" marR="0" lvl="1" indent="-457200" algn="l" defTabSz="914400" rtl="0" eaLnBrk="1" fontAlgn="base" latinLnBrk="0" hangingPunct="1">
              <a:lnSpc>
                <a:spcPct val="105000"/>
              </a:lnSpc>
              <a:spcBef>
                <a:spcPct val="20000"/>
              </a:spcBef>
              <a:spcAft>
                <a:spcPct val="0"/>
              </a:spcAft>
              <a:buClr>
                <a:schemeClr val="tx2"/>
              </a:buClr>
              <a:buSzTx/>
              <a:buFont typeface="Wingdings" panose="05000000000000000000" pitchFamily="2" charset="2"/>
              <a:buAutoNum type="arabicParenR"/>
              <a:defRPr/>
            </a:pPr>
            <a:endParaRPr kumimoji="1" lang="zh-CN" altLang="en-US" sz="2600" b="0" i="0" u="none" strike="noStrike" kern="120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cs typeface="+mn-cs"/>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宋体" panose="02010600030101010101" pitchFamily="2" charset="-122"/>
                <a:cs typeface="Times New Roman" panose="02020603050405020304" pitchFamily="18" charset="0"/>
              </a:rPr>
              <a:t>2.1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结构化分析</a:t>
            </a:r>
            <a:endPar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13316"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
        <p:nvSpPr>
          <p:cNvPr id="49158" name="Rectangle 3"/>
          <p:cNvSpPr>
            <a:spLocks noGrp="1"/>
          </p:cNvSpPr>
          <p:nvPr>
            <p:ph idx="1"/>
          </p:nvPr>
        </p:nvSpPr>
        <p:spPr>
          <a:xfrm>
            <a:off x="457200" y="1600200"/>
            <a:ext cx="8206740" cy="4873625"/>
          </a:xfrm>
        </p:spPr>
        <p:txBody>
          <a:bodyPr vert="horz" wrap="square" lIns="91440" tIns="45720" rIns="91440" bIns="45720" anchor="t" anchorCtr="0">
            <a:normAutofit fontScale="97500" lnSpcReduction="10000"/>
          </a:bodyPr>
          <a:lstStyle/>
          <a:p>
            <a:pPr eaLnBrk="1" hangingPunct="1">
              <a:lnSpc>
                <a:spcPct val="100000"/>
              </a:lnSpc>
            </a:pPr>
            <a:r>
              <a:rPr lang="zh-CN" altLang="en-US" sz="3200" dirty="0">
                <a:solidFill>
                  <a:schemeClr val="tx1">
                    <a:lumMod val="50000"/>
                    <a:lumOff val="50000"/>
                  </a:schemeClr>
                </a:solidFill>
                <a:latin typeface="华文楷体" panose="02010600040101010101" charset="-122"/>
                <a:ea typeface="华文楷体" panose="02010600040101010101" charset="-122"/>
              </a:rPr>
              <a:t>实例：考务处理系统</a:t>
            </a:r>
            <a:endParaRPr lang="zh-CN" altLang="en-US" sz="3200" dirty="0">
              <a:solidFill>
                <a:schemeClr val="tx1">
                  <a:lumMod val="50000"/>
                  <a:lumOff val="50000"/>
                </a:schemeClr>
              </a:solidFill>
              <a:latin typeface="华文楷体" panose="02010600040101010101" charset="-122"/>
              <a:ea typeface="华文楷体" panose="02010600040101010101" charset="-122"/>
            </a:endParaRPr>
          </a:p>
          <a:p>
            <a:pPr marL="457200" marR="0" lvl="0" indent="-457200" algn="l" defTabSz="914400" rtl="0" eaLnBrk="1" fontAlgn="base" latinLnBrk="0" hangingPunct="1">
              <a:lnSpc>
                <a:spcPct val="105000"/>
              </a:lnSpc>
              <a:spcBef>
                <a:spcPct val="20000"/>
              </a:spcBef>
              <a:spcAft>
                <a:spcPct val="0"/>
              </a:spcAft>
              <a:buClr>
                <a:srgbClr val="990099"/>
              </a:buClr>
              <a:buSzTx/>
              <a:buFont typeface="Wingdings" panose="05000000000000000000" pitchFamily="2" charset="2"/>
              <a:buChar char="§"/>
              <a:defRPr/>
            </a:pPr>
            <a:r>
              <a:rPr kumimoji="1" lang="zh-CN" altLang="en-US" sz="2600" noProof="0">
                <a:ln>
                  <a:noFill/>
                </a:ln>
                <a:effectLst>
                  <a:outerShdw blurRad="38100" dist="38100" dir="2700000" algn="tl">
                    <a:srgbClr val="C0C0C0"/>
                  </a:outerShdw>
                </a:effectLst>
                <a:uLnTx/>
                <a:uFillTx/>
                <a:latin typeface="Times New Roman" panose="02020603050405020304" pitchFamily="18" charset="0"/>
                <a:ea typeface="仿宋_GB2312" pitchFamily="49" charset="-122"/>
                <a:sym typeface="+mn-ea"/>
              </a:rPr>
              <a:t>数据流图绘制步骤</a:t>
            </a:r>
            <a:endParaRPr kumimoji="1" lang="zh-CN" altLang="en-US" sz="26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cs typeface="+mn-cs"/>
            </a:endParaRPr>
          </a:p>
          <a:p>
            <a:pPr marL="914400" marR="0" lvl="1" indent="-457200" algn="l" defTabSz="914400" rtl="0" eaLnBrk="1" fontAlgn="base" latinLnBrk="0" hangingPunct="1">
              <a:lnSpc>
                <a:spcPct val="105000"/>
              </a:lnSpc>
              <a:spcBef>
                <a:spcPct val="20000"/>
              </a:spcBef>
              <a:spcAft>
                <a:spcPct val="0"/>
              </a:spcAft>
              <a:buClr>
                <a:schemeClr val="tx2"/>
              </a:buClr>
              <a:buSzTx/>
              <a:buFont typeface="Wingdings" panose="05000000000000000000" pitchFamily="2" charset="2"/>
              <a:buAutoNum type="arabicParenR"/>
              <a:defRPr/>
            </a:pPr>
            <a:r>
              <a:rPr kumimoji="1" lang="zh-CN" altLang="en-US" sz="2600" b="0" strike="sngStrike" noProof="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sym typeface="+mn-ea"/>
              </a:rPr>
              <a:t>首先确定系统的输入和输出</a:t>
            </a:r>
            <a:endParaRPr kumimoji="1" lang="zh-CN" altLang="en-US" sz="2600" b="0" i="0" u="none" strike="sng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cs typeface="+mn-cs"/>
            </a:endParaRPr>
          </a:p>
          <a:p>
            <a:pPr marL="914400" marR="0" lvl="1" indent="-457200" algn="l" defTabSz="914400" rtl="0" eaLnBrk="1" fontAlgn="base" latinLnBrk="0" hangingPunct="1">
              <a:lnSpc>
                <a:spcPct val="105000"/>
              </a:lnSpc>
              <a:spcBef>
                <a:spcPct val="20000"/>
              </a:spcBef>
              <a:spcAft>
                <a:spcPct val="0"/>
              </a:spcAft>
              <a:buClr>
                <a:schemeClr val="tx2"/>
              </a:buClr>
              <a:buSzTx/>
              <a:buFont typeface="Wingdings" panose="05000000000000000000" pitchFamily="2" charset="2"/>
              <a:buAutoNum type="arabicParenR"/>
              <a:defRPr/>
            </a:pPr>
            <a:r>
              <a:rPr kumimoji="1" lang="zh-CN" altLang="en-US" sz="2600" b="0" strike="sngStrike" noProof="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sym typeface="+mn-ea"/>
              </a:rPr>
              <a:t>根据考务处理业务，画出顶层数据流图，以反映最主要业务处理流程</a:t>
            </a:r>
            <a:endParaRPr kumimoji="1" lang="zh-CN" altLang="en-US" sz="2600" b="0" strike="sngStrike" noProof="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sym typeface="+mn-ea"/>
            </a:endParaRPr>
          </a:p>
          <a:p>
            <a:pPr marL="914400" marR="0" lvl="1" indent="-457200" algn="l" defTabSz="914400" rtl="0" eaLnBrk="1" fontAlgn="base" latinLnBrk="0" hangingPunct="1">
              <a:lnSpc>
                <a:spcPct val="110000"/>
              </a:lnSpc>
              <a:spcBef>
                <a:spcPct val="20000"/>
              </a:spcBef>
              <a:spcAft>
                <a:spcPct val="0"/>
              </a:spcAft>
              <a:buClr>
                <a:schemeClr val="tx2"/>
              </a:buClr>
              <a:buSzTx/>
              <a:buFont typeface="Wingdings" panose="05000000000000000000" pitchFamily="2" charset="2"/>
              <a:buAutoNum type="arabicParenR" startAt="3"/>
              <a:defRPr/>
            </a:pPr>
            <a:r>
              <a:rPr kumimoji="1" lang="zh-CN" altLang="en-US" sz="2600" b="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sym typeface="+mn-ea"/>
              </a:rPr>
              <a:t>经过分析，考务业务处理的</a:t>
            </a:r>
            <a:r>
              <a:rPr kumimoji="1" lang="zh-CN" altLang="en-US" sz="2600" u="sng" noProof="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sym typeface="+mn-ea"/>
              </a:rPr>
              <a:t>主要功能</a:t>
            </a:r>
            <a:r>
              <a:rPr kumimoji="1" lang="zh-CN" altLang="en-US" sz="2600" b="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sym typeface="+mn-ea"/>
              </a:rPr>
              <a:t>应当有</a:t>
            </a:r>
            <a:r>
              <a:rPr kumimoji="1" lang="zh-CN" altLang="en-US" sz="2600" noProof="0">
                <a:ln>
                  <a:noFill/>
                </a:ln>
                <a:solidFill>
                  <a:srgbClr val="FF0000"/>
                </a:solidFill>
                <a:effectLst>
                  <a:outerShdw blurRad="38100" dist="38100" dir="2700000" algn="tl">
                    <a:srgbClr val="C0C0C0"/>
                  </a:outerShdw>
                </a:effectLst>
                <a:uLnTx/>
                <a:uFillTx/>
                <a:latin typeface="Times New Roman" panose="02020603050405020304" pitchFamily="18" charset="0"/>
                <a:ea typeface="仿宋_GB2312" pitchFamily="49" charset="-122"/>
                <a:sym typeface="+mn-ea"/>
              </a:rPr>
              <a:t>登记报名单</a:t>
            </a:r>
            <a:r>
              <a:rPr kumimoji="1" lang="zh-CN" altLang="en-US" sz="2600" b="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sym typeface="+mn-ea"/>
              </a:rPr>
              <a:t>、</a:t>
            </a:r>
            <a:r>
              <a:rPr kumimoji="1" lang="zh-CN" altLang="en-US" sz="2600" noProof="0">
                <a:ln>
                  <a:noFill/>
                </a:ln>
                <a:solidFill>
                  <a:srgbClr val="FF0000"/>
                </a:solidFill>
                <a:effectLst>
                  <a:outerShdw blurRad="38100" dist="38100" dir="2700000" algn="tl">
                    <a:srgbClr val="C0C0C0"/>
                  </a:outerShdw>
                </a:effectLst>
                <a:uLnTx/>
                <a:uFillTx/>
                <a:latin typeface="Times New Roman" panose="02020603050405020304" pitchFamily="18" charset="0"/>
                <a:ea typeface="仿宋_GB2312" pitchFamily="49" charset="-122"/>
                <a:sym typeface="+mn-ea"/>
              </a:rPr>
              <a:t>统计成绩</a:t>
            </a:r>
            <a:r>
              <a:rPr kumimoji="1" lang="zh-CN" altLang="en-US" sz="2600" b="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sym typeface="+mn-ea"/>
              </a:rPr>
              <a:t>两大项。主要数据流输入的源点和输出终点是考生、考试中心和阅卷站。</a:t>
            </a:r>
            <a:endParaRPr kumimoji="1" lang="zh-CN" altLang="en-US" sz="2600" b="0"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cs typeface="+mn-cs"/>
            </a:endParaRPr>
          </a:p>
          <a:p>
            <a:pPr marL="914400" marR="0" lvl="1" indent="-457200" algn="l" defTabSz="914400" rtl="0" eaLnBrk="1" fontAlgn="base" latinLnBrk="0" hangingPunct="1">
              <a:lnSpc>
                <a:spcPct val="110000"/>
              </a:lnSpc>
              <a:spcBef>
                <a:spcPct val="20000"/>
              </a:spcBef>
              <a:spcAft>
                <a:spcPct val="0"/>
              </a:spcAft>
              <a:buClr>
                <a:schemeClr val="tx2"/>
              </a:buClr>
              <a:buSzTx/>
              <a:buFont typeface="Wingdings" panose="05000000000000000000" pitchFamily="2" charset="2"/>
              <a:buAutoNum type="arabicParenR" startAt="3"/>
              <a:defRPr/>
            </a:pPr>
            <a:r>
              <a:rPr kumimoji="1" lang="zh-CN" altLang="en-US" sz="2600" b="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sym typeface="+mn-ea"/>
              </a:rPr>
              <a:t>然后从输入端开始，根据考务业务工作流，画出数据流流经的各加工框，逐步画到输出端，得到第</a:t>
            </a:r>
            <a:r>
              <a:rPr kumimoji="1" lang="en-US" altLang="zh-CN" sz="2600" b="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sym typeface="+mn-ea"/>
              </a:rPr>
              <a:t>0</a:t>
            </a:r>
            <a:r>
              <a:rPr kumimoji="1" lang="zh-CN" altLang="en-US" sz="2600" b="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sym typeface="+mn-ea"/>
              </a:rPr>
              <a:t>层数据流图。</a:t>
            </a:r>
            <a:endParaRPr kumimoji="1" lang="zh-CN" altLang="en-US" sz="2600" b="0"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cs typeface="+mn-cs"/>
            </a:endParaRPr>
          </a:p>
          <a:p>
            <a:pPr marL="914400" marR="0" lvl="1" indent="-457200" algn="l" defTabSz="914400" rtl="0" eaLnBrk="1" fontAlgn="base" latinLnBrk="0" hangingPunct="1">
              <a:lnSpc>
                <a:spcPct val="105000"/>
              </a:lnSpc>
              <a:spcBef>
                <a:spcPct val="20000"/>
              </a:spcBef>
              <a:spcAft>
                <a:spcPct val="0"/>
              </a:spcAft>
              <a:buClr>
                <a:schemeClr val="tx2"/>
              </a:buClr>
              <a:buSzTx/>
              <a:buFont typeface="Wingdings" panose="05000000000000000000" pitchFamily="2" charset="2"/>
              <a:buAutoNum type="arabicParenR"/>
              <a:defRPr/>
            </a:pPr>
            <a:endParaRPr kumimoji="1" lang="zh-CN" altLang="en-US" sz="2600" b="0" i="0" u="none" strike="noStrike" kern="120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cs typeface="+mn-cs"/>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6"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
        <p:nvSpPr>
          <p:cNvPr id="63494" name="Line 3"/>
          <p:cNvSpPr/>
          <p:nvPr/>
        </p:nvSpPr>
        <p:spPr>
          <a:xfrm>
            <a:off x="549910" y="848995"/>
            <a:ext cx="1905000" cy="990600"/>
          </a:xfrm>
          <a:prstGeom prst="line">
            <a:avLst/>
          </a:prstGeom>
          <a:ln w="31750" cap="flat" cmpd="sng">
            <a:solidFill>
              <a:srgbClr val="0000FF"/>
            </a:solidFill>
            <a:prstDash val="solid"/>
            <a:headEnd type="none" w="sm" len="sm"/>
            <a:tailEnd type="stealth" w="med" len="lg"/>
          </a:ln>
        </p:spPr>
      </p:sp>
      <p:sp>
        <p:nvSpPr>
          <p:cNvPr id="63495" name="Line 4"/>
          <p:cNvSpPr/>
          <p:nvPr/>
        </p:nvSpPr>
        <p:spPr>
          <a:xfrm flipV="1">
            <a:off x="600710" y="2626995"/>
            <a:ext cx="1828800" cy="1219200"/>
          </a:xfrm>
          <a:prstGeom prst="line">
            <a:avLst/>
          </a:prstGeom>
          <a:ln w="31750" cap="flat" cmpd="sng">
            <a:solidFill>
              <a:srgbClr val="0000FF"/>
            </a:solidFill>
            <a:prstDash val="solid"/>
            <a:headEnd type="stealth" w="med" len="lg"/>
            <a:tailEnd type="none" w="med" len="lg"/>
          </a:ln>
        </p:spPr>
      </p:sp>
      <p:sp>
        <p:nvSpPr>
          <p:cNvPr id="63496" name="Rectangle 5"/>
          <p:cNvSpPr/>
          <p:nvPr/>
        </p:nvSpPr>
        <p:spPr>
          <a:xfrm rot="1531870">
            <a:off x="994410" y="782320"/>
            <a:ext cx="1351280" cy="519430"/>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spcBef>
                <a:spcPct val="0"/>
              </a:spcBef>
              <a:buClrTx/>
              <a:buSzTx/>
              <a:buFontTx/>
              <a:buNone/>
            </a:pPr>
            <a:r>
              <a:rPr lang="zh-CN" altLang="en-US" sz="2800" b="1" dirty="0">
                <a:solidFill>
                  <a:srgbClr val="006600"/>
                </a:solidFill>
                <a:latin typeface="仿宋_GB2312" pitchFamily="49" charset="-122"/>
                <a:ea typeface="仿宋_GB2312" pitchFamily="49" charset="-122"/>
              </a:rPr>
              <a:t>报名表</a:t>
            </a:r>
            <a:endParaRPr lang="zh-CN" altLang="en-US" sz="2800" b="1" dirty="0">
              <a:solidFill>
                <a:srgbClr val="006600"/>
              </a:solidFill>
              <a:latin typeface="仿宋_GB2312" pitchFamily="49" charset="-122"/>
              <a:ea typeface="仿宋_GB2312" pitchFamily="49" charset="-122"/>
            </a:endParaRPr>
          </a:p>
        </p:txBody>
      </p:sp>
      <p:sp>
        <p:nvSpPr>
          <p:cNvPr id="63497" name="Rectangle 6"/>
          <p:cNvSpPr/>
          <p:nvPr/>
        </p:nvSpPr>
        <p:spPr>
          <a:xfrm rot="19503883">
            <a:off x="580390" y="2777490"/>
            <a:ext cx="1438275" cy="519430"/>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spcBef>
                <a:spcPct val="0"/>
              </a:spcBef>
              <a:buClrTx/>
              <a:buSzTx/>
              <a:buFontTx/>
              <a:buNone/>
            </a:pPr>
            <a:r>
              <a:rPr lang="zh-CN" altLang="en-US" sz="2800" b="1" dirty="0">
                <a:solidFill>
                  <a:srgbClr val="006600"/>
                </a:solidFill>
                <a:latin typeface="仿宋_GB2312" pitchFamily="49" charset="-122"/>
                <a:ea typeface="仿宋_GB2312" pitchFamily="49" charset="-122"/>
              </a:rPr>
              <a:t>准考证</a:t>
            </a:r>
            <a:endParaRPr lang="zh-CN" altLang="en-US" sz="2800" b="1" dirty="0">
              <a:solidFill>
                <a:srgbClr val="006600"/>
              </a:solidFill>
              <a:latin typeface="仿宋_GB2312" pitchFamily="49" charset="-122"/>
              <a:ea typeface="仿宋_GB2312" pitchFamily="49" charset="-122"/>
            </a:endParaRPr>
          </a:p>
        </p:txBody>
      </p:sp>
      <p:sp>
        <p:nvSpPr>
          <p:cNvPr id="63498" name="Line 7"/>
          <p:cNvSpPr/>
          <p:nvPr/>
        </p:nvSpPr>
        <p:spPr>
          <a:xfrm flipH="1">
            <a:off x="1475740" y="2901315"/>
            <a:ext cx="1241425" cy="1773555"/>
          </a:xfrm>
          <a:prstGeom prst="line">
            <a:avLst/>
          </a:prstGeom>
          <a:ln w="31750" cap="flat" cmpd="sng">
            <a:solidFill>
              <a:srgbClr val="0000FF"/>
            </a:solidFill>
            <a:prstDash val="solid"/>
            <a:headEnd type="none" w="sm" len="sm"/>
            <a:tailEnd type="stealth" w="med" len="lg"/>
          </a:ln>
        </p:spPr>
      </p:sp>
      <p:grpSp>
        <p:nvGrpSpPr>
          <p:cNvPr id="63499" name="Group 8"/>
          <p:cNvGrpSpPr/>
          <p:nvPr/>
        </p:nvGrpSpPr>
        <p:grpSpPr>
          <a:xfrm>
            <a:off x="2324735" y="1488440"/>
            <a:ext cx="1597025" cy="1535430"/>
            <a:chOff x="1290" y="1296"/>
            <a:chExt cx="1006" cy="967"/>
          </a:xfrm>
        </p:grpSpPr>
        <p:sp>
          <p:nvSpPr>
            <p:cNvPr id="63523" name="Oval 9"/>
            <p:cNvSpPr/>
            <p:nvPr/>
          </p:nvSpPr>
          <p:spPr>
            <a:xfrm>
              <a:off x="1290" y="1296"/>
              <a:ext cx="1006" cy="967"/>
            </a:xfrm>
            <a:prstGeom prst="ellipse">
              <a:avLst/>
            </a:prstGeom>
            <a:solidFill>
              <a:srgbClr val="FFFF99"/>
            </a:solidFill>
            <a:ln w="25400" cap="flat" cmpd="sng">
              <a:solidFill>
                <a:srgbClr val="777777"/>
              </a:solidFill>
              <a:prstDash val="solid"/>
              <a:headEnd type="none" w="med" len="med"/>
              <a:tailEnd type="none" w="med" len="med"/>
            </a:ln>
            <a:effectLst>
              <a:outerShdw dist="35921" dir="2699999" algn="ctr" rotWithShape="0">
                <a:schemeClr val="bg2"/>
              </a:outerShdw>
            </a:effectLst>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endParaRPr lang="zh-CN" altLang="en-US" sz="1800" dirty="0"/>
            </a:p>
          </p:txBody>
        </p:sp>
        <p:sp>
          <p:nvSpPr>
            <p:cNvPr id="63524" name="Rectangle 10"/>
            <p:cNvSpPr/>
            <p:nvPr/>
          </p:nvSpPr>
          <p:spPr>
            <a:xfrm>
              <a:off x="1325" y="1342"/>
              <a:ext cx="963" cy="784"/>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lgn="ctr">
                <a:lnSpc>
                  <a:spcPct val="90000"/>
                </a:lnSpc>
                <a:spcBef>
                  <a:spcPct val="0"/>
                </a:spcBef>
                <a:buClrTx/>
                <a:buSzTx/>
                <a:buFontTx/>
                <a:buNone/>
              </a:pPr>
              <a:r>
                <a:rPr lang="en-US" altLang="zh-CN" sz="2800" b="1" dirty="0">
                  <a:solidFill>
                    <a:srgbClr val="CC0000"/>
                  </a:solidFill>
                  <a:latin typeface="仿宋_GB2312" pitchFamily="49" charset="-122"/>
                  <a:ea typeface="仿宋_GB2312" pitchFamily="49" charset="-122"/>
                </a:rPr>
                <a:t>1</a:t>
              </a:r>
              <a:endParaRPr lang="en-US" altLang="zh-CN" sz="2800" b="1" dirty="0">
                <a:solidFill>
                  <a:srgbClr val="CC0000"/>
                </a:solidFill>
                <a:latin typeface="仿宋_GB2312" pitchFamily="49" charset="-122"/>
                <a:ea typeface="仿宋_GB2312" pitchFamily="49" charset="-122"/>
              </a:endParaRPr>
            </a:p>
            <a:p>
              <a:pPr marL="0" lvl="0" indent="0" algn="ctr">
                <a:lnSpc>
                  <a:spcPct val="90000"/>
                </a:lnSpc>
                <a:spcBef>
                  <a:spcPct val="0"/>
                </a:spcBef>
                <a:buClrTx/>
                <a:buSzTx/>
                <a:buFontTx/>
                <a:buNone/>
              </a:pPr>
              <a:r>
                <a:rPr lang="zh-CN" altLang="en-US" sz="2800" b="1" dirty="0">
                  <a:solidFill>
                    <a:srgbClr val="2C1A88"/>
                  </a:solidFill>
                  <a:latin typeface="仿宋_GB2312" pitchFamily="49" charset="-122"/>
                  <a:ea typeface="仿宋_GB2312" pitchFamily="49" charset="-122"/>
                </a:rPr>
                <a:t>登记</a:t>
              </a:r>
              <a:endParaRPr lang="zh-CN" altLang="en-US" sz="2800" b="1" dirty="0">
                <a:solidFill>
                  <a:srgbClr val="2C1A88"/>
                </a:solidFill>
                <a:latin typeface="仿宋_GB2312" pitchFamily="49" charset="-122"/>
                <a:ea typeface="仿宋_GB2312" pitchFamily="49" charset="-122"/>
              </a:endParaRPr>
            </a:p>
            <a:p>
              <a:pPr marL="0" lvl="0" indent="0" algn="ctr">
                <a:lnSpc>
                  <a:spcPct val="90000"/>
                </a:lnSpc>
                <a:spcBef>
                  <a:spcPct val="0"/>
                </a:spcBef>
                <a:buClrTx/>
                <a:buSzTx/>
                <a:buFontTx/>
                <a:buNone/>
              </a:pPr>
              <a:r>
                <a:rPr lang="zh-CN" altLang="en-US" sz="2800" b="1" dirty="0">
                  <a:solidFill>
                    <a:srgbClr val="2C1A88"/>
                  </a:solidFill>
                  <a:latin typeface="仿宋_GB2312" pitchFamily="49" charset="-122"/>
                  <a:ea typeface="仿宋_GB2312" pitchFamily="49" charset="-122"/>
                </a:rPr>
                <a:t>报名表</a:t>
              </a:r>
              <a:endParaRPr lang="zh-CN" altLang="en-US" sz="2800" b="1" dirty="0">
                <a:solidFill>
                  <a:srgbClr val="2C1A88"/>
                </a:solidFill>
                <a:latin typeface="仿宋_GB2312" pitchFamily="49" charset="-122"/>
                <a:ea typeface="仿宋_GB2312" pitchFamily="49" charset="-122"/>
              </a:endParaRPr>
            </a:p>
          </p:txBody>
        </p:sp>
      </p:grpSp>
      <p:grpSp>
        <p:nvGrpSpPr>
          <p:cNvPr id="63500" name="Group 11"/>
          <p:cNvGrpSpPr/>
          <p:nvPr/>
        </p:nvGrpSpPr>
        <p:grpSpPr>
          <a:xfrm>
            <a:off x="4457065" y="1493520"/>
            <a:ext cx="1535430" cy="1543050"/>
            <a:chOff x="2880" y="1299"/>
            <a:chExt cx="967" cy="972"/>
          </a:xfrm>
        </p:grpSpPr>
        <p:sp>
          <p:nvSpPr>
            <p:cNvPr id="63521" name="Oval 12"/>
            <p:cNvSpPr/>
            <p:nvPr/>
          </p:nvSpPr>
          <p:spPr>
            <a:xfrm>
              <a:off x="2880" y="1299"/>
              <a:ext cx="967" cy="972"/>
            </a:xfrm>
            <a:prstGeom prst="ellipse">
              <a:avLst/>
            </a:prstGeom>
            <a:solidFill>
              <a:srgbClr val="FFFF99"/>
            </a:solidFill>
            <a:ln w="25400" cap="flat" cmpd="sng">
              <a:solidFill>
                <a:srgbClr val="777777"/>
              </a:solidFill>
              <a:prstDash val="solid"/>
              <a:headEnd type="none" w="med" len="med"/>
              <a:tailEnd type="none" w="med" len="med"/>
            </a:ln>
            <a:effectLst>
              <a:outerShdw dist="35921" dir="2699999" algn="ctr" rotWithShape="0">
                <a:schemeClr val="bg2"/>
              </a:outerShdw>
            </a:effectLst>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endParaRPr lang="zh-CN" altLang="en-US" sz="1800" dirty="0"/>
            </a:p>
          </p:txBody>
        </p:sp>
        <p:sp>
          <p:nvSpPr>
            <p:cNvPr id="63522" name="Rectangle 13"/>
            <p:cNvSpPr/>
            <p:nvPr/>
          </p:nvSpPr>
          <p:spPr>
            <a:xfrm>
              <a:off x="3024" y="1363"/>
              <a:ext cx="714" cy="784"/>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lgn="ctr">
                <a:lnSpc>
                  <a:spcPct val="90000"/>
                </a:lnSpc>
                <a:spcBef>
                  <a:spcPct val="0"/>
                </a:spcBef>
                <a:buClrTx/>
                <a:buSzTx/>
                <a:buFontTx/>
                <a:buNone/>
              </a:pPr>
              <a:r>
                <a:rPr lang="en-US" altLang="zh-CN" sz="2800" b="1" dirty="0">
                  <a:solidFill>
                    <a:srgbClr val="CC0000"/>
                  </a:solidFill>
                  <a:latin typeface="Times New Roman" panose="02020603050405020304" pitchFamily="18" charset="0"/>
                  <a:ea typeface="仿宋_GB2312" pitchFamily="49" charset="-122"/>
                </a:rPr>
                <a:t>2</a:t>
              </a:r>
              <a:endParaRPr lang="en-US" altLang="zh-CN" sz="2800" b="1" dirty="0">
                <a:solidFill>
                  <a:srgbClr val="CC0000"/>
                </a:solidFill>
                <a:latin typeface="Times New Roman" panose="02020603050405020304" pitchFamily="18" charset="0"/>
                <a:ea typeface="仿宋_GB2312" pitchFamily="49" charset="-122"/>
              </a:endParaRPr>
            </a:p>
            <a:p>
              <a:pPr marL="0" lvl="0" indent="0" algn="ctr">
                <a:lnSpc>
                  <a:spcPct val="90000"/>
                </a:lnSpc>
                <a:spcBef>
                  <a:spcPct val="0"/>
                </a:spcBef>
                <a:buClrTx/>
                <a:buSzTx/>
                <a:buFontTx/>
                <a:buNone/>
              </a:pPr>
              <a:r>
                <a:rPr lang="zh-CN" altLang="en-US" sz="2800" b="1" dirty="0">
                  <a:solidFill>
                    <a:srgbClr val="2C1A88"/>
                  </a:solidFill>
                  <a:latin typeface="仿宋_GB2312" pitchFamily="49" charset="-122"/>
                  <a:ea typeface="仿宋_GB2312" pitchFamily="49" charset="-122"/>
                </a:rPr>
                <a:t>统计</a:t>
              </a:r>
              <a:endParaRPr lang="zh-CN" altLang="en-US" sz="2800" b="1" dirty="0">
                <a:solidFill>
                  <a:srgbClr val="2C1A88"/>
                </a:solidFill>
                <a:latin typeface="仿宋_GB2312" pitchFamily="49" charset="-122"/>
                <a:ea typeface="仿宋_GB2312" pitchFamily="49" charset="-122"/>
              </a:endParaRPr>
            </a:p>
            <a:p>
              <a:pPr marL="0" lvl="0" indent="0" algn="ctr">
                <a:lnSpc>
                  <a:spcPct val="90000"/>
                </a:lnSpc>
                <a:spcBef>
                  <a:spcPct val="0"/>
                </a:spcBef>
                <a:buClrTx/>
                <a:buSzTx/>
                <a:buFontTx/>
                <a:buNone/>
              </a:pPr>
              <a:r>
                <a:rPr lang="zh-CN" altLang="en-US" sz="2800" b="1" dirty="0">
                  <a:solidFill>
                    <a:srgbClr val="2C1A88"/>
                  </a:solidFill>
                  <a:latin typeface="仿宋_GB2312" pitchFamily="49" charset="-122"/>
                  <a:ea typeface="仿宋_GB2312" pitchFamily="49" charset="-122"/>
                </a:rPr>
                <a:t>成绩</a:t>
              </a:r>
              <a:endParaRPr lang="zh-CN" altLang="en-US" sz="2800" b="1" dirty="0">
                <a:solidFill>
                  <a:srgbClr val="2C1A88"/>
                </a:solidFill>
                <a:latin typeface="仿宋_GB2312" pitchFamily="49" charset="-122"/>
                <a:ea typeface="仿宋_GB2312" pitchFamily="49" charset="-122"/>
              </a:endParaRPr>
            </a:p>
          </p:txBody>
        </p:sp>
      </p:grpSp>
      <p:sp>
        <p:nvSpPr>
          <p:cNvPr id="63501" name="Line 14"/>
          <p:cNvSpPr/>
          <p:nvPr/>
        </p:nvSpPr>
        <p:spPr>
          <a:xfrm>
            <a:off x="3362960" y="3015615"/>
            <a:ext cx="571500" cy="1362075"/>
          </a:xfrm>
          <a:prstGeom prst="line">
            <a:avLst/>
          </a:prstGeom>
          <a:ln w="31750" cap="flat" cmpd="sng">
            <a:solidFill>
              <a:srgbClr val="0000FF"/>
            </a:solidFill>
            <a:prstDash val="solid"/>
            <a:headEnd type="none" w="sm" len="sm"/>
            <a:tailEnd type="stealth" w="med" len="lg"/>
          </a:ln>
        </p:spPr>
      </p:sp>
      <p:sp>
        <p:nvSpPr>
          <p:cNvPr id="63502" name="Line 15"/>
          <p:cNvSpPr/>
          <p:nvPr/>
        </p:nvSpPr>
        <p:spPr>
          <a:xfrm flipV="1">
            <a:off x="4415790" y="2979420"/>
            <a:ext cx="609600" cy="1362075"/>
          </a:xfrm>
          <a:prstGeom prst="line">
            <a:avLst/>
          </a:prstGeom>
          <a:ln w="31750" cap="flat" cmpd="sng">
            <a:solidFill>
              <a:srgbClr val="0000FF"/>
            </a:solidFill>
            <a:prstDash val="solid"/>
            <a:headEnd type="none" w="sm" len="sm"/>
            <a:tailEnd type="stealth" w="med" len="lg"/>
          </a:ln>
        </p:spPr>
      </p:sp>
      <p:sp>
        <p:nvSpPr>
          <p:cNvPr id="63503" name="Rectangle 16"/>
          <p:cNvSpPr/>
          <p:nvPr/>
        </p:nvSpPr>
        <p:spPr>
          <a:xfrm rot="21123675">
            <a:off x="415290" y="1563370"/>
            <a:ext cx="1376680" cy="860425"/>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lnSpc>
                <a:spcPct val="90000"/>
              </a:lnSpc>
              <a:spcBef>
                <a:spcPct val="0"/>
              </a:spcBef>
              <a:buClrTx/>
              <a:buSzTx/>
              <a:buFontTx/>
              <a:buNone/>
            </a:pPr>
            <a:r>
              <a:rPr lang="zh-CN" altLang="en-US" sz="2800" b="1" dirty="0">
                <a:solidFill>
                  <a:srgbClr val="006600"/>
                </a:solidFill>
                <a:latin typeface="仿宋_GB2312" pitchFamily="49" charset="-122"/>
                <a:ea typeface="仿宋_GB2312" pitchFamily="49" charset="-122"/>
              </a:rPr>
              <a:t>不合格</a:t>
            </a:r>
            <a:endParaRPr lang="zh-CN" altLang="en-US" sz="2800" b="1" dirty="0">
              <a:solidFill>
                <a:srgbClr val="006600"/>
              </a:solidFill>
              <a:latin typeface="仿宋_GB2312" pitchFamily="49" charset="-122"/>
              <a:ea typeface="仿宋_GB2312" pitchFamily="49" charset="-122"/>
            </a:endParaRPr>
          </a:p>
          <a:p>
            <a:pPr marL="0" lvl="0" indent="0">
              <a:lnSpc>
                <a:spcPct val="90000"/>
              </a:lnSpc>
              <a:spcBef>
                <a:spcPct val="0"/>
              </a:spcBef>
              <a:buClrTx/>
              <a:buSzTx/>
              <a:buFontTx/>
              <a:buNone/>
            </a:pPr>
            <a:r>
              <a:rPr lang="zh-CN" altLang="en-US" sz="2800" b="1" dirty="0">
                <a:solidFill>
                  <a:srgbClr val="006600"/>
                </a:solidFill>
                <a:latin typeface="仿宋_GB2312" pitchFamily="49" charset="-122"/>
                <a:ea typeface="仿宋_GB2312" pitchFamily="49" charset="-122"/>
              </a:rPr>
              <a:t>报名表</a:t>
            </a:r>
            <a:endParaRPr lang="zh-CN" altLang="en-US" sz="2800" b="1" dirty="0">
              <a:solidFill>
                <a:srgbClr val="006600"/>
              </a:solidFill>
              <a:latin typeface="仿宋_GB2312" pitchFamily="49" charset="-122"/>
              <a:ea typeface="仿宋_GB2312" pitchFamily="49" charset="-122"/>
            </a:endParaRPr>
          </a:p>
        </p:txBody>
      </p:sp>
      <p:sp>
        <p:nvSpPr>
          <p:cNvPr id="63504" name="Line 17"/>
          <p:cNvSpPr/>
          <p:nvPr/>
        </p:nvSpPr>
        <p:spPr>
          <a:xfrm flipV="1">
            <a:off x="5920740" y="955040"/>
            <a:ext cx="2057400" cy="990600"/>
          </a:xfrm>
          <a:prstGeom prst="line">
            <a:avLst/>
          </a:prstGeom>
          <a:ln w="31750" cap="flat" cmpd="sng">
            <a:solidFill>
              <a:srgbClr val="0000FF"/>
            </a:solidFill>
            <a:prstDash val="solid"/>
            <a:headEnd type="none" w="sm" len="sm"/>
            <a:tailEnd type="stealth" w="med" len="lg"/>
          </a:ln>
        </p:spPr>
      </p:sp>
      <p:sp>
        <p:nvSpPr>
          <p:cNvPr id="63505" name="Rectangle 18"/>
          <p:cNvSpPr/>
          <p:nvPr/>
        </p:nvSpPr>
        <p:spPr>
          <a:xfrm rot="20091836">
            <a:off x="5795010" y="915670"/>
            <a:ext cx="2073275" cy="519430"/>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spcBef>
                <a:spcPct val="0"/>
              </a:spcBef>
              <a:buClrTx/>
              <a:buSzTx/>
              <a:buFontTx/>
              <a:buNone/>
            </a:pPr>
            <a:r>
              <a:rPr lang="zh-CN" altLang="en-US" sz="2800" b="1" dirty="0">
                <a:solidFill>
                  <a:srgbClr val="006600"/>
                </a:solidFill>
                <a:latin typeface="仿宋_GB2312" pitchFamily="49" charset="-122"/>
                <a:ea typeface="仿宋_GB2312" pitchFamily="49" charset="-122"/>
              </a:rPr>
              <a:t>考生通知单</a:t>
            </a:r>
            <a:endParaRPr lang="zh-CN" altLang="en-US" sz="2800" b="1" dirty="0">
              <a:solidFill>
                <a:srgbClr val="006600"/>
              </a:solidFill>
              <a:latin typeface="仿宋_GB2312" pitchFamily="49" charset="-122"/>
              <a:ea typeface="仿宋_GB2312" pitchFamily="49" charset="-122"/>
            </a:endParaRPr>
          </a:p>
        </p:txBody>
      </p:sp>
      <p:sp>
        <p:nvSpPr>
          <p:cNvPr id="63506" name="Line 19"/>
          <p:cNvSpPr/>
          <p:nvPr/>
        </p:nvSpPr>
        <p:spPr>
          <a:xfrm flipH="1" flipV="1">
            <a:off x="5417185" y="2999740"/>
            <a:ext cx="224155" cy="1981200"/>
          </a:xfrm>
          <a:prstGeom prst="line">
            <a:avLst/>
          </a:prstGeom>
          <a:ln w="31750" cap="flat" cmpd="sng">
            <a:solidFill>
              <a:srgbClr val="0000FF"/>
            </a:solidFill>
            <a:prstDash val="solid"/>
            <a:headEnd type="none" w="sm" len="sm"/>
            <a:tailEnd type="stealth" w="med" len="lg"/>
          </a:ln>
        </p:spPr>
      </p:sp>
      <p:sp>
        <p:nvSpPr>
          <p:cNvPr id="63507" name="Line 20"/>
          <p:cNvSpPr/>
          <p:nvPr/>
        </p:nvSpPr>
        <p:spPr>
          <a:xfrm>
            <a:off x="5931535" y="2647315"/>
            <a:ext cx="1854200" cy="1971675"/>
          </a:xfrm>
          <a:prstGeom prst="line">
            <a:avLst/>
          </a:prstGeom>
          <a:ln w="31750" cap="flat" cmpd="sng">
            <a:solidFill>
              <a:srgbClr val="0000FF"/>
            </a:solidFill>
            <a:prstDash val="solid"/>
            <a:headEnd type="none" w="sm" len="sm"/>
            <a:tailEnd type="stealth" w="med" len="lg"/>
          </a:ln>
        </p:spPr>
      </p:sp>
      <p:sp>
        <p:nvSpPr>
          <p:cNvPr id="63508" name="Line 21"/>
          <p:cNvSpPr/>
          <p:nvPr/>
        </p:nvSpPr>
        <p:spPr>
          <a:xfrm flipV="1">
            <a:off x="6017260" y="2331720"/>
            <a:ext cx="2397125" cy="0"/>
          </a:xfrm>
          <a:prstGeom prst="line">
            <a:avLst/>
          </a:prstGeom>
          <a:ln w="31750" cap="flat" cmpd="sng">
            <a:solidFill>
              <a:srgbClr val="0000FF"/>
            </a:solidFill>
            <a:prstDash val="solid"/>
            <a:headEnd type="none" w="sm" len="sm"/>
            <a:tailEnd type="stealth" w="med" len="lg"/>
          </a:ln>
        </p:spPr>
      </p:sp>
      <p:sp>
        <p:nvSpPr>
          <p:cNvPr id="63509" name="Rectangle 22"/>
          <p:cNvSpPr/>
          <p:nvPr/>
        </p:nvSpPr>
        <p:spPr>
          <a:xfrm rot="19870634">
            <a:off x="6473190" y="3465195"/>
            <a:ext cx="579755" cy="1244600"/>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lnSpc>
                <a:spcPct val="90000"/>
              </a:lnSpc>
              <a:spcBef>
                <a:spcPct val="0"/>
              </a:spcBef>
              <a:buClrTx/>
              <a:buSzTx/>
              <a:buFontTx/>
              <a:buNone/>
            </a:pPr>
            <a:r>
              <a:rPr lang="zh-CN" altLang="en-US" sz="2800" b="1" dirty="0">
                <a:solidFill>
                  <a:srgbClr val="006600"/>
                </a:solidFill>
                <a:latin typeface="仿宋_GB2312" pitchFamily="49" charset="-122"/>
                <a:ea typeface="仿宋_GB2312" pitchFamily="49" charset="-122"/>
              </a:rPr>
              <a:t>成绩单</a:t>
            </a:r>
            <a:endParaRPr lang="zh-CN" altLang="en-US" sz="2800" b="1" dirty="0">
              <a:solidFill>
                <a:srgbClr val="006600"/>
              </a:solidFill>
              <a:latin typeface="仿宋_GB2312" pitchFamily="49" charset="-122"/>
              <a:ea typeface="仿宋_GB2312" pitchFamily="49" charset="-122"/>
            </a:endParaRPr>
          </a:p>
        </p:txBody>
      </p:sp>
      <p:sp>
        <p:nvSpPr>
          <p:cNvPr id="63510" name="Rectangle 23"/>
          <p:cNvSpPr/>
          <p:nvPr/>
        </p:nvSpPr>
        <p:spPr>
          <a:xfrm>
            <a:off x="6337935" y="1766570"/>
            <a:ext cx="2590800" cy="519430"/>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spcBef>
                <a:spcPct val="0"/>
              </a:spcBef>
              <a:buClrTx/>
              <a:buSzTx/>
              <a:buFontTx/>
              <a:buNone/>
            </a:pPr>
            <a:r>
              <a:rPr lang="zh-CN" altLang="en-US" sz="2800" b="1" dirty="0">
                <a:solidFill>
                  <a:srgbClr val="006600"/>
                </a:solidFill>
                <a:latin typeface="仿宋_GB2312" pitchFamily="49" charset="-122"/>
                <a:ea typeface="仿宋_GB2312" pitchFamily="49" charset="-122"/>
              </a:rPr>
              <a:t>统计分析表</a:t>
            </a:r>
            <a:endParaRPr lang="zh-CN" altLang="en-US" sz="2800" b="1" dirty="0">
              <a:solidFill>
                <a:srgbClr val="006600"/>
              </a:solidFill>
              <a:latin typeface="仿宋_GB2312" pitchFamily="49" charset="-122"/>
              <a:ea typeface="仿宋_GB2312" pitchFamily="49" charset="-122"/>
            </a:endParaRPr>
          </a:p>
        </p:txBody>
      </p:sp>
      <p:sp>
        <p:nvSpPr>
          <p:cNvPr id="63511" name="Rectangle 24"/>
          <p:cNvSpPr/>
          <p:nvPr/>
        </p:nvSpPr>
        <p:spPr>
          <a:xfrm>
            <a:off x="1972310" y="383540"/>
            <a:ext cx="4419600" cy="645160"/>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lgn="ctr">
              <a:spcBef>
                <a:spcPct val="0"/>
              </a:spcBef>
              <a:buClrTx/>
              <a:buSzTx/>
              <a:buFontTx/>
              <a:buNone/>
            </a:pPr>
            <a:r>
              <a:rPr lang="zh-CN" altLang="en-US" sz="3600" b="1" u="sng" dirty="0">
                <a:solidFill>
                  <a:srgbClr val="CC0000"/>
                </a:solidFill>
                <a:latin typeface="华文新魏" panose="02010800040101010101" pitchFamily="2" charset="-122"/>
                <a:ea typeface="华文新魏" panose="02010800040101010101" pitchFamily="2" charset="-122"/>
              </a:rPr>
              <a:t>第</a:t>
            </a:r>
            <a:r>
              <a:rPr lang="en-US" altLang="zh-CN" sz="3600" b="1" u="sng" dirty="0">
                <a:solidFill>
                  <a:srgbClr val="CC0000"/>
                </a:solidFill>
                <a:latin typeface="华文新魏" panose="02010800040101010101" pitchFamily="2" charset="-122"/>
                <a:ea typeface="华文新魏" panose="02010800040101010101" pitchFamily="2" charset="-122"/>
              </a:rPr>
              <a:t>0</a:t>
            </a:r>
            <a:r>
              <a:rPr lang="zh-CN" altLang="en-US" sz="3600" b="1" u="sng" dirty="0">
                <a:solidFill>
                  <a:srgbClr val="CC0000"/>
                </a:solidFill>
                <a:latin typeface="华文新魏" panose="02010800040101010101" pitchFamily="2" charset="-122"/>
                <a:ea typeface="华文新魏" panose="02010800040101010101" pitchFamily="2" charset="-122"/>
              </a:rPr>
              <a:t>层数据流图</a:t>
            </a:r>
            <a:endParaRPr lang="zh-CN" altLang="en-US" sz="3600" b="1" u="sng" dirty="0">
              <a:solidFill>
                <a:srgbClr val="CC0000"/>
              </a:solidFill>
              <a:latin typeface="华文新魏" panose="02010800040101010101" pitchFamily="2" charset="-122"/>
              <a:ea typeface="华文新魏" panose="02010800040101010101" pitchFamily="2" charset="-122"/>
            </a:endParaRPr>
          </a:p>
        </p:txBody>
      </p:sp>
      <p:sp>
        <p:nvSpPr>
          <p:cNvPr id="63512" name="Rectangle 25"/>
          <p:cNvSpPr/>
          <p:nvPr/>
        </p:nvSpPr>
        <p:spPr>
          <a:xfrm>
            <a:off x="3334385" y="4342765"/>
            <a:ext cx="1612900" cy="519430"/>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spcBef>
                <a:spcPct val="0"/>
              </a:spcBef>
              <a:buClrTx/>
              <a:buSzTx/>
              <a:buFontTx/>
              <a:buNone/>
            </a:pPr>
            <a:r>
              <a:rPr lang="zh-CN" altLang="en-US" sz="2800" b="1" dirty="0">
                <a:solidFill>
                  <a:srgbClr val="006600"/>
                </a:solidFill>
                <a:latin typeface="仿宋_GB2312" pitchFamily="49" charset="-122"/>
                <a:ea typeface="仿宋_GB2312" pitchFamily="49" charset="-122"/>
              </a:rPr>
              <a:t>考生名册</a:t>
            </a:r>
            <a:endParaRPr lang="zh-CN" altLang="en-US" sz="2800" b="1" dirty="0">
              <a:solidFill>
                <a:srgbClr val="006600"/>
              </a:solidFill>
              <a:latin typeface="仿宋_GB2312" pitchFamily="49" charset="-122"/>
              <a:ea typeface="仿宋_GB2312" pitchFamily="49" charset="-122"/>
            </a:endParaRPr>
          </a:p>
        </p:txBody>
      </p:sp>
      <p:grpSp>
        <p:nvGrpSpPr>
          <p:cNvPr id="63513" name="Group 26"/>
          <p:cNvGrpSpPr/>
          <p:nvPr/>
        </p:nvGrpSpPr>
        <p:grpSpPr>
          <a:xfrm>
            <a:off x="3340735" y="4885690"/>
            <a:ext cx="1641475" cy="3175"/>
            <a:chOff x="2099" y="3696"/>
            <a:chExt cx="1034" cy="2"/>
          </a:xfrm>
        </p:grpSpPr>
        <p:sp>
          <p:nvSpPr>
            <p:cNvPr id="63519" name="Line 27"/>
            <p:cNvSpPr/>
            <p:nvPr/>
          </p:nvSpPr>
          <p:spPr>
            <a:xfrm>
              <a:off x="2103" y="3696"/>
              <a:ext cx="1030" cy="0"/>
            </a:xfrm>
            <a:prstGeom prst="line">
              <a:avLst/>
            </a:prstGeom>
            <a:ln w="38100" cap="flat" cmpd="sng">
              <a:solidFill>
                <a:srgbClr val="008000"/>
              </a:solidFill>
              <a:prstDash val="solid"/>
              <a:headEnd type="none" w="sm" len="sm"/>
              <a:tailEnd type="none" w="sm" len="sm"/>
            </a:ln>
          </p:spPr>
        </p:sp>
        <p:sp>
          <p:nvSpPr>
            <p:cNvPr id="63520" name="Line 28"/>
            <p:cNvSpPr/>
            <p:nvPr/>
          </p:nvSpPr>
          <p:spPr>
            <a:xfrm>
              <a:off x="2099" y="3698"/>
              <a:ext cx="1033" cy="0"/>
            </a:xfrm>
            <a:prstGeom prst="line">
              <a:avLst/>
            </a:prstGeom>
            <a:ln w="38100" cap="flat" cmpd="sng">
              <a:solidFill>
                <a:srgbClr val="008000"/>
              </a:solidFill>
              <a:prstDash val="solid"/>
              <a:headEnd type="none" w="sm" len="sm"/>
              <a:tailEnd type="none" w="sm" len="sm"/>
            </a:ln>
          </p:spPr>
        </p:sp>
      </p:grpSp>
      <p:sp>
        <p:nvSpPr>
          <p:cNvPr id="63514" name="Line 29"/>
          <p:cNvSpPr/>
          <p:nvPr/>
        </p:nvSpPr>
        <p:spPr>
          <a:xfrm flipH="1" flipV="1">
            <a:off x="5671185" y="2860040"/>
            <a:ext cx="1273175" cy="2092325"/>
          </a:xfrm>
          <a:prstGeom prst="line">
            <a:avLst/>
          </a:prstGeom>
          <a:ln w="31750" cap="flat" cmpd="sng">
            <a:solidFill>
              <a:srgbClr val="0000FF"/>
            </a:solidFill>
            <a:prstDash val="solid"/>
            <a:headEnd type="none" w="sm" len="sm"/>
            <a:tailEnd type="stealth" w="med" len="lg"/>
          </a:ln>
        </p:spPr>
      </p:sp>
      <p:sp>
        <p:nvSpPr>
          <p:cNvPr id="63515" name="Rectangle 30"/>
          <p:cNvSpPr/>
          <p:nvPr/>
        </p:nvSpPr>
        <p:spPr>
          <a:xfrm rot="21249153">
            <a:off x="5581015" y="3401695"/>
            <a:ext cx="685800" cy="1628775"/>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lnSpc>
                <a:spcPct val="90000"/>
              </a:lnSpc>
              <a:spcBef>
                <a:spcPct val="0"/>
              </a:spcBef>
              <a:buClrTx/>
              <a:buSzTx/>
              <a:buFontTx/>
              <a:buNone/>
            </a:pPr>
            <a:r>
              <a:rPr lang="zh-CN" altLang="en-US" sz="2800" b="1" dirty="0">
                <a:solidFill>
                  <a:srgbClr val="006600"/>
                </a:solidFill>
                <a:latin typeface="仿宋_GB2312" pitchFamily="49" charset="-122"/>
                <a:ea typeface="仿宋_GB2312" pitchFamily="49" charset="-122"/>
              </a:rPr>
              <a:t>合</a:t>
            </a:r>
            <a:endParaRPr lang="zh-CN" altLang="en-US" sz="2800" b="1" dirty="0">
              <a:solidFill>
                <a:srgbClr val="006600"/>
              </a:solidFill>
              <a:latin typeface="仿宋_GB2312" pitchFamily="49" charset="-122"/>
              <a:ea typeface="仿宋_GB2312" pitchFamily="49" charset="-122"/>
            </a:endParaRPr>
          </a:p>
          <a:p>
            <a:pPr marL="0" lvl="0" indent="0">
              <a:lnSpc>
                <a:spcPct val="90000"/>
              </a:lnSpc>
              <a:spcBef>
                <a:spcPct val="0"/>
              </a:spcBef>
              <a:buClrTx/>
              <a:buSzTx/>
              <a:buFontTx/>
              <a:buNone/>
            </a:pPr>
            <a:r>
              <a:rPr lang="zh-CN" altLang="en-US" sz="2800" b="1" dirty="0">
                <a:solidFill>
                  <a:srgbClr val="006600"/>
                </a:solidFill>
                <a:latin typeface="仿宋_GB2312" pitchFamily="49" charset="-122"/>
                <a:ea typeface="仿宋_GB2312" pitchFamily="49" charset="-122"/>
              </a:rPr>
              <a:t>格</a:t>
            </a:r>
            <a:endParaRPr lang="zh-CN" altLang="en-US" sz="2800" b="1" dirty="0">
              <a:solidFill>
                <a:srgbClr val="006600"/>
              </a:solidFill>
              <a:latin typeface="仿宋_GB2312" pitchFamily="49" charset="-122"/>
              <a:ea typeface="仿宋_GB2312" pitchFamily="49" charset="-122"/>
            </a:endParaRPr>
          </a:p>
          <a:p>
            <a:pPr marL="0" lvl="0" indent="0">
              <a:lnSpc>
                <a:spcPct val="90000"/>
              </a:lnSpc>
              <a:spcBef>
                <a:spcPct val="0"/>
              </a:spcBef>
              <a:buClrTx/>
              <a:buSzTx/>
              <a:buFontTx/>
              <a:buNone/>
            </a:pPr>
            <a:r>
              <a:rPr lang="zh-CN" altLang="en-US" sz="2800" b="1" dirty="0">
                <a:solidFill>
                  <a:srgbClr val="006600"/>
                </a:solidFill>
                <a:latin typeface="仿宋_GB2312" pitchFamily="49" charset="-122"/>
                <a:ea typeface="仿宋_GB2312" pitchFamily="49" charset="-122"/>
              </a:rPr>
              <a:t>标</a:t>
            </a:r>
            <a:endParaRPr lang="zh-CN" altLang="en-US" sz="2800" b="1" dirty="0">
              <a:solidFill>
                <a:srgbClr val="006600"/>
              </a:solidFill>
              <a:latin typeface="仿宋_GB2312" pitchFamily="49" charset="-122"/>
              <a:ea typeface="仿宋_GB2312" pitchFamily="49" charset="-122"/>
            </a:endParaRPr>
          </a:p>
          <a:p>
            <a:pPr marL="0" lvl="0" indent="0">
              <a:lnSpc>
                <a:spcPct val="90000"/>
              </a:lnSpc>
              <a:spcBef>
                <a:spcPct val="0"/>
              </a:spcBef>
              <a:buClrTx/>
              <a:buSzTx/>
              <a:buFontTx/>
              <a:buNone/>
            </a:pPr>
            <a:r>
              <a:rPr lang="zh-CN" altLang="en-US" sz="2800" b="1" dirty="0">
                <a:solidFill>
                  <a:srgbClr val="006600"/>
                </a:solidFill>
                <a:latin typeface="仿宋_GB2312" pitchFamily="49" charset="-122"/>
                <a:ea typeface="仿宋_GB2312" pitchFamily="49" charset="-122"/>
              </a:rPr>
              <a:t>准</a:t>
            </a:r>
            <a:endParaRPr lang="zh-CN" altLang="en-US" sz="2800" b="1" dirty="0">
              <a:solidFill>
                <a:srgbClr val="006600"/>
              </a:solidFill>
              <a:latin typeface="仿宋_GB2312" pitchFamily="49" charset="-122"/>
              <a:ea typeface="仿宋_GB2312" pitchFamily="49" charset="-122"/>
            </a:endParaRPr>
          </a:p>
        </p:txBody>
      </p:sp>
      <p:sp>
        <p:nvSpPr>
          <p:cNvPr id="63516" name="Rectangle 31"/>
          <p:cNvSpPr/>
          <p:nvPr/>
        </p:nvSpPr>
        <p:spPr>
          <a:xfrm rot="2044263">
            <a:off x="2080260" y="3087370"/>
            <a:ext cx="584200" cy="1628775"/>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lnSpc>
                <a:spcPct val="90000"/>
              </a:lnSpc>
              <a:spcBef>
                <a:spcPct val="0"/>
              </a:spcBef>
              <a:buClrTx/>
              <a:buSzTx/>
              <a:buFontTx/>
              <a:buNone/>
            </a:pPr>
            <a:r>
              <a:rPr lang="zh-CN" altLang="en-US" sz="2800" b="1" dirty="0">
                <a:solidFill>
                  <a:srgbClr val="006600"/>
                </a:solidFill>
                <a:latin typeface="仿宋_GB2312" pitchFamily="49" charset="-122"/>
                <a:ea typeface="仿宋_GB2312" pitchFamily="49" charset="-122"/>
              </a:rPr>
              <a:t>考生名</a:t>
            </a:r>
            <a:endParaRPr lang="zh-CN" altLang="en-US" sz="2800" b="1" dirty="0">
              <a:solidFill>
                <a:srgbClr val="006600"/>
              </a:solidFill>
              <a:latin typeface="仿宋_GB2312" pitchFamily="49" charset="-122"/>
              <a:ea typeface="仿宋_GB2312" pitchFamily="49" charset="-122"/>
            </a:endParaRPr>
          </a:p>
          <a:p>
            <a:pPr marL="0" lvl="0" indent="0">
              <a:lnSpc>
                <a:spcPct val="90000"/>
              </a:lnSpc>
              <a:spcBef>
                <a:spcPct val="0"/>
              </a:spcBef>
              <a:buClrTx/>
              <a:buSzTx/>
              <a:buFontTx/>
              <a:buNone/>
            </a:pPr>
            <a:r>
              <a:rPr lang="zh-CN" altLang="en-US" sz="2800" b="1" dirty="0">
                <a:solidFill>
                  <a:srgbClr val="006600"/>
                </a:solidFill>
                <a:latin typeface="仿宋_GB2312" pitchFamily="49" charset="-122"/>
                <a:ea typeface="仿宋_GB2312" pitchFamily="49" charset="-122"/>
              </a:rPr>
              <a:t>单</a:t>
            </a:r>
            <a:endParaRPr lang="zh-CN" altLang="en-US" sz="2800" b="1" dirty="0">
              <a:solidFill>
                <a:srgbClr val="006600"/>
              </a:solidFill>
              <a:latin typeface="仿宋_GB2312" pitchFamily="49" charset="-122"/>
              <a:ea typeface="仿宋_GB2312" pitchFamily="49" charset="-122"/>
            </a:endParaRPr>
          </a:p>
        </p:txBody>
      </p:sp>
      <p:sp>
        <p:nvSpPr>
          <p:cNvPr id="63517" name="Line 32"/>
          <p:cNvSpPr/>
          <p:nvPr/>
        </p:nvSpPr>
        <p:spPr>
          <a:xfrm flipV="1">
            <a:off x="387985" y="2280920"/>
            <a:ext cx="1945005" cy="325755"/>
          </a:xfrm>
          <a:prstGeom prst="line">
            <a:avLst/>
          </a:prstGeom>
          <a:ln w="31750" cap="flat" cmpd="sng">
            <a:solidFill>
              <a:srgbClr val="0000FF"/>
            </a:solidFill>
            <a:prstDash val="solid"/>
            <a:headEnd type="stealth" w="med" len="lg"/>
            <a:tailEnd type="none" w="med" len="lg"/>
          </a:ln>
        </p:spPr>
      </p:sp>
      <p:sp>
        <p:nvSpPr>
          <p:cNvPr id="63518" name="Rectangle 33"/>
          <p:cNvSpPr/>
          <p:nvPr/>
        </p:nvSpPr>
        <p:spPr>
          <a:xfrm rot="19000724">
            <a:off x="6976110" y="2555240"/>
            <a:ext cx="579755" cy="2012950"/>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lnSpc>
                <a:spcPct val="90000"/>
              </a:lnSpc>
              <a:spcBef>
                <a:spcPct val="0"/>
              </a:spcBef>
              <a:buClrTx/>
              <a:buSzTx/>
              <a:buFontTx/>
              <a:buNone/>
            </a:pPr>
            <a:r>
              <a:rPr lang="zh-CN" altLang="en-US" sz="2800" b="1" dirty="0">
                <a:solidFill>
                  <a:srgbClr val="006600"/>
                </a:solidFill>
                <a:latin typeface="仿宋_GB2312" pitchFamily="49" charset="-122"/>
                <a:ea typeface="仿宋_GB2312" pitchFamily="49" charset="-122"/>
              </a:rPr>
              <a:t>错误成绩单</a:t>
            </a:r>
            <a:endParaRPr lang="zh-CN" altLang="en-US" sz="2800" b="1" dirty="0">
              <a:solidFill>
                <a:srgbClr val="006600"/>
              </a:solidFill>
              <a:latin typeface="仿宋_GB2312" pitchFamily="49" charset="-122"/>
              <a:ea typeface="仿宋_GB2312" pitchFamily="49" charset="-122"/>
            </a:endParaRPr>
          </a:p>
        </p:txBody>
      </p:sp>
      <p:grpSp>
        <p:nvGrpSpPr>
          <p:cNvPr id="5" name="Group 26"/>
          <p:cNvGrpSpPr/>
          <p:nvPr/>
        </p:nvGrpSpPr>
        <p:grpSpPr>
          <a:xfrm>
            <a:off x="3324225" y="4366895"/>
            <a:ext cx="1641475" cy="3175"/>
            <a:chOff x="2099" y="3696"/>
            <a:chExt cx="1034" cy="2"/>
          </a:xfrm>
        </p:grpSpPr>
        <p:sp>
          <p:nvSpPr>
            <p:cNvPr id="6" name="Line 27"/>
            <p:cNvSpPr/>
            <p:nvPr/>
          </p:nvSpPr>
          <p:spPr>
            <a:xfrm>
              <a:off x="2103" y="3696"/>
              <a:ext cx="1030" cy="0"/>
            </a:xfrm>
            <a:prstGeom prst="line">
              <a:avLst/>
            </a:prstGeom>
            <a:ln w="38100" cap="flat" cmpd="sng">
              <a:solidFill>
                <a:srgbClr val="008000"/>
              </a:solidFill>
              <a:prstDash val="solid"/>
              <a:headEnd type="none" w="sm" len="sm"/>
              <a:tailEnd type="none" w="sm" len="sm"/>
            </a:ln>
          </p:spPr>
        </p:sp>
        <p:sp>
          <p:nvSpPr>
            <p:cNvPr id="7" name="Line 28"/>
            <p:cNvSpPr/>
            <p:nvPr/>
          </p:nvSpPr>
          <p:spPr>
            <a:xfrm>
              <a:off x="2099" y="3698"/>
              <a:ext cx="1033" cy="0"/>
            </a:xfrm>
            <a:prstGeom prst="line">
              <a:avLst/>
            </a:prstGeom>
            <a:ln w="38100" cap="flat" cmpd="sng">
              <a:solidFill>
                <a:srgbClr val="008000"/>
              </a:solidFill>
              <a:prstDash val="solid"/>
              <a:headEnd type="none" w="sm" len="sm"/>
              <a:tailEnd type="none" w="sm" len="sm"/>
            </a:ln>
          </p:spPr>
        </p:sp>
      </p:grpSp>
      <p:sp>
        <p:nvSpPr>
          <p:cNvPr id="8" name="文本框 7"/>
          <p:cNvSpPr txBox="1"/>
          <p:nvPr/>
        </p:nvSpPr>
        <p:spPr>
          <a:xfrm>
            <a:off x="212090" y="5128895"/>
            <a:ext cx="8201660" cy="1568450"/>
          </a:xfrm>
          <a:prstGeom prst="rect">
            <a:avLst/>
          </a:prstGeom>
          <a:noFill/>
        </p:spPr>
        <p:txBody>
          <a:bodyPr wrap="square" rtlCol="0" anchor="t">
            <a:spAutoFit/>
          </a:bodyPr>
          <a:lstStyle/>
          <a:p>
            <a:pPr marL="342900" indent="-342900">
              <a:buFont typeface="Arial" panose="020B0604020202020204" pitchFamily="34" charset="0"/>
              <a:buChar char="•"/>
            </a:pPr>
            <a:r>
              <a:rPr lang="zh-CN" altLang="en-US" sz="2400"/>
              <a:t>继承顶层图中的输入数据流和输出数据流</a:t>
            </a:r>
            <a:endParaRPr lang="zh-CN" altLang="en-US" sz="2400"/>
          </a:p>
          <a:p>
            <a:pPr marL="342900" indent="-342900">
              <a:buFont typeface="Arial" panose="020B0604020202020204" pitchFamily="34" charset="0"/>
              <a:buChar char="•"/>
            </a:pPr>
            <a:r>
              <a:rPr lang="zh-CN" altLang="en-US" sz="2400"/>
              <a:t>定义二个加工之间的数据流：由于这二个加工分别在考试前后进行，因此登记报名单所产生的结果“考生名册”应作为文件保存以便考试后由统计成绩加工引用</a:t>
            </a:r>
            <a:endParaRPr lang="zh-CN" altLang="en-US" sz="240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6"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
        <p:nvSpPr>
          <p:cNvPr id="64518" name="Rectangle 3"/>
          <p:cNvSpPr/>
          <p:nvPr/>
        </p:nvSpPr>
        <p:spPr>
          <a:xfrm>
            <a:off x="2181225" y="649605"/>
            <a:ext cx="4304030" cy="644525"/>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spcBef>
                <a:spcPct val="0"/>
              </a:spcBef>
              <a:buClrTx/>
              <a:buSzTx/>
              <a:buFontTx/>
              <a:buNone/>
            </a:pPr>
            <a:r>
              <a:rPr lang="zh-CN" altLang="en-US" sz="3600" b="1" u="sng" dirty="0">
                <a:solidFill>
                  <a:srgbClr val="CC0000"/>
                </a:solidFill>
                <a:latin typeface="华文新魏" panose="02010800040101010101" pitchFamily="2" charset="-122"/>
                <a:ea typeface="华文新魏" panose="02010800040101010101" pitchFamily="2" charset="-122"/>
              </a:rPr>
              <a:t>第</a:t>
            </a:r>
            <a:r>
              <a:rPr lang="en-US" altLang="zh-CN" sz="3600" b="1" u="sng" dirty="0">
                <a:solidFill>
                  <a:srgbClr val="CC0000"/>
                </a:solidFill>
                <a:latin typeface="华文新魏" panose="02010800040101010101" pitchFamily="2" charset="-122"/>
                <a:ea typeface="华文新魏" panose="02010800040101010101" pitchFamily="2" charset="-122"/>
              </a:rPr>
              <a:t>1</a:t>
            </a:r>
            <a:r>
              <a:rPr lang="zh-CN" altLang="en-US" sz="3600" b="1" u="sng" dirty="0">
                <a:solidFill>
                  <a:srgbClr val="CC0000"/>
                </a:solidFill>
                <a:latin typeface="华文新魏" panose="02010800040101010101" pitchFamily="2" charset="-122"/>
                <a:ea typeface="华文新魏" panose="02010800040101010101" pitchFamily="2" charset="-122"/>
              </a:rPr>
              <a:t>层数据流图 </a:t>
            </a:r>
            <a:r>
              <a:rPr lang="en-US" altLang="zh-CN" sz="3600" b="1" u="sng" dirty="0">
                <a:solidFill>
                  <a:srgbClr val="CC0000"/>
                </a:solidFill>
                <a:latin typeface="华文新魏" panose="02010800040101010101" pitchFamily="2" charset="-122"/>
                <a:ea typeface="华文新魏" panose="02010800040101010101" pitchFamily="2" charset="-122"/>
              </a:rPr>
              <a:t>(a)</a:t>
            </a:r>
            <a:endParaRPr lang="en-US" altLang="zh-CN" sz="3600" b="1" u="sng" dirty="0">
              <a:solidFill>
                <a:srgbClr val="CC0000"/>
              </a:solidFill>
              <a:latin typeface="华文新魏" panose="02010800040101010101" pitchFamily="2" charset="-122"/>
              <a:ea typeface="华文新魏" panose="02010800040101010101" pitchFamily="2" charset="-122"/>
            </a:endParaRPr>
          </a:p>
        </p:txBody>
      </p:sp>
      <p:sp>
        <p:nvSpPr>
          <p:cNvPr id="64519" name="Oval 4"/>
          <p:cNvSpPr/>
          <p:nvPr/>
        </p:nvSpPr>
        <p:spPr>
          <a:xfrm>
            <a:off x="1787525" y="1659255"/>
            <a:ext cx="1676400" cy="1605280"/>
          </a:xfrm>
          <a:prstGeom prst="ellipse">
            <a:avLst/>
          </a:prstGeom>
          <a:solidFill>
            <a:srgbClr val="FFFF99"/>
          </a:solidFill>
          <a:ln w="25400" cap="flat" cmpd="sng">
            <a:solidFill>
              <a:srgbClr val="777777"/>
            </a:solidFill>
            <a:prstDash val="solid"/>
            <a:headEnd type="none" w="med" len="med"/>
            <a:tailEnd type="none" w="med" len="med"/>
          </a:ln>
          <a:effectLst>
            <a:outerShdw dist="35921" dir="2699999" algn="ctr" rotWithShape="0">
              <a:schemeClr val="bg2"/>
            </a:outerShdw>
          </a:effectLst>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endParaRPr lang="zh-CN" altLang="en-US" sz="1800" dirty="0"/>
          </a:p>
        </p:txBody>
      </p:sp>
      <p:sp>
        <p:nvSpPr>
          <p:cNvPr id="64520" name="Rectangle 5"/>
          <p:cNvSpPr/>
          <p:nvPr/>
        </p:nvSpPr>
        <p:spPr>
          <a:xfrm>
            <a:off x="1701800" y="1754505"/>
            <a:ext cx="1905000" cy="1244600"/>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lgn="ctr">
              <a:lnSpc>
                <a:spcPct val="90000"/>
              </a:lnSpc>
              <a:spcBef>
                <a:spcPct val="0"/>
              </a:spcBef>
              <a:buClrTx/>
              <a:buSzTx/>
              <a:buFontTx/>
              <a:buNone/>
            </a:pPr>
            <a:r>
              <a:rPr lang="en-US" altLang="zh-CN" sz="2800" b="1" dirty="0">
                <a:solidFill>
                  <a:schemeClr val="hlink"/>
                </a:solidFill>
                <a:latin typeface="Times New Roman" panose="02020603050405020304" pitchFamily="18" charset="0"/>
                <a:ea typeface="仿宋_GB2312" pitchFamily="49" charset="-122"/>
              </a:rPr>
              <a:t>1.1</a:t>
            </a:r>
            <a:r>
              <a:rPr lang="en-US" altLang="zh-CN" sz="2800" b="1" dirty="0">
                <a:solidFill>
                  <a:srgbClr val="006600"/>
                </a:solidFill>
                <a:latin typeface="Times New Roman" panose="02020603050405020304" pitchFamily="18" charset="0"/>
                <a:ea typeface="仿宋_GB2312" pitchFamily="49" charset="-122"/>
              </a:rPr>
              <a:t> </a:t>
            </a:r>
            <a:endParaRPr lang="en-US" altLang="zh-CN" sz="2800" b="1" dirty="0">
              <a:solidFill>
                <a:srgbClr val="006600"/>
              </a:solidFill>
              <a:latin typeface="Times New Roman" panose="02020603050405020304" pitchFamily="18" charset="0"/>
              <a:ea typeface="仿宋_GB2312" pitchFamily="49" charset="-122"/>
            </a:endParaRPr>
          </a:p>
          <a:p>
            <a:pPr marL="0" lvl="0" indent="0" algn="ctr">
              <a:lnSpc>
                <a:spcPct val="90000"/>
              </a:lnSpc>
              <a:spcBef>
                <a:spcPct val="0"/>
              </a:spcBef>
              <a:buClrTx/>
              <a:buSzTx/>
              <a:buFontTx/>
              <a:buNone/>
            </a:pPr>
            <a:r>
              <a:rPr lang="zh-CN" altLang="en-US" sz="2800" b="1" dirty="0">
                <a:solidFill>
                  <a:srgbClr val="2C1A88"/>
                </a:solidFill>
                <a:latin typeface="Times New Roman" panose="02020603050405020304" pitchFamily="18" charset="0"/>
                <a:ea typeface="仿宋_GB2312" pitchFamily="49" charset="-122"/>
              </a:rPr>
              <a:t>检查</a:t>
            </a:r>
            <a:endParaRPr lang="zh-CN" altLang="en-US" sz="2800" b="1" dirty="0">
              <a:solidFill>
                <a:srgbClr val="2C1A88"/>
              </a:solidFill>
              <a:latin typeface="Times New Roman" panose="02020603050405020304" pitchFamily="18" charset="0"/>
              <a:ea typeface="仿宋_GB2312" pitchFamily="49" charset="-122"/>
            </a:endParaRPr>
          </a:p>
          <a:p>
            <a:pPr marL="0" lvl="0" indent="0" algn="ctr">
              <a:lnSpc>
                <a:spcPct val="90000"/>
              </a:lnSpc>
              <a:spcBef>
                <a:spcPct val="0"/>
              </a:spcBef>
              <a:buClrTx/>
              <a:buSzTx/>
              <a:buFontTx/>
              <a:buNone/>
            </a:pPr>
            <a:r>
              <a:rPr lang="zh-CN" altLang="en-US" sz="2800" b="1" dirty="0">
                <a:solidFill>
                  <a:srgbClr val="2C1A88"/>
                </a:solidFill>
                <a:latin typeface="Times New Roman" panose="02020603050405020304" pitchFamily="18" charset="0"/>
                <a:ea typeface="仿宋_GB2312" pitchFamily="49" charset="-122"/>
              </a:rPr>
              <a:t>报名表</a:t>
            </a:r>
            <a:endParaRPr lang="zh-CN" altLang="en-US" sz="2800" b="1" dirty="0">
              <a:solidFill>
                <a:srgbClr val="2C1A88"/>
              </a:solidFill>
              <a:latin typeface="Times New Roman" panose="02020603050405020304" pitchFamily="18" charset="0"/>
              <a:ea typeface="仿宋_GB2312" pitchFamily="49" charset="-122"/>
            </a:endParaRPr>
          </a:p>
        </p:txBody>
      </p:sp>
      <p:sp>
        <p:nvSpPr>
          <p:cNvPr id="64521" name="Line 6"/>
          <p:cNvSpPr/>
          <p:nvPr/>
        </p:nvSpPr>
        <p:spPr>
          <a:xfrm flipV="1">
            <a:off x="609600" y="2970530"/>
            <a:ext cx="1397000" cy="1060450"/>
          </a:xfrm>
          <a:prstGeom prst="line">
            <a:avLst/>
          </a:prstGeom>
          <a:ln w="31750" cap="flat" cmpd="sng">
            <a:solidFill>
              <a:srgbClr val="0000FF"/>
            </a:solidFill>
            <a:prstDash val="solid"/>
            <a:headEnd type="none" w="sm" len="sm"/>
            <a:tailEnd type="stealth" w="med" len="lg"/>
          </a:ln>
        </p:spPr>
      </p:sp>
      <p:sp>
        <p:nvSpPr>
          <p:cNvPr id="64522" name="Line 7"/>
          <p:cNvSpPr/>
          <p:nvPr/>
        </p:nvSpPr>
        <p:spPr>
          <a:xfrm flipH="1" flipV="1">
            <a:off x="3463925" y="2413000"/>
            <a:ext cx="1565275" cy="20955"/>
          </a:xfrm>
          <a:prstGeom prst="line">
            <a:avLst/>
          </a:prstGeom>
          <a:ln w="31750" cap="flat" cmpd="sng">
            <a:solidFill>
              <a:srgbClr val="0000FF"/>
            </a:solidFill>
            <a:prstDash val="solid"/>
            <a:headEnd type="stealth" w="med" len="lg"/>
            <a:tailEnd type="none" w="med" len="lg"/>
          </a:ln>
        </p:spPr>
      </p:sp>
      <p:sp>
        <p:nvSpPr>
          <p:cNvPr id="64523" name="Rectangle 8"/>
          <p:cNvSpPr/>
          <p:nvPr/>
        </p:nvSpPr>
        <p:spPr>
          <a:xfrm rot="19452364">
            <a:off x="318770" y="3003550"/>
            <a:ext cx="1473200" cy="519430"/>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spcBef>
                <a:spcPct val="0"/>
              </a:spcBef>
              <a:buClrTx/>
              <a:buSzTx/>
              <a:buFontTx/>
              <a:buNone/>
            </a:pPr>
            <a:r>
              <a:rPr lang="zh-CN" altLang="en-US" sz="2800" b="1" dirty="0">
                <a:solidFill>
                  <a:srgbClr val="006600"/>
                </a:solidFill>
                <a:latin typeface="Times New Roman" panose="02020603050405020304" pitchFamily="18" charset="0"/>
                <a:ea typeface="仿宋_GB2312" pitchFamily="49" charset="-122"/>
              </a:rPr>
              <a:t>报名表</a:t>
            </a:r>
            <a:endParaRPr lang="zh-CN" altLang="en-US" sz="2800" b="1" dirty="0">
              <a:solidFill>
                <a:srgbClr val="006600"/>
              </a:solidFill>
              <a:latin typeface="Times New Roman" panose="02020603050405020304" pitchFamily="18" charset="0"/>
              <a:ea typeface="仿宋_GB2312" pitchFamily="49" charset="-122"/>
            </a:endParaRPr>
          </a:p>
        </p:txBody>
      </p:sp>
      <p:sp>
        <p:nvSpPr>
          <p:cNvPr id="64524" name="Rectangle 9"/>
          <p:cNvSpPr/>
          <p:nvPr/>
        </p:nvSpPr>
        <p:spPr>
          <a:xfrm>
            <a:off x="6694170" y="1860550"/>
            <a:ext cx="1377950" cy="519430"/>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spcBef>
                <a:spcPct val="0"/>
              </a:spcBef>
              <a:buClrTx/>
              <a:buSzTx/>
              <a:buFontTx/>
              <a:buNone/>
            </a:pPr>
            <a:r>
              <a:rPr lang="zh-CN" altLang="en-US" sz="2800" b="1" dirty="0">
                <a:solidFill>
                  <a:srgbClr val="006600"/>
                </a:solidFill>
                <a:latin typeface="Times New Roman" panose="02020603050405020304" pitchFamily="18" charset="0"/>
                <a:ea typeface="仿宋_GB2312" pitchFamily="49" charset="-122"/>
              </a:rPr>
              <a:t>准考证</a:t>
            </a:r>
            <a:endParaRPr lang="zh-CN" altLang="en-US" sz="2800" b="1" dirty="0">
              <a:solidFill>
                <a:srgbClr val="006600"/>
              </a:solidFill>
              <a:latin typeface="Times New Roman" panose="02020603050405020304" pitchFamily="18" charset="0"/>
              <a:ea typeface="仿宋_GB2312" pitchFamily="49" charset="-122"/>
            </a:endParaRPr>
          </a:p>
        </p:txBody>
      </p:sp>
      <p:sp>
        <p:nvSpPr>
          <p:cNvPr id="64525" name="Line 10"/>
          <p:cNvSpPr/>
          <p:nvPr/>
        </p:nvSpPr>
        <p:spPr>
          <a:xfrm>
            <a:off x="6588125" y="5088255"/>
            <a:ext cx="1787525" cy="0"/>
          </a:xfrm>
          <a:prstGeom prst="line">
            <a:avLst/>
          </a:prstGeom>
          <a:ln w="31750" cap="flat" cmpd="sng">
            <a:solidFill>
              <a:srgbClr val="0000FF"/>
            </a:solidFill>
            <a:prstDash val="solid"/>
            <a:headEnd type="none" w="sm" len="sm"/>
            <a:tailEnd type="stealth" w="med" len="lg"/>
          </a:ln>
        </p:spPr>
      </p:sp>
      <p:sp>
        <p:nvSpPr>
          <p:cNvPr id="64526" name="Oval 11"/>
          <p:cNvSpPr/>
          <p:nvPr/>
        </p:nvSpPr>
        <p:spPr>
          <a:xfrm>
            <a:off x="4953000" y="1671955"/>
            <a:ext cx="1609725" cy="1586230"/>
          </a:xfrm>
          <a:prstGeom prst="ellipse">
            <a:avLst/>
          </a:prstGeom>
          <a:solidFill>
            <a:srgbClr val="FFFF99"/>
          </a:solidFill>
          <a:ln w="25400" cap="flat" cmpd="sng">
            <a:solidFill>
              <a:srgbClr val="777777"/>
            </a:solidFill>
            <a:prstDash val="solid"/>
            <a:headEnd type="none" w="med" len="med"/>
            <a:tailEnd type="none" w="med" len="med"/>
          </a:ln>
          <a:effectLst>
            <a:outerShdw dist="35921" dir="2699999" algn="ctr" rotWithShape="0">
              <a:schemeClr val="bg2"/>
            </a:outerShdw>
          </a:effectLst>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endParaRPr lang="zh-CN" altLang="en-US" sz="1800" dirty="0"/>
          </a:p>
        </p:txBody>
      </p:sp>
      <p:sp>
        <p:nvSpPr>
          <p:cNvPr id="64527" name="Rectangle 12"/>
          <p:cNvSpPr/>
          <p:nvPr/>
        </p:nvSpPr>
        <p:spPr>
          <a:xfrm>
            <a:off x="4970145" y="1797050"/>
            <a:ext cx="1600200" cy="1244600"/>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lgn="ctr">
              <a:lnSpc>
                <a:spcPct val="90000"/>
              </a:lnSpc>
              <a:spcBef>
                <a:spcPct val="0"/>
              </a:spcBef>
              <a:buClrTx/>
              <a:buSzTx/>
              <a:buFontTx/>
              <a:buNone/>
            </a:pPr>
            <a:r>
              <a:rPr lang="en-US" altLang="zh-CN" sz="2800" b="1" dirty="0">
                <a:solidFill>
                  <a:schemeClr val="hlink"/>
                </a:solidFill>
                <a:latin typeface="Times New Roman" panose="02020603050405020304" pitchFamily="18" charset="0"/>
                <a:ea typeface="仿宋_GB2312" pitchFamily="49" charset="-122"/>
              </a:rPr>
              <a:t>1.2</a:t>
            </a:r>
            <a:endParaRPr lang="en-US" altLang="zh-CN" sz="2800" b="1" dirty="0">
              <a:solidFill>
                <a:schemeClr val="hlink"/>
              </a:solidFill>
              <a:latin typeface="Times New Roman" panose="02020603050405020304" pitchFamily="18" charset="0"/>
              <a:ea typeface="仿宋_GB2312" pitchFamily="49" charset="-122"/>
            </a:endParaRPr>
          </a:p>
          <a:p>
            <a:pPr marL="0" lvl="0" indent="0" algn="ctr">
              <a:lnSpc>
                <a:spcPct val="90000"/>
              </a:lnSpc>
              <a:spcBef>
                <a:spcPct val="0"/>
              </a:spcBef>
              <a:buClrTx/>
              <a:buSzTx/>
              <a:buFontTx/>
              <a:buNone/>
            </a:pPr>
            <a:r>
              <a:rPr lang="zh-CN" altLang="en-US" sz="2800" b="1" dirty="0">
                <a:solidFill>
                  <a:srgbClr val="2C1A88"/>
                </a:solidFill>
                <a:latin typeface="Times New Roman" panose="02020603050405020304" pitchFamily="18" charset="0"/>
                <a:ea typeface="仿宋_GB2312" pitchFamily="49" charset="-122"/>
              </a:rPr>
              <a:t>编准考证号码</a:t>
            </a:r>
            <a:endParaRPr lang="zh-CN" altLang="en-US" sz="2800" b="1" dirty="0">
              <a:solidFill>
                <a:srgbClr val="2C1A88"/>
              </a:solidFill>
              <a:latin typeface="Times New Roman" panose="02020603050405020304" pitchFamily="18" charset="0"/>
              <a:ea typeface="仿宋_GB2312" pitchFamily="49" charset="-122"/>
            </a:endParaRPr>
          </a:p>
        </p:txBody>
      </p:sp>
      <p:sp>
        <p:nvSpPr>
          <p:cNvPr id="64528" name="Line 13"/>
          <p:cNvSpPr/>
          <p:nvPr/>
        </p:nvSpPr>
        <p:spPr>
          <a:xfrm flipH="1">
            <a:off x="3855720" y="5092700"/>
            <a:ext cx="1138555" cy="269875"/>
          </a:xfrm>
          <a:prstGeom prst="line">
            <a:avLst/>
          </a:prstGeom>
          <a:ln w="31750" cap="flat" cmpd="sng">
            <a:solidFill>
              <a:srgbClr val="0000FF"/>
            </a:solidFill>
            <a:prstDash val="solid"/>
            <a:headEnd type="none" w="sm" len="sm"/>
            <a:tailEnd type="stealth" w="med" len="lg"/>
          </a:ln>
        </p:spPr>
      </p:sp>
      <p:sp>
        <p:nvSpPr>
          <p:cNvPr id="64529" name="Line 14"/>
          <p:cNvSpPr/>
          <p:nvPr/>
        </p:nvSpPr>
        <p:spPr>
          <a:xfrm flipV="1">
            <a:off x="5786120" y="3263900"/>
            <a:ext cx="0" cy="1073150"/>
          </a:xfrm>
          <a:prstGeom prst="line">
            <a:avLst/>
          </a:prstGeom>
          <a:ln w="31750" cap="flat" cmpd="sng">
            <a:solidFill>
              <a:srgbClr val="0000FF"/>
            </a:solidFill>
            <a:prstDash val="solid"/>
            <a:headEnd type="stealth" w="med" len="lg"/>
            <a:tailEnd type="none" w="med" len="lg"/>
          </a:ln>
        </p:spPr>
      </p:sp>
      <p:sp>
        <p:nvSpPr>
          <p:cNvPr id="64530" name="Rectangle 15"/>
          <p:cNvSpPr/>
          <p:nvPr/>
        </p:nvSpPr>
        <p:spPr>
          <a:xfrm>
            <a:off x="2276475" y="3570605"/>
            <a:ext cx="1376680" cy="860425"/>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lnSpc>
                <a:spcPct val="90000"/>
              </a:lnSpc>
              <a:spcBef>
                <a:spcPct val="0"/>
              </a:spcBef>
              <a:buClrTx/>
              <a:buSzTx/>
              <a:buFontTx/>
              <a:buNone/>
            </a:pPr>
            <a:r>
              <a:rPr lang="zh-CN" altLang="en-US" sz="2800" b="1" dirty="0">
                <a:solidFill>
                  <a:srgbClr val="006600"/>
                </a:solidFill>
                <a:latin typeface="Times New Roman" panose="02020603050405020304" pitchFamily="18" charset="0"/>
                <a:ea typeface="仿宋_GB2312" pitchFamily="49" charset="-122"/>
              </a:rPr>
              <a:t>不合格</a:t>
            </a:r>
            <a:endParaRPr lang="zh-CN" altLang="en-US" sz="2800" b="1" dirty="0">
              <a:solidFill>
                <a:srgbClr val="006600"/>
              </a:solidFill>
              <a:latin typeface="Times New Roman" panose="02020603050405020304" pitchFamily="18" charset="0"/>
              <a:ea typeface="仿宋_GB2312" pitchFamily="49" charset="-122"/>
            </a:endParaRPr>
          </a:p>
          <a:p>
            <a:pPr marL="0" lvl="0" indent="0">
              <a:lnSpc>
                <a:spcPct val="90000"/>
              </a:lnSpc>
              <a:spcBef>
                <a:spcPct val="0"/>
              </a:spcBef>
              <a:buClrTx/>
              <a:buSzTx/>
              <a:buFontTx/>
              <a:buNone/>
            </a:pPr>
            <a:r>
              <a:rPr lang="zh-CN" altLang="en-US" sz="2800" b="1" dirty="0">
                <a:solidFill>
                  <a:srgbClr val="006600"/>
                </a:solidFill>
                <a:latin typeface="Times New Roman" panose="02020603050405020304" pitchFamily="18" charset="0"/>
                <a:ea typeface="仿宋_GB2312" pitchFamily="49" charset="-122"/>
              </a:rPr>
              <a:t>报名表</a:t>
            </a:r>
            <a:endParaRPr lang="zh-CN" altLang="en-US" sz="2800" b="1" dirty="0">
              <a:solidFill>
                <a:srgbClr val="006600"/>
              </a:solidFill>
              <a:latin typeface="Times New Roman" panose="02020603050405020304" pitchFamily="18" charset="0"/>
              <a:ea typeface="仿宋_GB2312" pitchFamily="49" charset="-122"/>
            </a:endParaRPr>
          </a:p>
        </p:txBody>
      </p:sp>
      <p:sp>
        <p:nvSpPr>
          <p:cNvPr id="64531" name="Rectangle 16"/>
          <p:cNvSpPr/>
          <p:nvPr/>
        </p:nvSpPr>
        <p:spPr>
          <a:xfrm>
            <a:off x="2209800" y="5053330"/>
            <a:ext cx="1612900" cy="519430"/>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spcBef>
                <a:spcPct val="0"/>
              </a:spcBef>
              <a:buClrTx/>
              <a:buSzTx/>
              <a:buFontTx/>
              <a:buNone/>
            </a:pPr>
            <a:r>
              <a:rPr lang="zh-CN" altLang="en-US" sz="2800" b="1" dirty="0">
                <a:solidFill>
                  <a:srgbClr val="006600"/>
                </a:solidFill>
                <a:latin typeface="Times New Roman" panose="02020603050405020304" pitchFamily="18" charset="0"/>
                <a:ea typeface="仿宋_GB2312" pitchFamily="49" charset="-122"/>
              </a:rPr>
              <a:t>考生名册</a:t>
            </a:r>
            <a:endParaRPr lang="zh-CN" altLang="en-US" sz="2800" b="1" dirty="0">
              <a:solidFill>
                <a:srgbClr val="006600"/>
              </a:solidFill>
              <a:latin typeface="Times New Roman" panose="02020603050405020304" pitchFamily="18" charset="0"/>
              <a:ea typeface="仿宋_GB2312" pitchFamily="49" charset="-122"/>
            </a:endParaRPr>
          </a:p>
        </p:txBody>
      </p:sp>
      <p:sp>
        <p:nvSpPr>
          <p:cNvPr id="64532" name="Line 17"/>
          <p:cNvSpPr/>
          <p:nvPr/>
        </p:nvSpPr>
        <p:spPr>
          <a:xfrm>
            <a:off x="2301875" y="5580380"/>
            <a:ext cx="1513205" cy="0"/>
          </a:xfrm>
          <a:prstGeom prst="line">
            <a:avLst/>
          </a:prstGeom>
          <a:ln w="38100" cap="flat" cmpd="sng">
            <a:solidFill>
              <a:srgbClr val="006600"/>
            </a:solidFill>
            <a:prstDash val="solid"/>
            <a:headEnd type="none" w="sm" len="sm"/>
            <a:tailEnd type="none" w="sm" len="sm"/>
          </a:ln>
        </p:spPr>
      </p:sp>
      <p:sp>
        <p:nvSpPr>
          <p:cNvPr id="64533" name="Line 18"/>
          <p:cNvSpPr/>
          <p:nvPr/>
        </p:nvSpPr>
        <p:spPr>
          <a:xfrm>
            <a:off x="2296795" y="5015230"/>
            <a:ext cx="1517650" cy="0"/>
          </a:xfrm>
          <a:prstGeom prst="line">
            <a:avLst/>
          </a:prstGeom>
          <a:ln w="38100" cap="flat" cmpd="sng">
            <a:solidFill>
              <a:srgbClr val="006600"/>
            </a:solidFill>
            <a:prstDash val="solid"/>
            <a:headEnd type="none" w="sm" len="sm"/>
            <a:tailEnd type="none" w="sm" len="sm"/>
          </a:ln>
        </p:spPr>
      </p:sp>
      <p:sp>
        <p:nvSpPr>
          <p:cNvPr id="64534" name="Rectangle 19"/>
          <p:cNvSpPr/>
          <p:nvPr/>
        </p:nvSpPr>
        <p:spPr>
          <a:xfrm>
            <a:off x="6553200" y="4521200"/>
            <a:ext cx="1717675" cy="519430"/>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spcBef>
                <a:spcPct val="0"/>
              </a:spcBef>
              <a:buClrTx/>
              <a:buSzTx/>
              <a:buFontTx/>
              <a:buNone/>
            </a:pPr>
            <a:r>
              <a:rPr lang="zh-CN" altLang="en-US" sz="2800" b="1" dirty="0">
                <a:solidFill>
                  <a:srgbClr val="006600"/>
                </a:solidFill>
                <a:latin typeface="Times New Roman" panose="02020603050405020304" pitchFamily="18" charset="0"/>
                <a:ea typeface="仿宋_GB2312" pitchFamily="49" charset="-122"/>
              </a:rPr>
              <a:t>考生名单</a:t>
            </a:r>
            <a:endParaRPr lang="zh-CN" altLang="en-US" sz="2800" b="1" dirty="0">
              <a:solidFill>
                <a:srgbClr val="006600"/>
              </a:solidFill>
              <a:latin typeface="Times New Roman" panose="02020603050405020304" pitchFamily="18" charset="0"/>
              <a:ea typeface="仿宋_GB2312" pitchFamily="49" charset="-122"/>
            </a:endParaRPr>
          </a:p>
        </p:txBody>
      </p:sp>
      <p:sp>
        <p:nvSpPr>
          <p:cNvPr id="64535" name="Line 20"/>
          <p:cNvSpPr/>
          <p:nvPr/>
        </p:nvSpPr>
        <p:spPr>
          <a:xfrm flipV="1">
            <a:off x="1714500" y="3263900"/>
            <a:ext cx="706755" cy="1468755"/>
          </a:xfrm>
          <a:prstGeom prst="line">
            <a:avLst/>
          </a:prstGeom>
          <a:ln w="31750" cap="flat" cmpd="sng">
            <a:solidFill>
              <a:srgbClr val="0000FF"/>
            </a:solidFill>
            <a:prstDash val="solid"/>
            <a:headEnd type="stealth" w="med" len="lg"/>
            <a:tailEnd type="none" w="med" len="lg"/>
          </a:ln>
        </p:spPr>
      </p:sp>
      <p:sp>
        <p:nvSpPr>
          <p:cNvPr id="64536" name="Rectangle 21"/>
          <p:cNvSpPr/>
          <p:nvPr/>
        </p:nvSpPr>
        <p:spPr>
          <a:xfrm>
            <a:off x="3314700" y="1437005"/>
            <a:ext cx="1752600" cy="860425"/>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lgn="ctr">
              <a:lnSpc>
                <a:spcPct val="90000"/>
              </a:lnSpc>
              <a:spcBef>
                <a:spcPct val="0"/>
              </a:spcBef>
              <a:buClrTx/>
              <a:buSzTx/>
              <a:buFontTx/>
              <a:buNone/>
            </a:pPr>
            <a:r>
              <a:rPr lang="zh-CN" altLang="en-US" sz="2800" b="1" dirty="0">
                <a:solidFill>
                  <a:srgbClr val="006600"/>
                </a:solidFill>
                <a:latin typeface="Times New Roman" panose="02020603050405020304" pitchFamily="18" charset="0"/>
                <a:ea typeface="仿宋_GB2312" pitchFamily="49" charset="-122"/>
              </a:rPr>
              <a:t>合格</a:t>
            </a:r>
            <a:endParaRPr lang="zh-CN" altLang="en-US" sz="2800" b="1" dirty="0">
              <a:solidFill>
                <a:srgbClr val="006600"/>
              </a:solidFill>
              <a:latin typeface="Times New Roman" panose="02020603050405020304" pitchFamily="18" charset="0"/>
              <a:ea typeface="仿宋_GB2312" pitchFamily="49" charset="-122"/>
            </a:endParaRPr>
          </a:p>
          <a:p>
            <a:pPr marL="0" lvl="0" indent="0" algn="ctr">
              <a:lnSpc>
                <a:spcPct val="90000"/>
              </a:lnSpc>
              <a:spcBef>
                <a:spcPct val="0"/>
              </a:spcBef>
              <a:buClrTx/>
              <a:buSzTx/>
              <a:buFontTx/>
              <a:buNone/>
            </a:pPr>
            <a:r>
              <a:rPr lang="zh-CN" altLang="en-US" sz="2800" b="1" dirty="0">
                <a:solidFill>
                  <a:srgbClr val="006600"/>
                </a:solidFill>
                <a:latin typeface="Times New Roman" panose="02020603050405020304" pitchFamily="18" charset="0"/>
                <a:ea typeface="仿宋_GB2312" pitchFamily="49" charset="-122"/>
              </a:rPr>
              <a:t>报名表</a:t>
            </a:r>
            <a:endParaRPr lang="zh-CN" altLang="en-US" sz="2800" b="1" dirty="0">
              <a:solidFill>
                <a:srgbClr val="006600"/>
              </a:solidFill>
              <a:latin typeface="Times New Roman" panose="02020603050405020304" pitchFamily="18" charset="0"/>
              <a:ea typeface="仿宋_GB2312" pitchFamily="49" charset="-122"/>
            </a:endParaRPr>
          </a:p>
        </p:txBody>
      </p:sp>
      <p:sp>
        <p:nvSpPr>
          <p:cNvPr id="64537" name="Line 22"/>
          <p:cNvSpPr/>
          <p:nvPr/>
        </p:nvSpPr>
        <p:spPr>
          <a:xfrm flipH="1" flipV="1">
            <a:off x="6614795" y="2435225"/>
            <a:ext cx="1646555" cy="20955"/>
          </a:xfrm>
          <a:prstGeom prst="line">
            <a:avLst/>
          </a:prstGeom>
          <a:ln w="31750" cap="flat" cmpd="sng">
            <a:solidFill>
              <a:srgbClr val="0000FF"/>
            </a:solidFill>
            <a:prstDash val="solid"/>
            <a:headEnd type="stealth" w="med" len="lg"/>
            <a:tailEnd type="none" w="med" len="lg"/>
          </a:ln>
        </p:spPr>
      </p:sp>
      <p:sp>
        <p:nvSpPr>
          <p:cNvPr id="64538" name="Oval 23"/>
          <p:cNvSpPr/>
          <p:nvPr/>
        </p:nvSpPr>
        <p:spPr>
          <a:xfrm>
            <a:off x="5010150" y="4327525"/>
            <a:ext cx="1532255" cy="1503680"/>
          </a:xfrm>
          <a:prstGeom prst="ellipse">
            <a:avLst/>
          </a:prstGeom>
          <a:solidFill>
            <a:srgbClr val="FFFF99"/>
          </a:solidFill>
          <a:ln w="25400" cap="flat" cmpd="sng">
            <a:solidFill>
              <a:srgbClr val="777777"/>
            </a:solidFill>
            <a:prstDash val="solid"/>
            <a:headEnd type="none" w="med" len="med"/>
            <a:tailEnd type="none" w="med" len="med"/>
          </a:ln>
          <a:effectLst>
            <a:outerShdw dist="35921" dir="2699999" algn="ctr" rotWithShape="0">
              <a:schemeClr val="bg2"/>
            </a:outerShdw>
          </a:effectLst>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endParaRPr lang="zh-CN" altLang="en-US" sz="1800" dirty="0"/>
          </a:p>
        </p:txBody>
      </p:sp>
      <p:sp>
        <p:nvSpPr>
          <p:cNvPr id="64539" name="Rectangle 24"/>
          <p:cNvSpPr/>
          <p:nvPr/>
        </p:nvSpPr>
        <p:spPr>
          <a:xfrm>
            <a:off x="4997450" y="4418330"/>
            <a:ext cx="1600200" cy="1244600"/>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lgn="ctr">
              <a:lnSpc>
                <a:spcPct val="90000"/>
              </a:lnSpc>
              <a:spcBef>
                <a:spcPct val="0"/>
              </a:spcBef>
              <a:buClrTx/>
              <a:buSzTx/>
              <a:buFontTx/>
              <a:buNone/>
            </a:pPr>
            <a:r>
              <a:rPr lang="en-US" altLang="zh-CN" sz="2800" b="1" dirty="0">
                <a:solidFill>
                  <a:schemeClr val="hlink"/>
                </a:solidFill>
                <a:latin typeface="Times New Roman" panose="02020603050405020304" pitchFamily="18" charset="0"/>
                <a:ea typeface="仿宋_GB2312" pitchFamily="49" charset="-122"/>
              </a:rPr>
              <a:t>1.3</a:t>
            </a:r>
            <a:endParaRPr lang="en-US" altLang="zh-CN" sz="2800" b="1" dirty="0">
              <a:solidFill>
                <a:schemeClr val="hlink"/>
              </a:solidFill>
              <a:latin typeface="Times New Roman" panose="02020603050405020304" pitchFamily="18" charset="0"/>
              <a:ea typeface="仿宋_GB2312" pitchFamily="49" charset="-122"/>
            </a:endParaRPr>
          </a:p>
          <a:p>
            <a:pPr marL="0" lvl="0" indent="0" algn="ctr">
              <a:lnSpc>
                <a:spcPct val="90000"/>
              </a:lnSpc>
              <a:spcBef>
                <a:spcPct val="0"/>
              </a:spcBef>
              <a:buClrTx/>
              <a:buSzTx/>
              <a:buFontTx/>
              <a:buNone/>
            </a:pPr>
            <a:r>
              <a:rPr lang="zh-CN" altLang="en-US" sz="2800" b="1" dirty="0">
                <a:solidFill>
                  <a:srgbClr val="006600"/>
                </a:solidFill>
                <a:latin typeface="Times New Roman" panose="02020603050405020304" pitchFamily="18" charset="0"/>
                <a:ea typeface="仿宋_GB2312" pitchFamily="49" charset="-122"/>
              </a:rPr>
              <a:t>登记</a:t>
            </a:r>
            <a:endParaRPr lang="zh-CN" altLang="en-US" sz="2800" b="1" dirty="0">
              <a:solidFill>
                <a:srgbClr val="006600"/>
              </a:solidFill>
              <a:latin typeface="Times New Roman" panose="02020603050405020304" pitchFamily="18" charset="0"/>
              <a:ea typeface="仿宋_GB2312" pitchFamily="49" charset="-122"/>
            </a:endParaRPr>
          </a:p>
          <a:p>
            <a:pPr marL="0" lvl="0" indent="0" algn="ctr">
              <a:lnSpc>
                <a:spcPct val="90000"/>
              </a:lnSpc>
              <a:spcBef>
                <a:spcPct val="0"/>
              </a:spcBef>
              <a:buClrTx/>
              <a:buSzTx/>
              <a:buFontTx/>
              <a:buNone/>
            </a:pPr>
            <a:r>
              <a:rPr lang="zh-CN" altLang="en-US" sz="2800" b="1" dirty="0">
                <a:solidFill>
                  <a:srgbClr val="006600"/>
                </a:solidFill>
                <a:latin typeface="Times New Roman" panose="02020603050405020304" pitchFamily="18" charset="0"/>
                <a:ea typeface="仿宋_GB2312" pitchFamily="49" charset="-122"/>
              </a:rPr>
              <a:t>考生</a:t>
            </a:r>
            <a:endParaRPr lang="zh-CN" altLang="en-US" sz="2800" b="1" dirty="0">
              <a:solidFill>
                <a:srgbClr val="006600"/>
              </a:solidFill>
              <a:latin typeface="Times New Roman" panose="02020603050405020304" pitchFamily="18" charset="0"/>
              <a:ea typeface="仿宋_GB2312" pitchFamily="49" charset="-122"/>
            </a:endParaRPr>
          </a:p>
        </p:txBody>
      </p:sp>
      <p:sp>
        <p:nvSpPr>
          <p:cNvPr id="64540" name="Text Box 25"/>
          <p:cNvSpPr txBox="1"/>
          <p:nvPr/>
        </p:nvSpPr>
        <p:spPr>
          <a:xfrm>
            <a:off x="5819775" y="3425825"/>
            <a:ext cx="1970405" cy="51943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r>
              <a:rPr lang="zh-CN" altLang="en-US" sz="2800" b="1" dirty="0">
                <a:solidFill>
                  <a:srgbClr val="006600"/>
                </a:solidFill>
                <a:latin typeface="Times New Roman" panose="02020603050405020304" pitchFamily="18" charset="0"/>
                <a:ea typeface="仿宋_GB2312" pitchFamily="49" charset="-122"/>
              </a:rPr>
              <a:t>合格报名表</a:t>
            </a:r>
            <a:endParaRPr lang="zh-CN" altLang="en-US" sz="2800" b="1" dirty="0">
              <a:solidFill>
                <a:srgbClr val="006600"/>
              </a:solidFill>
              <a:latin typeface="Times New Roman" panose="02020603050405020304" pitchFamily="18" charset="0"/>
              <a:ea typeface="仿宋_GB2312" pitchFamily="49" charset="-122"/>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6"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
        <p:nvSpPr>
          <p:cNvPr id="65542" name="Rectangle 3"/>
          <p:cNvSpPr/>
          <p:nvPr/>
        </p:nvSpPr>
        <p:spPr>
          <a:xfrm>
            <a:off x="1577340" y="249555"/>
            <a:ext cx="5486400" cy="644525"/>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lgn="ctr">
              <a:spcBef>
                <a:spcPct val="0"/>
              </a:spcBef>
              <a:buClrTx/>
              <a:buSzTx/>
              <a:buFontTx/>
              <a:buNone/>
            </a:pPr>
            <a:r>
              <a:rPr lang="zh-CN" altLang="en-US" sz="3600" b="1" u="sng" dirty="0">
                <a:solidFill>
                  <a:srgbClr val="CC0000"/>
                </a:solidFill>
                <a:latin typeface="华文新魏" panose="02010800040101010101" pitchFamily="2" charset="-122"/>
                <a:ea typeface="华文新魏" panose="02010800040101010101" pitchFamily="2" charset="-122"/>
              </a:rPr>
              <a:t>第</a:t>
            </a:r>
            <a:r>
              <a:rPr lang="en-US" altLang="zh-CN" sz="3600" b="1" u="sng" dirty="0">
                <a:solidFill>
                  <a:srgbClr val="CC0000"/>
                </a:solidFill>
                <a:latin typeface="华文新魏" panose="02010800040101010101" pitchFamily="2" charset="-122"/>
                <a:ea typeface="华文新魏" panose="02010800040101010101" pitchFamily="2" charset="-122"/>
              </a:rPr>
              <a:t>1</a:t>
            </a:r>
            <a:r>
              <a:rPr lang="zh-CN" altLang="en-US" sz="3600" b="1" u="sng" dirty="0">
                <a:solidFill>
                  <a:srgbClr val="CC0000"/>
                </a:solidFill>
                <a:latin typeface="华文新魏" panose="02010800040101010101" pitchFamily="2" charset="-122"/>
                <a:ea typeface="华文新魏" panose="02010800040101010101" pitchFamily="2" charset="-122"/>
              </a:rPr>
              <a:t>层数据流图 </a:t>
            </a:r>
            <a:r>
              <a:rPr lang="en-US" altLang="zh-CN" sz="3600" b="1" u="sng" dirty="0">
                <a:solidFill>
                  <a:srgbClr val="CC0000"/>
                </a:solidFill>
                <a:latin typeface="华文新魏" panose="02010800040101010101" pitchFamily="2" charset="-122"/>
                <a:ea typeface="华文新魏" panose="02010800040101010101" pitchFamily="2" charset="-122"/>
              </a:rPr>
              <a:t>(b)</a:t>
            </a:r>
            <a:endParaRPr lang="en-US" altLang="zh-CN" sz="3600" b="1" u="sng" dirty="0">
              <a:solidFill>
                <a:srgbClr val="CC0000"/>
              </a:solidFill>
              <a:latin typeface="华文新魏" panose="02010800040101010101" pitchFamily="2" charset="-122"/>
              <a:ea typeface="华文新魏" panose="02010800040101010101" pitchFamily="2" charset="-122"/>
            </a:endParaRPr>
          </a:p>
        </p:txBody>
      </p:sp>
      <p:sp>
        <p:nvSpPr>
          <p:cNvPr id="65543" name="Oval 4"/>
          <p:cNvSpPr/>
          <p:nvPr/>
        </p:nvSpPr>
        <p:spPr>
          <a:xfrm>
            <a:off x="2204085" y="1017905"/>
            <a:ext cx="1574800" cy="1508125"/>
          </a:xfrm>
          <a:prstGeom prst="ellipse">
            <a:avLst/>
          </a:prstGeom>
          <a:solidFill>
            <a:srgbClr val="FFFF99"/>
          </a:solidFill>
          <a:ln w="25400" cap="flat" cmpd="sng">
            <a:solidFill>
              <a:srgbClr val="777777"/>
            </a:solidFill>
            <a:prstDash val="solid"/>
            <a:headEnd type="none" w="med" len="med"/>
            <a:tailEnd type="none" w="med" len="med"/>
          </a:ln>
          <a:effectLst>
            <a:outerShdw dist="35921" dir="2699999" algn="ctr" rotWithShape="0">
              <a:schemeClr val="bg2"/>
            </a:outerShdw>
          </a:effectLst>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endParaRPr lang="zh-CN" altLang="en-US" sz="1800" dirty="0"/>
          </a:p>
        </p:txBody>
      </p:sp>
      <p:sp>
        <p:nvSpPr>
          <p:cNvPr id="65544" name="Rectangle 5"/>
          <p:cNvSpPr/>
          <p:nvPr/>
        </p:nvSpPr>
        <p:spPr>
          <a:xfrm>
            <a:off x="2321560" y="1073150"/>
            <a:ext cx="1419225" cy="1244600"/>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lgn="ctr">
              <a:lnSpc>
                <a:spcPct val="90000"/>
              </a:lnSpc>
              <a:spcBef>
                <a:spcPct val="0"/>
              </a:spcBef>
              <a:buClrTx/>
              <a:buSzTx/>
              <a:buFontTx/>
              <a:buNone/>
            </a:pPr>
            <a:r>
              <a:rPr lang="en-US" altLang="zh-CN" sz="2800" b="1" dirty="0">
                <a:solidFill>
                  <a:schemeClr val="hlink"/>
                </a:solidFill>
                <a:latin typeface="Times New Roman" panose="02020603050405020304" pitchFamily="18" charset="0"/>
                <a:ea typeface="仿宋_GB2312" pitchFamily="49" charset="-122"/>
              </a:rPr>
              <a:t>2.1</a:t>
            </a:r>
            <a:endParaRPr lang="en-US" altLang="zh-CN" sz="2800" b="1" dirty="0">
              <a:solidFill>
                <a:schemeClr val="hlink"/>
              </a:solidFill>
              <a:latin typeface="Times New Roman" panose="02020603050405020304" pitchFamily="18" charset="0"/>
              <a:ea typeface="仿宋_GB2312" pitchFamily="49" charset="-122"/>
            </a:endParaRPr>
          </a:p>
          <a:p>
            <a:pPr marL="0" lvl="0" indent="0" algn="ctr">
              <a:lnSpc>
                <a:spcPct val="90000"/>
              </a:lnSpc>
              <a:spcBef>
                <a:spcPct val="0"/>
              </a:spcBef>
              <a:buClrTx/>
              <a:buSzTx/>
              <a:buFontTx/>
              <a:buNone/>
            </a:pPr>
            <a:r>
              <a:rPr lang="zh-CN" altLang="en-US" sz="2800" b="1" dirty="0">
                <a:solidFill>
                  <a:srgbClr val="2C1A88"/>
                </a:solidFill>
                <a:latin typeface="Times New Roman" panose="02020603050405020304" pitchFamily="18" charset="0"/>
                <a:ea typeface="仿宋_GB2312" pitchFamily="49" charset="-122"/>
              </a:rPr>
              <a:t>检查</a:t>
            </a:r>
            <a:endParaRPr lang="zh-CN" altLang="en-US" sz="2800" b="1" dirty="0">
              <a:solidFill>
                <a:srgbClr val="2C1A88"/>
              </a:solidFill>
              <a:latin typeface="Times New Roman" panose="02020603050405020304" pitchFamily="18" charset="0"/>
              <a:ea typeface="仿宋_GB2312" pitchFamily="49" charset="-122"/>
            </a:endParaRPr>
          </a:p>
          <a:p>
            <a:pPr marL="0" lvl="0" indent="0" algn="ctr">
              <a:lnSpc>
                <a:spcPct val="90000"/>
              </a:lnSpc>
              <a:spcBef>
                <a:spcPct val="0"/>
              </a:spcBef>
              <a:buClrTx/>
              <a:buSzTx/>
              <a:buFontTx/>
              <a:buNone/>
            </a:pPr>
            <a:r>
              <a:rPr lang="zh-CN" altLang="en-US" sz="2800" b="1" dirty="0">
                <a:solidFill>
                  <a:srgbClr val="2C1A88"/>
                </a:solidFill>
                <a:latin typeface="Times New Roman" panose="02020603050405020304" pitchFamily="18" charset="0"/>
                <a:ea typeface="仿宋_GB2312" pitchFamily="49" charset="-122"/>
              </a:rPr>
              <a:t>成绩单</a:t>
            </a:r>
            <a:endParaRPr lang="zh-CN" altLang="en-US" sz="2800" b="1" dirty="0">
              <a:solidFill>
                <a:srgbClr val="2C1A88"/>
              </a:solidFill>
              <a:latin typeface="Times New Roman" panose="02020603050405020304" pitchFamily="18" charset="0"/>
              <a:ea typeface="仿宋_GB2312" pitchFamily="49" charset="-122"/>
            </a:endParaRPr>
          </a:p>
        </p:txBody>
      </p:sp>
      <p:sp>
        <p:nvSpPr>
          <p:cNvPr id="65545" name="Line 6"/>
          <p:cNvSpPr/>
          <p:nvPr/>
        </p:nvSpPr>
        <p:spPr>
          <a:xfrm flipH="1">
            <a:off x="3804285" y="1797050"/>
            <a:ext cx="1685925" cy="19050"/>
          </a:xfrm>
          <a:prstGeom prst="line">
            <a:avLst/>
          </a:prstGeom>
          <a:ln w="31750" cap="flat" cmpd="sng">
            <a:solidFill>
              <a:srgbClr val="0000FF"/>
            </a:solidFill>
            <a:prstDash val="solid"/>
            <a:headEnd type="stealth" w="med" len="lg"/>
            <a:tailEnd type="none" w="med" len="lg"/>
          </a:ln>
        </p:spPr>
      </p:sp>
      <p:sp>
        <p:nvSpPr>
          <p:cNvPr id="65546" name="Oval 7"/>
          <p:cNvSpPr/>
          <p:nvPr/>
        </p:nvSpPr>
        <p:spPr>
          <a:xfrm>
            <a:off x="5496560" y="1025525"/>
            <a:ext cx="1637030" cy="1534795"/>
          </a:xfrm>
          <a:prstGeom prst="ellipse">
            <a:avLst/>
          </a:prstGeom>
          <a:solidFill>
            <a:srgbClr val="FFFF99"/>
          </a:solidFill>
          <a:ln w="25400" cap="flat" cmpd="sng">
            <a:solidFill>
              <a:srgbClr val="777777"/>
            </a:solidFill>
            <a:prstDash val="solid"/>
            <a:headEnd type="none" w="med" len="med"/>
            <a:tailEnd type="none" w="med" len="med"/>
          </a:ln>
          <a:effectLst>
            <a:outerShdw dist="35921" dir="2699999" algn="ctr" rotWithShape="0">
              <a:schemeClr val="bg2"/>
            </a:outerShdw>
          </a:effectLst>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endParaRPr lang="zh-CN" altLang="en-US" sz="1800" dirty="0"/>
          </a:p>
        </p:txBody>
      </p:sp>
      <p:sp>
        <p:nvSpPr>
          <p:cNvPr id="65547" name="Rectangle 8"/>
          <p:cNvSpPr/>
          <p:nvPr/>
        </p:nvSpPr>
        <p:spPr>
          <a:xfrm>
            <a:off x="5622290" y="1141730"/>
            <a:ext cx="1437005" cy="1244600"/>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lgn="ctr">
              <a:lnSpc>
                <a:spcPct val="90000"/>
              </a:lnSpc>
              <a:spcBef>
                <a:spcPct val="0"/>
              </a:spcBef>
              <a:buClrTx/>
              <a:buSzTx/>
              <a:buFontTx/>
              <a:buNone/>
            </a:pPr>
            <a:r>
              <a:rPr lang="en-US" altLang="zh-CN" sz="2800" b="1" dirty="0">
                <a:solidFill>
                  <a:schemeClr val="hlink"/>
                </a:solidFill>
                <a:latin typeface="Times New Roman" panose="02020603050405020304" pitchFamily="18" charset="0"/>
                <a:ea typeface="仿宋_GB2312" pitchFamily="49" charset="-122"/>
              </a:rPr>
              <a:t>2.2</a:t>
            </a:r>
            <a:endParaRPr lang="en-US" altLang="zh-CN" sz="2800" b="1" dirty="0">
              <a:solidFill>
                <a:schemeClr val="hlink"/>
              </a:solidFill>
              <a:latin typeface="Times New Roman" panose="02020603050405020304" pitchFamily="18" charset="0"/>
              <a:ea typeface="仿宋_GB2312" pitchFamily="49" charset="-122"/>
            </a:endParaRPr>
          </a:p>
          <a:p>
            <a:pPr marL="0" lvl="0" indent="0" algn="ctr">
              <a:lnSpc>
                <a:spcPct val="90000"/>
              </a:lnSpc>
              <a:spcBef>
                <a:spcPct val="0"/>
              </a:spcBef>
              <a:buClrTx/>
              <a:buSzTx/>
              <a:buFontTx/>
              <a:buNone/>
            </a:pPr>
            <a:r>
              <a:rPr lang="zh-CN" altLang="en-US" sz="2800" b="1" dirty="0">
                <a:solidFill>
                  <a:srgbClr val="2C1A88"/>
                </a:solidFill>
                <a:latin typeface="Times New Roman" panose="02020603050405020304" pitchFamily="18" charset="0"/>
                <a:ea typeface="仿宋_GB2312" pitchFamily="49" charset="-122"/>
              </a:rPr>
              <a:t>审定</a:t>
            </a:r>
            <a:endParaRPr lang="zh-CN" altLang="en-US" sz="2800" b="1" dirty="0">
              <a:solidFill>
                <a:srgbClr val="2C1A88"/>
              </a:solidFill>
              <a:latin typeface="Times New Roman" panose="02020603050405020304" pitchFamily="18" charset="0"/>
              <a:ea typeface="仿宋_GB2312" pitchFamily="49" charset="-122"/>
            </a:endParaRPr>
          </a:p>
          <a:p>
            <a:pPr marL="0" lvl="0" indent="0" algn="ctr">
              <a:lnSpc>
                <a:spcPct val="90000"/>
              </a:lnSpc>
              <a:spcBef>
                <a:spcPct val="0"/>
              </a:spcBef>
              <a:buClrTx/>
              <a:buSzTx/>
              <a:buFontTx/>
              <a:buNone/>
            </a:pPr>
            <a:r>
              <a:rPr lang="zh-CN" altLang="en-US" sz="2800" b="1" dirty="0">
                <a:solidFill>
                  <a:srgbClr val="2C1A88"/>
                </a:solidFill>
                <a:latin typeface="Times New Roman" panose="02020603050405020304" pitchFamily="18" charset="0"/>
                <a:ea typeface="仿宋_GB2312" pitchFamily="49" charset="-122"/>
              </a:rPr>
              <a:t>合格者</a:t>
            </a:r>
            <a:endParaRPr lang="zh-CN" altLang="en-US" sz="2800" b="1" dirty="0">
              <a:solidFill>
                <a:srgbClr val="2C1A88"/>
              </a:solidFill>
              <a:latin typeface="Times New Roman" panose="02020603050405020304" pitchFamily="18" charset="0"/>
              <a:ea typeface="仿宋_GB2312" pitchFamily="49" charset="-122"/>
            </a:endParaRPr>
          </a:p>
        </p:txBody>
      </p:sp>
      <p:sp>
        <p:nvSpPr>
          <p:cNvPr id="65548" name="Line 9"/>
          <p:cNvSpPr/>
          <p:nvPr/>
        </p:nvSpPr>
        <p:spPr>
          <a:xfrm flipH="1">
            <a:off x="1971040" y="3126105"/>
            <a:ext cx="2259330" cy="563245"/>
          </a:xfrm>
          <a:prstGeom prst="line">
            <a:avLst/>
          </a:prstGeom>
          <a:ln w="31750" cap="flat" cmpd="sng">
            <a:solidFill>
              <a:srgbClr val="0000FF"/>
            </a:solidFill>
            <a:prstDash val="solid"/>
            <a:headEnd type="none" w="sm" len="sm"/>
            <a:tailEnd type="stealth" w="med" len="lg"/>
          </a:ln>
        </p:spPr>
      </p:sp>
      <p:sp>
        <p:nvSpPr>
          <p:cNvPr id="65549" name="Line 10"/>
          <p:cNvSpPr/>
          <p:nvPr/>
        </p:nvSpPr>
        <p:spPr>
          <a:xfrm flipV="1">
            <a:off x="6337935" y="2590800"/>
            <a:ext cx="0" cy="864870"/>
          </a:xfrm>
          <a:prstGeom prst="line">
            <a:avLst/>
          </a:prstGeom>
          <a:ln w="31750" cap="flat" cmpd="sng">
            <a:solidFill>
              <a:srgbClr val="0000FF"/>
            </a:solidFill>
            <a:prstDash val="solid"/>
            <a:headEnd type="stealth" w="med" len="lg"/>
            <a:tailEnd type="none" w="med" len="lg"/>
          </a:ln>
        </p:spPr>
      </p:sp>
      <p:sp>
        <p:nvSpPr>
          <p:cNvPr id="65550" name="Rectangle 11"/>
          <p:cNvSpPr/>
          <p:nvPr/>
        </p:nvSpPr>
        <p:spPr>
          <a:xfrm>
            <a:off x="4258310" y="5502275"/>
            <a:ext cx="1612900" cy="518795"/>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spcBef>
                <a:spcPct val="0"/>
              </a:spcBef>
              <a:buClrTx/>
              <a:buSzTx/>
              <a:buFontTx/>
              <a:buNone/>
            </a:pPr>
            <a:r>
              <a:rPr lang="zh-CN" altLang="en-US" sz="2800" b="1" dirty="0">
                <a:solidFill>
                  <a:srgbClr val="006600"/>
                </a:solidFill>
                <a:latin typeface="Times New Roman" panose="02020603050405020304" pitchFamily="18" charset="0"/>
                <a:ea typeface="仿宋_GB2312" pitchFamily="49" charset="-122"/>
              </a:rPr>
              <a:t>考生名册</a:t>
            </a:r>
            <a:endParaRPr lang="zh-CN" altLang="en-US" sz="2800" b="1" dirty="0">
              <a:solidFill>
                <a:srgbClr val="006600"/>
              </a:solidFill>
              <a:latin typeface="Times New Roman" panose="02020603050405020304" pitchFamily="18" charset="0"/>
              <a:ea typeface="仿宋_GB2312" pitchFamily="49" charset="-122"/>
            </a:endParaRPr>
          </a:p>
        </p:txBody>
      </p:sp>
      <p:sp>
        <p:nvSpPr>
          <p:cNvPr id="65551" name="Line 12"/>
          <p:cNvSpPr/>
          <p:nvPr/>
        </p:nvSpPr>
        <p:spPr>
          <a:xfrm flipV="1">
            <a:off x="4382135" y="6010275"/>
            <a:ext cx="1516380" cy="0"/>
          </a:xfrm>
          <a:prstGeom prst="line">
            <a:avLst/>
          </a:prstGeom>
          <a:ln w="31750" cap="flat" cmpd="sng">
            <a:solidFill>
              <a:srgbClr val="0000FF"/>
            </a:solidFill>
            <a:prstDash val="solid"/>
            <a:headEnd type="none" w="sm" len="sm"/>
            <a:tailEnd type="none" w="sm" len="sm"/>
          </a:ln>
        </p:spPr>
      </p:sp>
      <p:sp>
        <p:nvSpPr>
          <p:cNvPr id="65552" name="Line 13"/>
          <p:cNvSpPr/>
          <p:nvPr/>
        </p:nvSpPr>
        <p:spPr>
          <a:xfrm>
            <a:off x="4382135" y="5537835"/>
            <a:ext cx="1519555" cy="0"/>
          </a:xfrm>
          <a:prstGeom prst="line">
            <a:avLst/>
          </a:prstGeom>
          <a:ln w="31750" cap="flat" cmpd="sng">
            <a:solidFill>
              <a:srgbClr val="0000FF"/>
            </a:solidFill>
            <a:prstDash val="solid"/>
            <a:headEnd type="none" w="sm" len="sm"/>
            <a:tailEnd type="none" w="sm" len="sm"/>
          </a:ln>
        </p:spPr>
      </p:sp>
      <p:sp>
        <p:nvSpPr>
          <p:cNvPr id="65553" name="Rectangle 14"/>
          <p:cNvSpPr/>
          <p:nvPr/>
        </p:nvSpPr>
        <p:spPr>
          <a:xfrm>
            <a:off x="3823335" y="878205"/>
            <a:ext cx="1584325" cy="860425"/>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lgn="ctr">
              <a:lnSpc>
                <a:spcPct val="90000"/>
              </a:lnSpc>
              <a:spcBef>
                <a:spcPct val="0"/>
              </a:spcBef>
              <a:buClrTx/>
              <a:buSzTx/>
              <a:buFontTx/>
              <a:buNone/>
            </a:pPr>
            <a:r>
              <a:rPr lang="zh-CN" altLang="en-US" sz="2800" b="1" dirty="0">
                <a:solidFill>
                  <a:srgbClr val="006600"/>
                </a:solidFill>
                <a:latin typeface="Times New Roman" panose="02020603050405020304" pitchFamily="18" charset="0"/>
                <a:ea typeface="仿宋_GB2312" pitchFamily="49" charset="-122"/>
              </a:rPr>
              <a:t>正确</a:t>
            </a:r>
            <a:endParaRPr lang="zh-CN" altLang="en-US" sz="2800" b="1" dirty="0">
              <a:solidFill>
                <a:srgbClr val="006600"/>
              </a:solidFill>
              <a:latin typeface="Times New Roman" panose="02020603050405020304" pitchFamily="18" charset="0"/>
              <a:ea typeface="仿宋_GB2312" pitchFamily="49" charset="-122"/>
            </a:endParaRPr>
          </a:p>
          <a:p>
            <a:pPr marL="0" lvl="0" indent="0" algn="ctr">
              <a:lnSpc>
                <a:spcPct val="90000"/>
              </a:lnSpc>
              <a:spcBef>
                <a:spcPct val="0"/>
              </a:spcBef>
              <a:buClrTx/>
              <a:buSzTx/>
              <a:buFontTx/>
              <a:buNone/>
            </a:pPr>
            <a:r>
              <a:rPr lang="zh-CN" altLang="en-US" sz="2800" b="1" dirty="0">
                <a:solidFill>
                  <a:srgbClr val="006600"/>
                </a:solidFill>
                <a:latin typeface="Times New Roman" panose="02020603050405020304" pitchFamily="18" charset="0"/>
                <a:ea typeface="仿宋_GB2312" pitchFamily="49" charset="-122"/>
              </a:rPr>
              <a:t>成绩单</a:t>
            </a:r>
            <a:endParaRPr lang="zh-CN" altLang="en-US" sz="2800" b="1" dirty="0">
              <a:solidFill>
                <a:srgbClr val="006600"/>
              </a:solidFill>
              <a:latin typeface="Times New Roman" panose="02020603050405020304" pitchFamily="18" charset="0"/>
              <a:ea typeface="仿宋_GB2312" pitchFamily="49" charset="-122"/>
            </a:endParaRPr>
          </a:p>
        </p:txBody>
      </p:sp>
      <p:sp>
        <p:nvSpPr>
          <p:cNvPr id="65554" name="Oval 15"/>
          <p:cNvSpPr/>
          <p:nvPr/>
        </p:nvSpPr>
        <p:spPr>
          <a:xfrm>
            <a:off x="5541010" y="3486150"/>
            <a:ext cx="1593850" cy="1553845"/>
          </a:xfrm>
          <a:prstGeom prst="ellipse">
            <a:avLst/>
          </a:prstGeom>
          <a:solidFill>
            <a:srgbClr val="FFFF99"/>
          </a:solidFill>
          <a:ln w="25400" cap="flat" cmpd="sng">
            <a:solidFill>
              <a:srgbClr val="777777"/>
            </a:solidFill>
            <a:prstDash val="solid"/>
            <a:headEnd type="none" w="med" len="med"/>
            <a:tailEnd type="none" w="med" len="med"/>
          </a:ln>
          <a:effectLst>
            <a:outerShdw dist="35921" dir="2699999" algn="ctr" rotWithShape="0">
              <a:schemeClr val="bg2"/>
            </a:outerShdw>
          </a:effectLst>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endParaRPr lang="zh-CN" altLang="en-US" sz="1800" dirty="0"/>
          </a:p>
        </p:txBody>
      </p:sp>
      <p:sp>
        <p:nvSpPr>
          <p:cNvPr id="65555" name="Rectangle 16"/>
          <p:cNvSpPr/>
          <p:nvPr/>
        </p:nvSpPr>
        <p:spPr>
          <a:xfrm>
            <a:off x="5642610" y="3561080"/>
            <a:ext cx="1438275" cy="1244600"/>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lgn="ctr">
              <a:lnSpc>
                <a:spcPct val="90000"/>
              </a:lnSpc>
              <a:spcBef>
                <a:spcPct val="0"/>
              </a:spcBef>
              <a:buClrTx/>
              <a:buSzTx/>
              <a:buFontTx/>
              <a:buNone/>
            </a:pPr>
            <a:r>
              <a:rPr lang="en-US" altLang="zh-CN" sz="2800" b="1" dirty="0">
                <a:solidFill>
                  <a:schemeClr val="hlink"/>
                </a:solidFill>
                <a:latin typeface="Times New Roman" panose="02020603050405020304" pitchFamily="18" charset="0"/>
                <a:ea typeface="仿宋_GB2312" pitchFamily="49" charset="-122"/>
              </a:rPr>
              <a:t>2.3</a:t>
            </a:r>
            <a:endParaRPr lang="en-US" altLang="zh-CN" sz="2800" b="1" dirty="0">
              <a:solidFill>
                <a:schemeClr val="hlink"/>
              </a:solidFill>
              <a:latin typeface="Times New Roman" panose="02020603050405020304" pitchFamily="18" charset="0"/>
              <a:ea typeface="仿宋_GB2312" pitchFamily="49" charset="-122"/>
            </a:endParaRPr>
          </a:p>
          <a:p>
            <a:pPr marL="0" lvl="0" indent="0" algn="ctr">
              <a:lnSpc>
                <a:spcPct val="90000"/>
              </a:lnSpc>
              <a:spcBef>
                <a:spcPct val="0"/>
              </a:spcBef>
              <a:buClrTx/>
              <a:buSzTx/>
              <a:buFontTx/>
              <a:buNone/>
            </a:pPr>
            <a:r>
              <a:rPr lang="zh-CN" altLang="en-US" sz="2800" b="1" dirty="0">
                <a:solidFill>
                  <a:srgbClr val="2C1A88"/>
                </a:solidFill>
                <a:latin typeface="Times New Roman" panose="02020603050405020304" pitchFamily="18" charset="0"/>
                <a:ea typeface="仿宋_GB2312" pitchFamily="49" charset="-122"/>
              </a:rPr>
              <a:t>制作</a:t>
            </a:r>
            <a:endParaRPr lang="zh-CN" altLang="en-US" sz="2800" b="1" dirty="0">
              <a:solidFill>
                <a:srgbClr val="2C1A88"/>
              </a:solidFill>
              <a:latin typeface="Times New Roman" panose="02020603050405020304" pitchFamily="18" charset="0"/>
              <a:ea typeface="仿宋_GB2312" pitchFamily="49" charset="-122"/>
            </a:endParaRPr>
          </a:p>
          <a:p>
            <a:pPr marL="0" lvl="0" indent="0" algn="ctr">
              <a:lnSpc>
                <a:spcPct val="90000"/>
              </a:lnSpc>
              <a:spcBef>
                <a:spcPct val="0"/>
              </a:spcBef>
              <a:buClrTx/>
              <a:buSzTx/>
              <a:buFontTx/>
              <a:buNone/>
            </a:pPr>
            <a:r>
              <a:rPr lang="zh-CN" altLang="en-US" sz="2800" b="1" dirty="0">
                <a:solidFill>
                  <a:srgbClr val="2C1A88"/>
                </a:solidFill>
                <a:latin typeface="Times New Roman" panose="02020603050405020304" pitchFamily="18" charset="0"/>
                <a:ea typeface="仿宋_GB2312" pitchFamily="49" charset="-122"/>
              </a:rPr>
              <a:t>通知单</a:t>
            </a:r>
            <a:endParaRPr lang="zh-CN" altLang="en-US" sz="2800" b="1" dirty="0">
              <a:solidFill>
                <a:srgbClr val="2C1A88"/>
              </a:solidFill>
              <a:latin typeface="Times New Roman" panose="02020603050405020304" pitchFamily="18" charset="0"/>
              <a:ea typeface="仿宋_GB2312" pitchFamily="49" charset="-122"/>
            </a:endParaRPr>
          </a:p>
        </p:txBody>
      </p:sp>
      <p:sp>
        <p:nvSpPr>
          <p:cNvPr id="65556" name="Oval 17"/>
          <p:cNvSpPr/>
          <p:nvPr/>
        </p:nvSpPr>
        <p:spPr>
          <a:xfrm>
            <a:off x="2847340" y="3519805"/>
            <a:ext cx="1593850" cy="1553845"/>
          </a:xfrm>
          <a:prstGeom prst="ellipse">
            <a:avLst/>
          </a:prstGeom>
          <a:solidFill>
            <a:srgbClr val="FFFF99"/>
          </a:solidFill>
          <a:ln w="25400" cap="flat" cmpd="sng">
            <a:solidFill>
              <a:srgbClr val="777777"/>
            </a:solidFill>
            <a:prstDash val="solid"/>
            <a:headEnd type="none" w="med" len="med"/>
            <a:tailEnd type="none" w="med" len="med"/>
          </a:ln>
          <a:effectLst>
            <a:outerShdw dist="35921" dir="2699999" algn="ctr" rotWithShape="0">
              <a:schemeClr val="bg2"/>
            </a:outerShdw>
          </a:effectLst>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endParaRPr lang="zh-CN" altLang="en-US" sz="1800" dirty="0"/>
          </a:p>
        </p:txBody>
      </p:sp>
      <p:sp>
        <p:nvSpPr>
          <p:cNvPr id="65557" name="Rectangle 18"/>
          <p:cNvSpPr/>
          <p:nvPr/>
        </p:nvSpPr>
        <p:spPr>
          <a:xfrm>
            <a:off x="2983865" y="3590925"/>
            <a:ext cx="1357630" cy="1244600"/>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lgn="ctr">
              <a:lnSpc>
                <a:spcPct val="90000"/>
              </a:lnSpc>
              <a:spcBef>
                <a:spcPct val="0"/>
              </a:spcBef>
              <a:buClrTx/>
              <a:buSzTx/>
              <a:buFontTx/>
              <a:buNone/>
            </a:pPr>
            <a:r>
              <a:rPr lang="en-US" altLang="zh-CN" sz="2800" b="1" dirty="0">
                <a:solidFill>
                  <a:schemeClr val="hlink"/>
                </a:solidFill>
                <a:latin typeface="Times New Roman" panose="02020603050405020304" pitchFamily="18" charset="0"/>
                <a:ea typeface="仿宋_GB2312" pitchFamily="49" charset="-122"/>
              </a:rPr>
              <a:t>2.4</a:t>
            </a:r>
            <a:endParaRPr lang="en-US" altLang="zh-CN" sz="2800" b="1" dirty="0">
              <a:solidFill>
                <a:schemeClr val="hlink"/>
              </a:solidFill>
              <a:latin typeface="Times New Roman" panose="02020603050405020304" pitchFamily="18" charset="0"/>
              <a:ea typeface="仿宋_GB2312" pitchFamily="49" charset="-122"/>
            </a:endParaRPr>
          </a:p>
          <a:p>
            <a:pPr marL="0" lvl="0" indent="0" algn="ctr">
              <a:lnSpc>
                <a:spcPct val="90000"/>
              </a:lnSpc>
              <a:spcBef>
                <a:spcPct val="0"/>
              </a:spcBef>
              <a:buClrTx/>
              <a:buSzTx/>
              <a:buFontTx/>
              <a:buNone/>
            </a:pPr>
            <a:r>
              <a:rPr lang="zh-CN" altLang="en-US" sz="2800" b="1" dirty="0">
                <a:solidFill>
                  <a:srgbClr val="2C1A88"/>
                </a:solidFill>
                <a:latin typeface="Times New Roman" panose="02020603050405020304" pitchFamily="18" charset="0"/>
                <a:ea typeface="仿宋_GB2312" pitchFamily="49" charset="-122"/>
              </a:rPr>
              <a:t>分析统</a:t>
            </a:r>
            <a:endParaRPr lang="zh-CN" altLang="en-US" sz="2800" b="1" dirty="0">
              <a:solidFill>
                <a:srgbClr val="2C1A88"/>
              </a:solidFill>
              <a:latin typeface="Times New Roman" panose="02020603050405020304" pitchFamily="18" charset="0"/>
              <a:ea typeface="仿宋_GB2312" pitchFamily="49" charset="-122"/>
            </a:endParaRPr>
          </a:p>
          <a:p>
            <a:pPr marL="0" lvl="0" indent="0" algn="ctr">
              <a:lnSpc>
                <a:spcPct val="90000"/>
              </a:lnSpc>
              <a:spcBef>
                <a:spcPct val="0"/>
              </a:spcBef>
              <a:buClrTx/>
              <a:buSzTx/>
              <a:buFontTx/>
              <a:buNone/>
            </a:pPr>
            <a:r>
              <a:rPr lang="zh-CN" altLang="en-US" sz="2800" b="1" dirty="0">
                <a:solidFill>
                  <a:srgbClr val="2C1A88"/>
                </a:solidFill>
                <a:latin typeface="Times New Roman" panose="02020603050405020304" pitchFamily="18" charset="0"/>
                <a:ea typeface="仿宋_GB2312" pitchFamily="49" charset="-122"/>
              </a:rPr>
              <a:t>计成绩</a:t>
            </a:r>
            <a:endParaRPr lang="zh-CN" altLang="en-US" sz="2800" b="1" dirty="0">
              <a:solidFill>
                <a:srgbClr val="2C1A88"/>
              </a:solidFill>
              <a:latin typeface="Times New Roman" panose="02020603050405020304" pitchFamily="18" charset="0"/>
              <a:ea typeface="仿宋_GB2312" pitchFamily="49" charset="-122"/>
            </a:endParaRPr>
          </a:p>
        </p:txBody>
      </p:sp>
      <p:sp>
        <p:nvSpPr>
          <p:cNvPr id="65558" name="Oval 19"/>
          <p:cNvSpPr/>
          <p:nvPr/>
        </p:nvSpPr>
        <p:spPr>
          <a:xfrm>
            <a:off x="653415" y="3516630"/>
            <a:ext cx="1593850" cy="1555750"/>
          </a:xfrm>
          <a:prstGeom prst="ellipse">
            <a:avLst/>
          </a:prstGeom>
          <a:solidFill>
            <a:srgbClr val="FFFF99"/>
          </a:solidFill>
          <a:ln w="25400" cap="flat" cmpd="sng">
            <a:solidFill>
              <a:srgbClr val="777777"/>
            </a:solidFill>
            <a:prstDash val="solid"/>
            <a:headEnd type="none" w="med" len="med"/>
            <a:tailEnd type="none" w="med" len="med"/>
          </a:ln>
          <a:effectLst>
            <a:outerShdw dist="35921" dir="2699999" algn="ctr" rotWithShape="0">
              <a:schemeClr val="bg2"/>
            </a:outerShdw>
          </a:effectLst>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endParaRPr lang="zh-CN" altLang="en-US" sz="1800" dirty="0"/>
          </a:p>
        </p:txBody>
      </p:sp>
      <p:sp>
        <p:nvSpPr>
          <p:cNvPr id="65559" name="Rectangle 20"/>
          <p:cNvSpPr/>
          <p:nvPr/>
        </p:nvSpPr>
        <p:spPr>
          <a:xfrm>
            <a:off x="768985" y="3597275"/>
            <a:ext cx="1417955" cy="1244600"/>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lgn="ctr">
              <a:lnSpc>
                <a:spcPct val="90000"/>
              </a:lnSpc>
              <a:spcBef>
                <a:spcPct val="0"/>
              </a:spcBef>
              <a:buClrTx/>
              <a:buSzTx/>
              <a:buFontTx/>
              <a:buNone/>
            </a:pPr>
            <a:r>
              <a:rPr lang="en-US" altLang="zh-CN" sz="2800" b="1" dirty="0">
                <a:solidFill>
                  <a:schemeClr val="hlink"/>
                </a:solidFill>
                <a:latin typeface="Times New Roman" panose="02020603050405020304" pitchFamily="18" charset="0"/>
                <a:ea typeface="仿宋_GB2312" pitchFamily="49" charset="-122"/>
              </a:rPr>
              <a:t>2.5</a:t>
            </a:r>
            <a:endParaRPr lang="en-US" altLang="zh-CN" sz="2800" b="1" dirty="0">
              <a:solidFill>
                <a:schemeClr val="hlink"/>
              </a:solidFill>
              <a:latin typeface="Times New Roman" panose="02020603050405020304" pitchFamily="18" charset="0"/>
              <a:ea typeface="仿宋_GB2312" pitchFamily="49" charset="-122"/>
            </a:endParaRPr>
          </a:p>
          <a:p>
            <a:pPr marL="0" lvl="0" indent="0" algn="ctr">
              <a:lnSpc>
                <a:spcPct val="90000"/>
              </a:lnSpc>
              <a:spcBef>
                <a:spcPct val="0"/>
              </a:spcBef>
              <a:buClrTx/>
              <a:buSzTx/>
              <a:buFontTx/>
              <a:buNone/>
            </a:pPr>
            <a:r>
              <a:rPr lang="zh-CN" altLang="en-US" sz="2800" b="1" dirty="0">
                <a:solidFill>
                  <a:srgbClr val="2C1A88"/>
                </a:solidFill>
                <a:latin typeface="Times New Roman" panose="02020603050405020304" pitchFamily="18" charset="0"/>
                <a:ea typeface="仿宋_GB2312" pitchFamily="49" charset="-122"/>
              </a:rPr>
              <a:t>分析试</a:t>
            </a:r>
            <a:endParaRPr lang="zh-CN" altLang="en-US" sz="2800" b="1" dirty="0">
              <a:solidFill>
                <a:srgbClr val="2C1A88"/>
              </a:solidFill>
              <a:latin typeface="Times New Roman" panose="02020603050405020304" pitchFamily="18" charset="0"/>
              <a:ea typeface="仿宋_GB2312" pitchFamily="49" charset="-122"/>
            </a:endParaRPr>
          </a:p>
          <a:p>
            <a:pPr marL="0" lvl="0" indent="0" algn="ctr">
              <a:lnSpc>
                <a:spcPct val="90000"/>
              </a:lnSpc>
              <a:spcBef>
                <a:spcPct val="0"/>
              </a:spcBef>
              <a:buClrTx/>
              <a:buSzTx/>
              <a:buFontTx/>
              <a:buNone/>
            </a:pPr>
            <a:r>
              <a:rPr lang="zh-CN" altLang="en-US" sz="2800" b="1" dirty="0">
                <a:solidFill>
                  <a:srgbClr val="2C1A88"/>
                </a:solidFill>
                <a:latin typeface="Times New Roman" panose="02020603050405020304" pitchFamily="18" charset="0"/>
                <a:ea typeface="仿宋_GB2312" pitchFamily="49" charset="-122"/>
              </a:rPr>
              <a:t>题难度</a:t>
            </a:r>
            <a:endParaRPr lang="zh-CN" altLang="en-US" sz="2800" b="1" dirty="0">
              <a:solidFill>
                <a:srgbClr val="2C1A88"/>
              </a:solidFill>
              <a:latin typeface="Times New Roman" panose="02020603050405020304" pitchFamily="18" charset="0"/>
              <a:ea typeface="仿宋_GB2312" pitchFamily="49" charset="-122"/>
            </a:endParaRPr>
          </a:p>
        </p:txBody>
      </p:sp>
      <p:sp>
        <p:nvSpPr>
          <p:cNvPr id="65560" name="Rectangle 21"/>
          <p:cNvSpPr/>
          <p:nvPr/>
        </p:nvSpPr>
        <p:spPr>
          <a:xfrm>
            <a:off x="3601085" y="2546985"/>
            <a:ext cx="2149475" cy="518795"/>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spcBef>
                <a:spcPct val="0"/>
              </a:spcBef>
              <a:buClrTx/>
              <a:buSzTx/>
              <a:buFontTx/>
              <a:buNone/>
            </a:pPr>
            <a:r>
              <a:rPr lang="zh-CN" altLang="en-US" sz="2800" b="1" dirty="0">
                <a:solidFill>
                  <a:srgbClr val="006600"/>
                </a:solidFill>
                <a:latin typeface="Times New Roman" panose="02020603050405020304" pitchFamily="18" charset="0"/>
                <a:ea typeface="仿宋_GB2312" pitchFamily="49" charset="-122"/>
              </a:rPr>
              <a:t>试题得分表</a:t>
            </a:r>
            <a:endParaRPr lang="zh-CN" altLang="en-US" sz="2800" b="1" dirty="0">
              <a:solidFill>
                <a:srgbClr val="006600"/>
              </a:solidFill>
              <a:latin typeface="Times New Roman" panose="02020603050405020304" pitchFamily="18" charset="0"/>
              <a:ea typeface="仿宋_GB2312" pitchFamily="49" charset="-122"/>
            </a:endParaRPr>
          </a:p>
        </p:txBody>
      </p:sp>
      <p:sp>
        <p:nvSpPr>
          <p:cNvPr id="65561" name="Line 22"/>
          <p:cNvSpPr/>
          <p:nvPr/>
        </p:nvSpPr>
        <p:spPr>
          <a:xfrm>
            <a:off x="3731260" y="2523490"/>
            <a:ext cx="1757680" cy="0"/>
          </a:xfrm>
          <a:prstGeom prst="line">
            <a:avLst/>
          </a:prstGeom>
          <a:ln w="31750" cap="flat" cmpd="sng">
            <a:solidFill>
              <a:srgbClr val="0000FF"/>
            </a:solidFill>
            <a:prstDash val="solid"/>
            <a:headEnd type="none" w="sm" len="sm"/>
            <a:tailEnd type="none" w="sm" len="sm"/>
          </a:ln>
        </p:spPr>
      </p:sp>
      <p:sp>
        <p:nvSpPr>
          <p:cNvPr id="65562" name="Line 23"/>
          <p:cNvSpPr/>
          <p:nvPr/>
        </p:nvSpPr>
        <p:spPr>
          <a:xfrm>
            <a:off x="3733165" y="3126105"/>
            <a:ext cx="1758950" cy="0"/>
          </a:xfrm>
          <a:prstGeom prst="line">
            <a:avLst/>
          </a:prstGeom>
          <a:ln w="31750" cap="flat" cmpd="sng">
            <a:solidFill>
              <a:srgbClr val="0000FF"/>
            </a:solidFill>
            <a:prstDash val="solid"/>
            <a:headEnd type="none" w="sm" len="sm"/>
            <a:tailEnd type="none" w="sm" len="sm"/>
          </a:ln>
        </p:spPr>
      </p:sp>
      <p:sp>
        <p:nvSpPr>
          <p:cNvPr id="65563" name="Line 24"/>
          <p:cNvSpPr/>
          <p:nvPr/>
        </p:nvSpPr>
        <p:spPr>
          <a:xfrm flipH="1" flipV="1">
            <a:off x="7176135" y="1800225"/>
            <a:ext cx="1270000" cy="0"/>
          </a:xfrm>
          <a:prstGeom prst="line">
            <a:avLst/>
          </a:prstGeom>
          <a:ln w="31750" cap="flat" cmpd="sng">
            <a:solidFill>
              <a:srgbClr val="0000FF"/>
            </a:solidFill>
            <a:prstDash val="solid"/>
            <a:headEnd type="none" w="med" len="med"/>
            <a:tailEnd type="stealth" w="med" len="lg"/>
          </a:ln>
        </p:spPr>
      </p:sp>
      <p:sp>
        <p:nvSpPr>
          <p:cNvPr id="65564" name="Line 25"/>
          <p:cNvSpPr/>
          <p:nvPr/>
        </p:nvSpPr>
        <p:spPr>
          <a:xfrm flipH="1" flipV="1">
            <a:off x="7157085" y="4291330"/>
            <a:ext cx="1371600" cy="0"/>
          </a:xfrm>
          <a:prstGeom prst="line">
            <a:avLst/>
          </a:prstGeom>
          <a:ln w="31750" cap="flat" cmpd="sng">
            <a:solidFill>
              <a:srgbClr val="0000FF"/>
            </a:solidFill>
            <a:prstDash val="solid"/>
            <a:headEnd type="stealth" w="med" len="lg"/>
            <a:tailEnd type="none" w="med" len="lg"/>
          </a:ln>
        </p:spPr>
      </p:sp>
      <p:sp>
        <p:nvSpPr>
          <p:cNvPr id="65565" name="Line 26"/>
          <p:cNvSpPr/>
          <p:nvPr/>
        </p:nvSpPr>
        <p:spPr>
          <a:xfrm flipH="1">
            <a:off x="4101465" y="3126105"/>
            <a:ext cx="803275" cy="568325"/>
          </a:xfrm>
          <a:prstGeom prst="line">
            <a:avLst/>
          </a:prstGeom>
          <a:ln w="31750" cap="flat" cmpd="sng">
            <a:solidFill>
              <a:srgbClr val="0000FF"/>
            </a:solidFill>
            <a:prstDash val="solid"/>
            <a:headEnd type="none" w="sm" len="sm"/>
            <a:tailEnd type="stealth" w="med" len="lg"/>
          </a:ln>
        </p:spPr>
      </p:sp>
      <p:sp>
        <p:nvSpPr>
          <p:cNvPr id="65566" name="Rectangle 27"/>
          <p:cNvSpPr/>
          <p:nvPr/>
        </p:nvSpPr>
        <p:spPr>
          <a:xfrm>
            <a:off x="7060565" y="4380230"/>
            <a:ext cx="1524000" cy="860425"/>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lgn="ctr">
              <a:lnSpc>
                <a:spcPct val="90000"/>
              </a:lnSpc>
              <a:spcBef>
                <a:spcPct val="0"/>
              </a:spcBef>
              <a:buClrTx/>
              <a:buSzTx/>
              <a:buFontTx/>
              <a:buNone/>
            </a:pPr>
            <a:r>
              <a:rPr lang="zh-CN" altLang="en-US" sz="2800" b="1" dirty="0">
                <a:solidFill>
                  <a:srgbClr val="006600"/>
                </a:solidFill>
                <a:latin typeface="Times New Roman" panose="02020603050405020304" pitchFamily="18" charset="0"/>
                <a:ea typeface="仿宋_GB2312" pitchFamily="49" charset="-122"/>
              </a:rPr>
              <a:t>考生</a:t>
            </a:r>
            <a:endParaRPr lang="zh-CN" altLang="en-US" sz="2800" b="1" dirty="0">
              <a:solidFill>
                <a:srgbClr val="006600"/>
              </a:solidFill>
              <a:latin typeface="Times New Roman" panose="02020603050405020304" pitchFamily="18" charset="0"/>
              <a:ea typeface="仿宋_GB2312" pitchFamily="49" charset="-122"/>
            </a:endParaRPr>
          </a:p>
          <a:p>
            <a:pPr marL="0" lvl="0" indent="0" algn="ctr">
              <a:lnSpc>
                <a:spcPct val="90000"/>
              </a:lnSpc>
              <a:spcBef>
                <a:spcPct val="0"/>
              </a:spcBef>
              <a:buClrTx/>
              <a:buSzTx/>
              <a:buFontTx/>
              <a:buNone/>
            </a:pPr>
            <a:r>
              <a:rPr lang="zh-CN" altLang="en-US" sz="2800" b="1" dirty="0">
                <a:solidFill>
                  <a:srgbClr val="006600"/>
                </a:solidFill>
                <a:latin typeface="Times New Roman" panose="02020603050405020304" pitchFamily="18" charset="0"/>
                <a:ea typeface="仿宋_GB2312" pitchFamily="49" charset="-122"/>
              </a:rPr>
              <a:t>通知单</a:t>
            </a:r>
            <a:endParaRPr lang="zh-CN" altLang="en-US" sz="2800" b="1" dirty="0">
              <a:solidFill>
                <a:srgbClr val="006600"/>
              </a:solidFill>
              <a:latin typeface="Times New Roman" panose="02020603050405020304" pitchFamily="18" charset="0"/>
              <a:ea typeface="仿宋_GB2312" pitchFamily="49" charset="-122"/>
            </a:endParaRPr>
          </a:p>
        </p:txBody>
      </p:sp>
      <p:sp>
        <p:nvSpPr>
          <p:cNvPr id="65567" name="Rectangle 28"/>
          <p:cNvSpPr/>
          <p:nvPr/>
        </p:nvSpPr>
        <p:spPr>
          <a:xfrm>
            <a:off x="568960" y="5203825"/>
            <a:ext cx="1447800" cy="860425"/>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lgn="ctr">
              <a:lnSpc>
                <a:spcPct val="90000"/>
              </a:lnSpc>
              <a:spcBef>
                <a:spcPct val="0"/>
              </a:spcBef>
              <a:buClrTx/>
              <a:buSzTx/>
              <a:buFontTx/>
              <a:buNone/>
            </a:pPr>
            <a:r>
              <a:rPr lang="zh-CN" altLang="en-US" sz="2800" b="1" dirty="0">
                <a:solidFill>
                  <a:srgbClr val="006600"/>
                </a:solidFill>
                <a:latin typeface="Times New Roman" panose="02020603050405020304" pitchFamily="18" charset="0"/>
                <a:ea typeface="仿宋_GB2312" pitchFamily="49" charset="-122"/>
              </a:rPr>
              <a:t>难度</a:t>
            </a:r>
            <a:endParaRPr lang="zh-CN" altLang="en-US" sz="2800" b="1" dirty="0">
              <a:solidFill>
                <a:srgbClr val="006600"/>
              </a:solidFill>
              <a:latin typeface="Times New Roman" panose="02020603050405020304" pitchFamily="18" charset="0"/>
              <a:ea typeface="仿宋_GB2312" pitchFamily="49" charset="-122"/>
            </a:endParaRPr>
          </a:p>
          <a:p>
            <a:pPr marL="0" lvl="0" indent="0" algn="ctr">
              <a:lnSpc>
                <a:spcPct val="90000"/>
              </a:lnSpc>
              <a:spcBef>
                <a:spcPct val="0"/>
              </a:spcBef>
              <a:buClrTx/>
              <a:buSzTx/>
              <a:buFontTx/>
              <a:buNone/>
            </a:pPr>
            <a:r>
              <a:rPr lang="zh-CN" altLang="en-US" sz="2800" b="1" dirty="0">
                <a:solidFill>
                  <a:srgbClr val="006600"/>
                </a:solidFill>
                <a:latin typeface="Times New Roman" panose="02020603050405020304" pitchFamily="18" charset="0"/>
                <a:ea typeface="仿宋_GB2312" pitchFamily="49" charset="-122"/>
              </a:rPr>
              <a:t>分析表</a:t>
            </a:r>
            <a:endParaRPr lang="zh-CN" altLang="en-US" sz="2800" b="1" dirty="0">
              <a:solidFill>
                <a:srgbClr val="006600"/>
              </a:solidFill>
              <a:latin typeface="Times New Roman" panose="02020603050405020304" pitchFamily="18" charset="0"/>
              <a:ea typeface="仿宋_GB2312" pitchFamily="49" charset="-122"/>
            </a:endParaRPr>
          </a:p>
        </p:txBody>
      </p:sp>
      <p:sp>
        <p:nvSpPr>
          <p:cNvPr id="65568" name="Rectangle 29"/>
          <p:cNvSpPr/>
          <p:nvPr/>
        </p:nvSpPr>
        <p:spPr>
          <a:xfrm>
            <a:off x="7392035" y="873125"/>
            <a:ext cx="996950" cy="860425"/>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lnSpc>
                <a:spcPct val="90000"/>
              </a:lnSpc>
              <a:spcBef>
                <a:spcPct val="0"/>
              </a:spcBef>
              <a:buClrTx/>
              <a:buSzTx/>
              <a:buFontTx/>
              <a:buNone/>
            </a:pPr>
            <a:r>
              <a:rPr lang="zh-CN" altLang="en-US" sz="2800" b="1" dirty="0">
                <a:solidFill>
                  <a:srgbClr val="006600"/>
                </a:solidFill>
                <a:latin typeface="Times New Roman" panose="02020603050405020304" pitchFamily="18" charset="0"/>
                <a:ea typeface="仿宋_GB2312" pitchFamily="49" charset="-122"/>
              </a:rPr>
              <a:t>合格</a:t>
            </a:r>
            <a:endParaRPr lang="zh-CN" altLang="en-US" sz="2800" b="1" dirty="0">
              <a:solidFill>
                <a:srgbClr val="006600"/>
              </a:solidFill>
              <a:latin typeface="Times New Roman" panose="02020603050405020304" pitchFamily="18" charset="0"/>
              <a:ea typeface="仿宋_GB2312" pitchFamily="49" charset="-122"/>
            </a:endParaRPr>
          </a:p>
          <a:p>
            <a:pPr marL="0" lvl="0" indent="0">
              <a:lnSpc>
                <a:spcPct val="90000"/>
              </a:lnSpc>
              <a:spcBef>
                <a:spcPct val="0"/>
              </a:spcBef>
              <a:buClrTx/>
              <a:buSzTx/>
              <a:buFontTx/>
              <a:buNone/>
            </a:pPr>
            <a:r>
              <a:rPr lang="zh-CN" altLang="en-US" sz="2800" b="1" dirty="0">
                <a:solidFill>
                  <a:srgbClr val="006600"/>
                </a:solidFill>
                <a:latin typeface="Times New Roman" panose="02020603050405020304" pitchFamily="18" charset="0"/>
                <a:ea typeface="仿宋_GB2312" pitchFamily="49" charset="-122"/>
              </a:rPr>
              <a:t>标准</a:t>
            </a:r>
            <a:endParaRPr lang="zh-CN" altLang="en-US" sz="2800" b="1" dirty="0">
              <a:solidFill>
                <a:srgbClr val="006600"/>
              </a:solidFill>
              <a:latin typeface="Times New Roman" panose="02020603050405020304" pitchFamily="18" charset="0"/>
              <a:ea typeface="仿宋_GB2312" pitchFamily="49" charset="-122"/>
            </a:endParaRPr>
          </a:p>
        </p:txBody>
      </p:sp>
      <p:sp>
        <p:nvSpPr>
          <p:cNvPr id="65569" name="Line 30"/>
          <p:cNvSpPr/>
          <p:nvPr/>
        </p:nvSpPr>
        <p:spPr>
          <a:xfrm flipH="1">
            <a:off x="237490" y="4977130"/>
            <a:ext cx="757555" cy="1073150"/>
          </a:xfrm>
          <a:prstGeom prst="line">
            <a:avLst/>
          </a:prstGeom>
          <a:ln w="31750" cap="flat" cmpd="sng">
            <a:solidFill>
              <a:srgbClr val="0000FF"/>
            </a:solidFill>
            <a:prstDash val="solid"/>
            <a:headEnd type="none" w="sm" len="sm"/>
            <a:tailEnd type="stealth" w="med" len="lg"/>
          </a:ln>
        </p:spPr>
      </p:sp>
      <p:sp>
        <p:nvSpPr>
          <p:cNvPr id="65570" name="Line 31"/>
          <p:cNvSpPr/>
          <p:nvPr/>
        </p:nvSpPr>
        <p:spPr>
          <a:xfrm flipH="1">
            <a:off x="2407285" y="4935855"/>
            <a:ext cx="757555" cy="1073150"/>
          </a:xfrm>
          <a:prstGeom prst="line">
            <a:avLst/>
          </a:prstGeom>
          <a:ln w="31750" cap="flat" cmpd="sng">
            <a:solidFill>
              <a:srgbClr val="0000FF"/>
            </a:solidFill>
            <a:prstDash val="solid"/>
            <a:headEnd type="none" w="sm" len="sm"/>
            <a:tailEnd type="stealth" w="med" len="lg"/>
          </a:ln>
        </p:spPr>
      </p:sp>
      <p:sp>
        <p:nvSpPr>
          <p:cNvPr id="65571" name="Rectangle 32"/>
          <p:cNvSpPr/>
          <p:nvPr/>
        </p:nvSpPr>
        <p:spPr>
          <a:xfrm>
            <a:off x="2600960" y="5250180"/>
            <a:ext cx="1447800" cy="860425"/>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lgn="ctr">
              <a:lnSpc>
                <a:spcPct val="90000"/>
              </a:lnSpc>
              <a:spcBef>
                <a:spcPct val="0"/>
              </a:spcBef>
              <a:buClrTx/>
              <a:buSzTx/>
              <a:buFontTx/>
              <a:buNone/>
            </a:pPr>
            <a:r>
              <a:rPr lang="zh-CN" altLang="en-US" sz="2800" b="1" dirty="0">
                <a:solidFill>
                  <a:srgbClr val="006600"/>
                </a:solidFill>
                <a:latin typeface="Times New Roman" panose="02020603050405020304" pitchFamily="18" charset="0"/>
                <a:ea typeface="仿宋_GB2312" pitchFamily="49" charset="-122"/>
              </a:rPr>
              <a:t>分类</a:t>
            </a:r>
            <a:endParaRPr lang="zh-CN" altLang="en-US" sz="2800" b="1" dirty="0">
              <a:solidFill>
                <a:srgbClr val="006600"/>
              </a:solidFill>
              <a:latin typeface="Times New Roman" panose="02020603050405020304" pitchFamily="18" charset="0"/>
              <a:ea typeface="仿宋_GB2312" pitchFamily="49" charset="-122"/>
            </a:endParaRPr>
          </a:p>
          <a:p>
            <a:pPr marL="0" lvl="0" indent="0" algn="ctr">
              <a:lnSpc>
                <a:spcPct val="90000"/>
              </a:lnSpc>
              <a:spcBef>
                <a:spcPct val="0"/>
              </a:spcBef>
              <a:buClrTx/>
              <a:buSzTx/>
              <a:buFontTx/>
              <a:buNone/>
            </a:pPr>
            <a:r>
              <a:rPr lang="zh-CN" altLang="en-US" sz="2800" b="1" dirty="0">
                <a:solidFill>
                  <a:srgbClr val="006600"/>
                </a:solidFill>
                <a:latin typeface="Times New Roman" panose="02020603050405020304" pitchFamily="18" charset="0"/>
                <a:ea typeface="仿宋_GB2312" pitchFamily="49" charset="-122"/>
              </a:rPr>
              <a:t>统计表</a:t>
            </a:r>
            <a:endParaRPr lang="zh-CN" altLang="en-US" sz="2800" b="1" dirty="0">
              <a:solidFill>
                <a:srgbClr val="006600"/>
              </a:solidFill>
              <a:latin typeface="Times New Roman" panose="02020603050405020304" pitchFamily="18" charset="0"/>
              <a:ea typeface="仿宋_GB2312" pitchFamily="49" charset="-122"/>
            </a:endParaRPr>
          </a:p>
        </p:txBody>
      </p:sp>
      <p:sp>
        <p:nvSpPr>
          <p:cNvPr id="65572" name="Line 33"/>
          <p:cNvSpPr/>
          <p:nvPr/>
        </p:nvSpPr>
        <p:spPr>
          <a:xfrm flipH="1">
            <a:off x="5245735" y="4899025"/>
            <a:ext cx="621030" cy="644525"/>
          </a:xfrm>
          <a:prstGeom prst="line">
            <a:avLst/>
          </a:prstGeom>
          <a:ln w="31750" cap="flat" cmpd="sng">
            <a:solidFill>
              <a:srgbClr val="0000FF"/>
            </a:solidFill>
            <a:prstDash val="solid"/>
            <a:headEnd type="stealth" w="med" len="lg"/>
            <a:tailEnd type="none" w="med" len="lg"/>
          </a:ln>
        </p:spPr>
      </p:sp>
      <p:sp>
        <p:nvSpPr>
          <p:cNvPr id="65573" name="Line 34"/>
          <p:cNvSpPr/>
          <p:nvPr/>
        </p:nvSpPr>
        <p:spPr>
          <a:xfrm>
            <a:off x="4222115" y="4857750"/>
            <a:ext cx="652780" cy="664845"/>
          </a:xfrm>
          <a:prstGeom prst="line">
            <a:avLst/>
          </a:prstGeom>
          <a:ln w="31750" cap="flat" cmpd="sng">
            <a:solidFill>
              <a:srgbClr val="0000FF"/>
            </a:solidFill>
            <a:prstDash val="solid"/>
            <a:headEnd type="stealth" w="med" len="lg"/>
            <a:tailEnd type="none" w="med" len="lg"/>
          </a:ln>
        </p:spPr>
      </p:sp>
      <p:sp>
        <p:nvSpPr>
          <p:cNvPr id="65574" name="Line 35"/>
          <p:cNvSpPr/>
          <p:nvPr/>
        </p:nvSpPr>
        <p:spPr>
          <a:xfrm flipH="1" flipV="1">
            <a:off x="380365" y="1774825"/>
            <a:ext cx="1828800" cy="0"/>
          </a:xfrm>
          <a:prstGeom prst="line">
            <a:avLst/>
          </a:prstGeom>
          <a:ln w="31750" cap="flat" cmpd="sng">
            <a:solidFill>
              <a:srgbClr val="0000FF"/>
            </a:solidFill>
            <a:prstDash val="solid"/>
            <a:headEnd type="stealth" w="med" len="lg"/>
            <a:tailEnd type="none" w="med" len="lg"/>
          </a:ln>
        </p:spPr>
      </p:sp>
      <p:sp>
        <p:nvSpPr>
          <p:cNvPr id="65575" name="Rectangle 36"/>
          <p:cNvSpPr/>
          <p:nvPr/>
        </p:nvSpPr>
        <p:spPr>
          <a:xfrm>
            <a:off x="542290" y="1190625"/>
            <a:ext cx="1727200" cy="518795"/>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lgn="ctr">
              <a:spcBef>
                <a:spcPct val="0"/>
              </a:spcBef>
              <a:buClrTx/>
              <a:buSzTx/>
              <a:buFontTx/>
              <a:buNone/>
            </a:pPr>
            <a:r>
              <a:rPr lang="zh-CN" altLang="en-US" sz="2800" b="1" dirty="0">
                <a:solidFill>
                  <a:srgbClr val="006600"/>
                </a:solidFill>
                <a:latin typeface="Times New Roman" panose="02020603050405020304" pitchFamily="18" charset="0"/>
                <a:ea typeface="仿宋_GB2312" pitchFamily="49" charset="-122"/>
              </a:rPr>
              <a:t>成绩单</a:t>
            </a:r>
            <a:endParaRPr lang="zh-CN" altLang="en-US" sz="2800" b="1" dirty="0">
              <a:solidFill>
                <a:srgbClr val="006600"/>
              </a:solidFill>
              <a:latin typeface="Times New Roman" panose="02020603050405020304" pitchFamily="18" charset="0"/>
              <a:ea typeface="仿宋_GB2312" pitchFamily="49" charset="-122"/>
            </a:endParaRPr>
          </a:p>
        </p:txBody>
      </p:sp>
      <p:sp>
        <p:nvSpPr>
          <p:cNvPr id="65576" name="Line 37"/>
          <p:cNvSpPr/>
          <p:nvPr/>
        </p:nvSpPr>
        <p:spPr>
          <a:xfrm flipH="1">
            <a:off x="501015" y="2079625"/>
            <a:ext cx="1764030" cy="674370"/>
          </a:xfrm>
          <a:prstGeom prst="line">
            <a:avLst/>
          </a:prstGeom>
          <a:ln w="31750" cap="flat" cmpd="sng">
            <a:solidFill>
              <a:srgbClr val="0000FF"/>
            </a:solidFill>
            <a:prstDash val="solid"/>
            <a:headEnd type="none" w="sm" len="sm"/>
            <a:tailEnd type="stealth" w="med" len="lg"/>
          </a:ln>
        </p:spPr>
      </p:sp>
      <p:sp>
        <p:nvSpPr>
          <p:cNvPr id="65577" name="Rectangle 38"/>
          <p:cNvSpPr/>
          <p:nvPr/>
        </p:nvSpPr>
        <p:spPr>
          <a:xfrm>
            <a:off x="981710" y="2451100"/>
            <a:ext cx="1463675" cy="860425"/>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lgn="ctr">
              <a:lnSpc>
                <a:spcPct val="90000"/>
              </a:lnSpc>
              <a:spcBef>
                <a:spcPct val="0"/>
              </a:spcBef>
              <a:buClrTx/>
              <a:buSzTx/>
              <a:buFontTx/>
              <a:buNone/>
            </a:pPr>
            <a:r>
              <a:rPr lang="zh-CN" altLang="en-US" sz="2800" b="1" dirty="0">
                <a:solidFill>
                  <a:srgbClr val="006600"/>
                </a:solidFill>
                <a:latin typeface="Times New Roman" panose="02020603050405020304" pitchFamily="18" charset="0"/>
                <a:ea typeface="仿宋_GB2312" pitchFamily="49" charset="-122"/>
              </a:rPr>
              <a:t>错误</a:t>
            </a:r>
            <a:endParaRPr lang="zh-CN" altLang="en-US" sz="2800" b="1" dirty="0">
              <a:solidFill>
                <a:srgbClr val="006600"/>
              </a:solidFill>
              <a:latin typeface="Times New Roman" panose="02020603050405020304" pitchFamily="18" charset="0"/>
              <a:ea typeface="仿宋_GB2312" pitchFamily="49" charset="-122"/>
            </a:endParaRPr>
          </a:p>
          <a:p>
            <a:pPr marL="0" lvl="0" indent="0" algn="ctr">
              <a:lnSpc>
                <a:spcPct val="90000"/>
              </a:lnSpc>
              <a:spcBef>
                <a:spcPct val="0"/>
              </a:spcBef>
              <a:buClrTx/>
              <a:buSzTx/>
              <a:buFontTx/>
              <a:buNone/>
            </a:pPr>
            <a:r>
              <a:rPr lang="zh-CN" altLang="en-US" sz="2800" b="1" dirty="0">
                <a:solidFill>
                  <a:srgbClr val="006600"/>
                </a:solidFill>
                <a:latin typeface="Times New Roman" panose="02020603050405020304" pitchFamily="18" charset="0"/>
                <a:ea typeface="仿宋_GB2312" pitchFamily="49" charset="-122"/>
              </a:rPr>
              <a:t>成绩单</a:t>
            </a:r>
            <a:endParaRPr lang="zh-CN" altLang="en-US" sz="2800" b="1" dirty="0">
              <a:solidFill>
                <a:srgbClr val="006600"/>
              </a:solidFill>
              <a:latin typeface="Times New Roman" panose="02020603050405020304" pitchFamily="18" charset="0"/>
              <a:ea typeface="仿宋_GB2312" pitchFamily="49" charset="-122"/>
            </a:endParaRPr>
          </a:p>
        </p:txBody>
      </p:sp>
      <p:sp>
        <p:nvSpPr>
          <p:cNvPr id="65578" name="Line 39"/>
          <p:cNvSpPr/>
          <p:nvPr/>
        </p:nvSpPr>
        <p:spPr>
          <a:xfrm>
            <a:off x="3669665" y="2195830"/>
            <a:ext cx="327025" cy="306070"/>
          </a:xfrm>
          <a:prstGeom prst="line">
            <a:avLst/>
          </a:prstGeom>
          <a:ln w="31750" cap="flat" cmpd="sng">
            <a:solidFill>
              <a:srgbClr val="0000FF"/>
            </a:solidFill>
            <a:prstDash val="solid"/>
            <a:headEnd type="none" w="sm" len="sm"/>
            <a:tailEnd type="stealth" w="med" len="lg"/>
          </a:ln>
        </p:spPr>
      </p:sp>
      <p:sp>
        <p:nvSpPr>
          <p:cNvPr id="65579" name="Rectangle 40"/>
          <p:cNvSpPr/>
          <p:nvPr/>
        </p:nvSpPr>
        <p:spPr>
          <a:xfrm>
            <a:off x="6200140" y="2574925"/>
            <a:ext cx="2032000" cy="860425"/>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lgn="ctr">
              <a:lnSpc>
                <a:spcPct val="90000"/>
              </a:lnSpc>
              <a:spcBef>
                <a:spcPct val="0"/>
              </a:spcBef>
              <a:buClrTx/>
              <a:buSzTx/>
              <a:buFontTx/>
              <a:buNone/>
            </a:pPr>
            <a:r>
              <a:rPr lang="zh-CN" altLang="en-US" sz="2800" b="1" dirty="0">
                <a:solidFill>
                  <a:srgbClr val="006600"/>
                </a:solidFill>
                <a:latin typeface="Times New Roman" panose="02020603050405020304" pitchFamily="18" charset="0"/>
                <a:ea typeface="仿宋_GB2312" pitchFamily="49" charset="-122"/>
              </a:rPr>
              <a:t>经审定的</a:t>
            </a:r>
            <a:endParaRPr lang="zh-CN" altLang="en-US" sz="2800" b="1" dirty="0">
              <a:solidFill>
                <a:srgbClr val="006600"/>
              </a:solidFill>
              <a:latin typeface="Times New Roman" panose="02020603050405020304" pitchFamily="18" charset="0"/>
              <a:ea typeface="仿宋_GB2312" pitchFamily="49" charset="-122"/>
            </a:endParaRPr>
          </a:p>
          <a:p>
            <a:pPr marL="0" lvl="0" indent="0" algn="ctr">
              <a:lnSpc>
                <a:spcPct val="90000"/>
              </a:lnSpc>
              <a:spcBef>
                <a:spcPct val="0"/>
              </a:spcBef>
              <a:buClrTx/>
              <a:buSzTx/>
              <a:buFontTx/>
              <a:buNone/>
            </a:pPr>
            <a:r>
              <a:rPr lang="zh-CN" altLang="en-US" sz="2800" b="1" dirty="0">
                <a:solidFill>
                  <a:srgbClr val="006600"/>
                </a:solidFill>
                <a:latin typeface="Times New Roman" panose="02020603050405020304" pitchFamily="18" charset="0"/>
                <a:ea typeface="仿宋_GB2312" pitchFamily="49" charset="-122"/>
              </a:rPr>
              <a:t>成绩单</a:t>
            </a:r>
            <a:endParaRPr lang="zh-CN" altLang="en-US" sz="2800" b="1" dirty="0">
              <a:solidFill>
                <a:srgbClr val="006600"/>
              </a:solidFill>
              <a:latin typeface="Times New Roman" panose="02020603050405020304" pitchFamily="18" charset="0"/>
              <a:ea typeface="仿宋_GB2312" pitchFamily="49" charset="-122"/>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宋体" panose="02010600030101010101" pitchFamily="2" charset="-122"/>
                <a:cs typeface="Times New Roman" panose="02020603050405020304" pitchFamily="18" charset="0"/>
              </a:rPr>
              <a:t>2.1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结构化分析</a:t>
            </a:r>
            <a:endPar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13316"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
        <p:nvSpPr>
          <p:cNvPr id="47106" name="Rectangle 2"/>
          <p:cNvSpPr>
            <a:spLocks noGrp="1" noChangeArrowheads="1"/>
          </p:cNvSpPr>
          <p:nvPr>
            <p:ph idx="1"/>
          </p:nvPr>
        </p:nvSpPr>
        <p:spPr>
          <a:xfrm>
            <a:off x="762000" y="1582420"/>
            <a:ext cx="7584440" cy="4870450"/>
          </a:xfrm>
        </p:spPr>
        <p:txBody>
          <a:bodyPr vert="horz" wrap="square" lIns="91440" tIns="45720" rIns="91440" bIns="45720" numCol="1" anchor="t" anchorCtr="0" compatLnSpc="1">
            <a:normAutofit fontScale="85000" lnSpcReduction="20000"/>
          </a:bodyPr>
          <a:lstStyle/>
          <a:p>
            <a:pPr marL="0" marR="0" lvl="0" indent="0" algn="l" defTabSz="914400" rtl="0" eaLnBrk="1" fontAlgn="base" latinLnBrk="0" hangingPunct="1">
              <a:lnSpc>
                <a:spcPct val="110000"/>
              </a:lnSpc>
              <a:spcBef>
                <a:spcPct val="20000"/>
              </a:spcBef>
              <a:spcAft>
                <a:spcPct val="0"/>
              </a:spcAft>
              <a:buClr>
                <a:srgbClr val="800080"/>
              </a:buClr>
              <a:buSzPct val="55000"/>
              <a:buFont typeface="Wingdings" panose="05000000000000000000" pitchFamily="2" charset="2"/>
              <a:buNone/>
              <a:defRPr/>
            </a:pPr>
            <a:r>
              <a:rPr lang="zh-CN" altLang="en-US" sz="2800" u="sng" kern="0" noProof="0">
                <a:ln>
                  <a:noFill/>
                </a:ln>
                <a:solidFill>
                  <a:srgbClr val="0070C0"/>
                </a:solidFill>
                <a:effectLst>
                  <a:outerShdw blurRad="38100" dist="38100" dir="2700000" algn="tl">
                    <a:srgbClr val="C0C0C0"/>
                  </a:outerShdw>
                </a:effectLst>
                <a:uLnTx/>
                <a:uFillTx/>
                <a:latin typeface="+mn-ea"/>
                <a:cs typeface="+mn-ea"/>
                <a:sym typeface="+mn-ea"/>
              </a:rPr>
              <a:t>行为建模与</a:t>
            </a:r>
            <a:r>
              <a:rPr lang="zh-CN" altLang="en-US" sz="2800" u="sng" kern="0" noProof="0">
                <a:ln>
                  <a:noFill/>
                </a:ln>
                <a:solidFill>
                  <a:srgbClr val="0070C0"/>
                </a:solidFill>
                <a:effectLst>
                  <a:outerShdw blurRad="38100" dist="38100" dir="2700000" algn="tl">
                    <a:srgbClr val="C0C0C0"/>
                  </a:outerShdw>
                </a:effectLst>
                <a:uLnTx/>
                <a:uFillTx/>
                <a:latin typeface="Times New Roman Regular" panose="02020603050405020304" charset="0"/>
                <a:cs typeface="Times New Roman Regular" panose="02020603050405020304" charset="0"/>
                <a:sym typeface="+mn-ea"/>
              </a:rPr>
              <a:t>状态</a:t>
            </a:r>
            <a:r>
              <a:rPr lang="en-US" altLang="zh-CN" sz="2800" u="sng" kern="0" noProof="0">
                <a:ln>
                  <a:noFill/>
                </a:ln>
                <a:solidFill>
                  <a:srgbClr val="0070C0"/>
                </a:solidFill>
                <a:effectLst>
                  <a:outerShdw blurRad="38100" dist="38100" dir="2700000" algn="tl">
                    <a:srgbClr val="C0C0C0"/>
                  </a:outerShdw>
                </a:effectLst>
                <a:uLnTx/>
                <a:uFillTx/>
                <a:latin typeface="Times New Roman Regular" panose="02020603050405020304" charset="0"/>
                <a:cs typeface="Times New Roman Regular" panose="02020603050405020304" charset="0"/>
                <a:sym typeface="+mn-ea"/>
              </a:rPr>
              <a:t>-</a:t>
            </a:r>
            <a:r>
              <a:rPr lang="zh-CN" altLang="en-US" sz="2800" u="sng" kern="0" noProof="0">
                <a:ln>
                  <a:noFill/>
                </a:ln>
                <a:solidFill>
                  <a:srgbClr val="0070C0"/>
                </a:solidFill>
                <a:effectLst>
                  <a:outerShdw blurRad="38100" dist="38100" dir="2700000" algn="tl">
                    <a:srgbClr val="C0C0C0"/>
                  </a:outerShdw>
                </a:effectLst>
                <a:uLnTx/>
                <a:uFillTx/>
                <a:latin typeface="Times New Roman Regular" panose="02020603050405020304" charset="0"/>
                <a:cs typeface="Times New Roman Regular" panose="02020603050405020304" charset="0"/>
                <a:sym typeface="+mn-ea"/>
              </a:rPr>
              <a:t>迁移</a:t>
            </a:r>
            <a:r>
              <a:rPr lang="zh-CN" altLang="en-US" sz="2800" u="sng" kern="0" noProof="0">
                <a:ln>
                  <a:noFill/>
                </a:ln>
                <a:solidFill>
                  <a:srgbClr val="0070C0"/>
                </a:solidFill>
                <a:effectLst>
                  <a:outerShdw blurRad="38100" dist="38100" dir="2700000" algn="tl">
                    <a:srgbClr val="C0C0C0"/>
                  </a:outerShdw>
                </a:effectLst>
                <a:uLnTx/>
                <a:uFillTx/>
                <a:latin typeface="+mn-ea"/>
                <a:cs typeface="+mn-ea"/>
                <a:sym typeface="+mn-ea"/>
              </a:rPr>
              <a:t>图</a:t>
            </a:r>
            <a:endParaRPr lang="zh-CN" altLang="en-US" sz="2800" kern="0" noProof="0">
              <a:ln>
                <a:noFill/>
              </a:ln>
              <a:effectLst>
                <a:outerShdw blurRad="38100" dist="38100" dir="2700000" algn="tl">
                  <a:srgbClr val="C0C0C0"/>
                </a:outerShdw>
              </a:effectLst>
              <a:uLnTx/>
              <a:uFillTx/>
              <a:latin typeface="+mn-ea"/>
              <a:cs typeface="+mn-ea"/>
              <a:sym typeface="+mn-ea"/>
            </a:endParaRPr>
          </a:p>
          <a:p>
            <a:pPr marL="342900" marR="0" lvl="0" indent="-342900" algn="l" defTabSz="914400" rtl="0" eaLnBrk="1" fontAlgn="base" latinLnBrk="0" hangingPunct="1">
              <a:lnSpc>
                <a:spcPct val="110000"/>
              </a:lnSpc>
              <a:spcBef>
                <a:spcPct val="20000"/>
              </a:spcBef>
              <a:spcAft>
                <a:spcPct val="0"/>
              </a:spcAft>
              <a:buClr>
                <a:srgbClr val="800080"/>
              </a:buClr>
              <a:buSzPct val="55000"/>
              <a:buFont typeface="Wingdings" panose="05000000000000000000" pitchFamily="2" charset="2"/>
              <a:buChar char="n"/>
              <a:defRPr/>
            </a:pPr>
            <a:r>
              <a:rPr lang="zh-CN" altLang="en-US" sz="2900" kern="0" noProof="0">
                <a:ln>
                  <a:noFill/>
                </a:ln>
                <a:effectLst>
                  <a:outerShdw blurRad="38100" dist="38100" dir="2700000" algn="tl">
                    <a:srgbClr val="C0C0C0"/>
                  </a:outerShdw>
                </a:effectLst>
                <a:uLnTx/>
                <a:uFillTx/>
                <a:latin typeface="+mn-ea"/>
                <a:cs typeface="+mn-ea"/>
                <a:sym typeface="+mn-ea"/>
              </a:rPr>
              <a:t>行为建模：描述系统中各个组成部分的交互和行为</a:t>
            </a:r>
            <a:endParaRPr lang="zh-CN" altLang="en-US" sz="2900" kern="0" noProof="0">
              <a:ln>
                <a:noFill/>
              </a:ln>
              <a:effectLst>
                <a:outerShdw blurRad="38100" dist="38100" dir="2700000" algn="tl">
                  <a:srgbClr val="C0C0C0"/>
                </a:outerShdw>
              </a:effectLst>
              <a:uLnTx/>
              <a:uFillTx/>
              <a:latin typeface="+mn-ea"/>
              <a:cs typeface="+mn-ea"/>
              <a:sym typeface="+mn-ea"/>
            </a:endParaRPr>
          </a:p>
          <a:p>
            <a:pPr marL="342900" marR="0" lvl="0" indent="-342900" algn="l" defTabSz="914400" rtl="0" eaLnBrk="1" fontAlgn="base" latinLnBrk="0" hangingPunct="1">
              <a:lnSpc>
                <a:spcPct val="110000"/>
              </a:lnSpc>
              <a:spcBef>
                <a:spcPct val="20000"/>
              </a:spcBef>
              <a:spcAft>
                <a:spcPct val="0"/>
              </a:spcAft>
              <a:buClr>
                <a:srgbClr val="800080"/>
              </a:buClr>
              <a:buSzPct val="55000"/>
              <a:buFont typeface="Wingdings" panose="05000000000000000000" pitchFamily="2" charset="2"/>
              <a:buChar char="n"/>
              <a:defRPr/>
            </a:pPr>
            <a:r>
              <a:rPr lang="zh-CN" altLang="en-US" sz="2900" kern="0" noProof="0">
                <a:ln>
                  <a:noFill/>
                </a:ln>
                <a:effectLst>
                  <a:outerShdw blurRad="38100" dist="38100" dir="2700000" algn="tl">
                    <a:srgbClr val="C0C0C0"/>
                  </a:outerShdw>
                </a:effectLst>
                <a:uLnTx/>
                <a:uFillTx/>
                <a:latin typeface="+mn-ea"/>
                <a:cs typeface="+mn-ea"/>
                <a:sym typeface="+mn-ea"/>
              </a:rPr>
              <a:t>行为模型主要用于帮助开发人员在设计系统时明确各个组成部分之间的交互关系和行为规则，进而实现系统的设计、开发、测试和维护</a:t>
            </a:r>
            <a:endParaRPr lang="zh-CN" altLang="en-US" sz="2900" kern="0" noProof="0">
              <a:ln>
                <a:noFill/>
              </a:ln>
              <a:effectLst>
                <a:outerShdw blurRad="38100" dist="38100" dir="2700000" algn="tl">
                  <a:srgbClr val="C0C0C0"/>
                </a:outerShdw>
              </a:effectLst>
              <a:uLnTx/>
              <a:uFillTx/>
              <a:latin typeface="+mn-ea"/>
              <a:cs typeface="+mn-ea"/>
              <a:sym typeface="+mn-ea"/>
            </a:endParaRPr>
          </a:p>
          <a:p>
            <a:pPr marL="342900" marR="0" lvl="0" indent="-342900" algn="l" defTabSz="914400" rtl="0" eaLnBrk="1" fontAlgn="base" latinLnBrk="0" hangingPunct="1">
              <a:lnSpc>
                <a:spcPct val="110000"/>
              </a:lnSpc>
              <a:spcBef>
                <a:spcPct val="20000"/>
              </a:spcBef>
              <a:spcAft>
                <a:spcPct val="0"/>
              </a:spcAft>
              <a:buClr>
                <a:srgbClr val="800080"/>
              </a:buClr>
              <a:buSzPct val="55000"/>
              <a:buFont typeface="Wingdings" panose="05000000000000000000" pitchFamily="2" charset="2"/>
              <a:buChar char="n"/>
              <a:defRPr/>
            </a:pPr>
            <a:r>
              <a:rPr lang="zh-CN" altLang="en-US" sz="2900" kern="0" noProof="0">
                <a:ln>
                  <a:noFill/>
                </a:ln>
                <a:effectLst>
                  <a:outerShdw blurRad="38100" dist="38100" dir="2700000" algn="tl">
                    <a:srgbClr val="C0C0C0"/>
                  </a:outerShdw>
                </a:effectLst>
                <a:uLnTx/>
                <a:uFillTx/>
                <a:latin typeface="+mn-ea"/>
                <a:cs typeface="+mn-ea"/>
                <a:sym typeface="+mn-ea"/>
              </a:rPr>
              <a:t>行为、功能、数据三种模型通常会相互交叉使用，从不同的角度描述软件系统。</a:t>
            </a:r>
            <a:endParaRPr lang="zh-CN" altLang="en-US" sz="2900" kern="0" noProof="0">
              <a:ln>
                <a:noFill/>
              </a:ln>
              <a:effectLst>
                <a:outerShdw blurRad="38100" dist="38100" dir="2700000" algn="tl">
                  <a:srgbClr val="C0C0C0"/>
                </a:outerShdw>
              </a:effectLst>
              <a:uLnTx/>
              <a:uFillTx/>
              <a:latin typeface="+mn-ea"/>
              <a:cs typeface="+mn-ea"/>
              <a:sym typeface="+mn-ea"/>
            </a:endParaRPr>
          </a:p>
          <a:p>
            <a:pPr marL="342900" marR="0" lvl="0" indent="-342900" algn="l" defTabSz="914400" rtl="0" eaLnBrk="1" fontAlgn="base" latinLnBrk="0" hangingPunct="1">
              <a:lnSpc>
                <a:spcPct val="110000"/>
              </a:lnSpc>
              <a:spcBef>
                <a:spcPct val="20000"/>
              </a:spcBef>
              <a:spcAft>
                <a:spcPct val="0"/>
              </a:spcAft>
              <a:buClr>
                <a:srgbClr val="800080"/>
              </a:buClr>
              <a:buSzPct val="55000"/>
              <a:buFont typeface="Wingdings" panose="05000000000000000000" pitchFamily="2" charset="2"/>
              <a:buChar char="n"/>
              <a:defRPr/>
            </a:pPr>
            <a:r>
              <a:rPr lang="zh-CN" altLang="en-US" sz="2900" kern="0" noProof="0">
                <a:ln>
                  <a:noFill/>
                </a:ln>
                <a:effectLst>
                  <a:outerShdw blurRad="38100" dist="38100" dir="2700000" algn="tl">
                    <a:srgbClr val="C0C0C0"/>
                  </a:outerShdw>
                </a:effectLst>
                <a:uLnTx/>
                <a:uFillTx/>
                <a:latin typeface="+mn-ea"/>
                <a:cs typeface="+mn-ea"/>
                <a:sym typeface="+mn-ea"/>
              </a:rPr>
              <a:t>例如，在开发一个新的电商平台时，可以使用数据模型描述商品、用户和订单等数据的结构和关系，使用功能模型描述系统的购物流程和支付过程，使用行为模型描述用户和系统之间的交互和行为规则。这些模型相互补充，可以帮助开发人员更好地理解和把握软件系统的本质，提高软件的质量和效率。</a:t>
            </a:r>
            <a:endParaRPr lang="zh-CN" altLang="en-US" sz="2900" kern="0" noProof="0">
              <a:ln>
                <a:noFill/>
              </a:ln>
              <a:effectLst>
                <a:outerShdw blurRad="38100" dist="38100" dir="2700000" algn="tl">
                  <a:srgbClr val="C0C0C0"/>
                </a:outerShdw>
              </a:effectLst>
              <a:uLnTx/>
              <a:uFillTx/>
              <a:latin typeface="+mn-ea"/>
              <a:cs typeface="+mn-ea"/>
              <a:sym typeface="+mn-ea"/>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宋体" panose="02010600030101010101" pitchFamily="2" charset="-122"/>
                <a:cs typeface="Times New Roman" panose="02020603050405020304" pitchFamily="18" charset="0"/>
              </a:rPr>
              <a:t>2.1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结构化分析</a:t>
            </a:r>
            <a:endPar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13316"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
        <p:nvSpPr>
          <p:cNvPr id="47106" name="Rectangle 2"/>
          <p:cNvSpPr>
            <a:spLocks noGrp="1" noChangeArrowheads="1"/>
          </p:cNvSpPr>
          <p:nvPr>
            <p:ph idx="1"/>
          </p:nvPr>
        </p:nvSpPr>
        <p:spPr>
          <a:xfrm>
            <a:off x="762000" y="1582420"/>
            <a:ext cx="7584440" cy="4870450"/>
          </a:xfrm>
        </p:spPr>
        <p:txBody>
          <a:bodyPr vert="horz" wrap="square" lIns="91440" tIns="45720" rIns="91440" bIns="45720" numCol="1" anchor="t" anchorCtr="0" compatLnSpc="1">
            <a:normAutofit fontScale="77500" lnSpcReduction="20000"/>
          </a:bodyPr>
          <a:lstStyle/>
          <a:p>
            <a:pPr marL="0" marR="0" lvl="0" indent="0" algn="l" defTabSz="914400" rtl="0" eaLnBrk="1" fontAlgn="base" latinLnBrk="0" hangingPunct="1">
              <a:lnSpc>
                <a:spcPct val="110000"/>
              </a:lnSpc>
              <a:spcBef>
                <a:spcPct val="20000"/>
              </a:spcBef>
              <a:spcAft>
                <a:spcPct val="0"/>
              </a:spcAft>
              <a:buClr>
                <a:srgbClr val="800080"/>
              </a:buClr>
              <a:buSzPct val="55000"/>
              <a:buFont typeface="Wingdings" panose="05000000000000000000" pitchFamily="2" charset="2"/>
              <a:buNone/>
              <a:defRPr/>
            </a:pPr>
            <a:r>
              <a:rPr lang="zh-CN" altLang="en-US" sz="2800" u="sng" kern="0" noProof="0">
                <a:ln>
                  <a:noFill/>
                </a:ln>
                <a:solidFill>
                  <a:srgbClr val="0070C0"/>
                </a:solidFill>
                <a:effectLst>
                  <a:outerShdw blurRad="38100" dist="38100" dir="2700000" algn="tl">
                    <a:srgbClr val="C0C0C0"/>
                  </a:outerShdw>
                </a:effectLst>
                <a:uLnTx/>
                <a:uFillTx/>
                <a:latin typeface="+mn-ea"/>
                <a:cs typeface="+mn-ea"/>
                <a:sym typeface="+mn-ea"/>
              </a:rPr>
              <a:t>行为建模与</a:t>
            </a:r>
            <a:r>
              <a:rPr lang="zh-CN" altLang="en-US" sz="2800" u="sng" kern="0" noProof="0">
                <a:ln>
                  <a:noFill/>
                </a:ln>
                <a:solidFill>
                  <a:srgbClr val="0070C0"/>
                </a:solidFill>
                <a:effectLst>
                  <a:outerShdw blurRad="38100" dist="38100" dir="2700000" algn="tl">
                    <a:srgbClr val="C0C0C0"/>
                  </a:outerShdw>
                </a:effectLst>
                <a:uLnTx/>
                <a:uFillTx/>
                <a:latin typeface="Times New Roman Regular" panose="02020603050405020304" charset="0"/>
                <a:cs typeface="Times New Roman Regular" panose="02020603050405020304" charset="0"/>
                <a:sym typeface="+mn-ea"/>
              </a:rPr>
              <a:t>状态</a:t>
            </a:r>
            <a:r>
              <a:rPr lang="en-US" altLang="zh-CN" sz="2800" u="sng" kern="0" noProof="0">
                <a:ln>
                  <a:noFill/>
                </a:ln>
                <a:solidFill>
                  <a:srgbClr val="0070C0"/>
                </a:solidFill>
                <a:effectLst>
                  <a:outerShdw blurRad="38100" dist="38100" dir="2700000" algn="tl">
                    <a:srgbClr val="C0C0C0"/>
                  </a:outerShdw>
                </a:effectLst>
                <a:uLnTx/>
                <a:uFillTx/>
                <a:latin typeface="Times New Roman Regular" panose="02020603050405020304" charset="0"/>
                <a:cs typeface="Times New Roman Regular" panose="02020603050405020304" charset="0"/>
                <a:sym typeface="+mn-ea"/>
              </a:rPr>
              <a:t>-</a:t>
            </a:r>
            <a:r>
              <a:rPr lang="zh-CN" altLang="en-US" sz="2800" u="sng" kern="0" noProof="0">
                <a:ln>
                  <a:noFill/>
                </a:ln>
                <a:solidFill>
                  <a:srgbClr val="0070C0"/>
                </a:solidFill>
                <a:effectLst>
                  <a:outerShdw blurRad="38100" dist="38100" dir="2700000" algn="tl">
                    <a:srgbClr val="C0C0C0"/>
                  </a:outerShdw>
                </a:effectLst>
                <a:uLnTx/>
                <a:uFillTx/>
                <a:latin typeface="Times New Roman Regular" panose="02020603050405020304" charset="0"/>
                <a:cs typeface="Times New Roman Regular" panose="02020603050405020304" charset="0"/>
                <a:sym typeface="+mn-ea"/>
              </a:rPr>
              <a:t>迁移</a:t>
            </a:r>
            <a:r>
              <a:rPr lang="zh-CN" altLang="en-US" sz="2800" u="sng" kern="0" noProof="0">
                <a:ln>
                  <a:noFill/>
                </a:ln>
                <a:solidFill>
                  <a:srgbClr val="0070C0"/>
                </a:solidFill>
                <a:effectLst>
                  <a:outerShdw blurRad="38100" dist="38100" dir="2700000" algn="tl">
                    <a:srgbClr val="C0C0C0"/>
                  </a:outerShdw>
                </a:effectLst>
                <a:uLnTx/>
                <a:uFillTx/>
                <a:latin typeface="+mn-ea"/>
                <a:cs typeface="+mn-ea"/>
                <a:sym typeface="+mn-ea"/>
              </a:rPr>
              <a:t>图</a:t>
            </a:r>
            <a:endParaRPr lang="zh-CN" altLang="en-US" sz="2800" kern="0" noProof="0">
              <a:ln>
                <a:noFill/>
              </a:ln>
              <a:effectLst>
                <a:outerShdw blurRad="38100" dist="38100" dir="2700000" algn="tl">
                  <a:srgbClr val="C0C0C0"/>
                </a:outerShdw>
              </a:effectLst>
              <a:uLnTx/>
              <a:uFillTx/>
              <a:latin typeface="+mn-ea"/>
              <a:cs typeface="+mn-ea"/>
              <a:sym typeface="+mn-ea"/>
            </a:endParaRPr>
          </a:p>
          <a:p>
            <a:pPr marL="342900" marR="0" lvl="0" indent="-342900" algn="l" defTabSz="914400" rtl="0" eaLnBrk="1" fontAlgn="base" latinLnBrk="0" hangingPunct="1">
              <a:lnSpc>
                <a:spcPct val="110000"/>
              </a:lnSpc>
              <a:spcBef>
                <a:spcPct val="20000"/>
              </a:spcBef>
              <a:spcAft>
                <a:spcPct val="0"/>
              </a:spcAft>
              <a:buClr>
                <a:srgbClr val="800080"/>
              </a:buClr>
              <a:buSzPct val="55000"/>
              <a:buFont typeface="Wingdings" panose="05000000000000000000" pitchFamily="2" charset="2"/>
              <a:buChar char="n"/>
              <a:defRPr/>
            </a:pPr>
            <a:r>
              <a:rPr lang="zh-CN" altLang="en-US" sz="2900" kern="0" noProof="0">
                <a:ln>
                  <a:noFill/>
                </a:ln>
                <a:effectLst>
                  <a:outerShdw blurRad="38100" dist="38100" dir="2700000" algn="tl">
                    <a:srgbClr val="C0C0C0"/>
                  </a:outerShdw>
                </a:effectLst>
                <a:uLnTx/>
                <a:uFillTx/>
                <a:latin typeface="+mn-ea"/>
                <a:cs typeface="+mn-ea"/>
                <a:sym typeface="+mn-ea"/>
              </a:rPr>
              <a:t>行为模型常用状态</a:t>
            </a:r>
            <a:r>
              <a:rPr lang="en-US" altLang="zh-CN" sz="2900" kern="0" noProof="0">
                <a:ln>
                  <a:noFill/>
                </a:ln>
                <a:effectLst>
                  <a:outerShdw blurRad="38100" dist="38100" dir="2700000" algn="tl">
                    <a:srgbClr val="C0C0C0"/>
                  </a:outerShdw>
                </a:effectLst>
                <a:uLnTx/>
                <a:uFillTx/>
                <a:latin typeface="+mn-ea"/>
                <a:cs typeface="+mn-ea"/>
                <a:sym typeface="+mn-ea"/>
              </a:rPr>
              <a:t>-</a:t>
            </a:r>
            <a:r>
              <a:rPr lang="zh-CN" altLang="en-US" sz="2900" kern="0" noProof="0">
                <a:ln>
                  <a:noFill/>
                </a:ln>
                <a:effectLst>
                  <a:outerShdw blurRad="38100" dist="38100" dir="2700000" algn="tl">
                    <a:srgbClr val="C0C0C0"/>
                  </a:outerShdw>
                </a:effectLst>
                <a:uLnTx/>
                <a:uFillTx/>
                <a:latin typeface="+mn-ea"/>
                <a:cs typeface="+mn-ea"/>
                <a:sym typeface="+mn-ea"/>
              </a:rPr>
              <a:t>迁移图或状态机图表示。</a:t>
            </a:r>
            <a:endParaRPr lang="zh-CN" altLang="en-US" sz="2900" kern="0" noProof="0">
              <a:ln>
                <a:noFill/>
              </a:ln>
              <a:effectLst>
                <a:outerShdw blurRad="38100" dist="38100" dir="2700000" algn="tl">
                  <a:srgbClr val="C0C0C0"/>
                </a:outerShdw>
              </a:effectLst>
              <a:uLnTx/>
              <a:uFillTx/>
              <a:latin typeface="+mn-ea"/>
              <a:cs typeface="+mn-ea"/>
              <a:sym typeface="+mn-ea"/>
            </a:endParaRPr>
          </a:p>
          <a:p>
            <a:pPr marL="342900" marR="0" lvl="0" indent="-342900" algn="l" defTabSz="914400" rtl="0" eaLnBrk="1" fontAlgn="base" latinLnBrk="0" hangingPunct="1">
              <a:lnSpc>
                <a:spcPct val="110000"/>
              </a:lnSpc>
              <a:spcBef>
                <a:spcPct val="20000"/>
              </a:spcBef>
              <a:spcAft>
                <a:spcPct val="0"/>
              </a:spcAft>
              <a:buClr>
                <a:srgbClr val="800080"/>
              </a:buClr>
              <a:buSzPct val="55000"/>
              <a:buFont typeface="Wingdings" panose="05000000000000000000" pitchFamily="2" charset="2"/>
              <a:buChar char="n"/>
              <a:defRPr/>
            </a:pPr>
            <a:endParaRPr lang="zh-CN" altLang="en-US" sz="2900" kern="0" noProof="0">
              <a:ln>
                <a:noFill/>
              </a:ln>
              <a:effectLst>
                <a:outerShdw blurRad="38100" dist="38100" dir="2700000" algn="tl">
                  <a:srgbClr val="C0C0C0"/>
                </a:outerShdw>
              </a:effectLst>
              <a:uLnTx/>
              <a:uFillTx/>
              <a:latin typeface="+mn-ea"/>
              <a:cs typeface="+mn-ea"/>
              <a:sym typeface="+mn-ea"/>
            </a:endParaRPr>
          </a:p>
          <a:p>
            <a:pPr marL="342900" marR="0" lvl="0" indent="-342900" algn="l" defTabSz="914400" rtl="0" eaLnBrk="1" fontAlgn="base" latinLnBrk="0" hangingPunct="1">
              <a:lnSpc>
                <a:spcPct val="110000"/>
              </a:lnSpc>
              <a:spcBef>
                <a:spcPct val="20000"/>
              </a:spcBef>
              <a:spcAft>
                <a:spcPct val="0"/>
              </a:spcAft>
              <a:buClr>
                <a:srgbClr val="800080"/>
              </a:buClr>
              <a:buSzPct val="55000"/>
              <a:buFont typeface="Wingdings" panose="05000000000000000000" pitchFamily="2" charset="2"/>
              <a:buChar char="n"/>
              <a:defRPr/>
            </a:pPr>
            <a:r>
              <a:rPr lang="zh-CN" altLang="en-US" sz="2900" kern="0" noProof="0">
                <a:ln>
                  <a:noFill/>
                </a:ln>
                <a:effectLst>
                  <a:outerShdw blurRad="38100" dist="38100" dir="2700000" algn="tl">
                    <a:srgbClr val="C0C0C0"/>
                  </a:outerShdw>
                </a:effectLst>
                <a:uLnTx/>
                <a:uFillTx/>
                <a:latin typeface="+mn-ea"/>
                <a:cs typeface="+mn-ea"/>
                <a:sym typeface="+mn-ea"/>
              </a:rPr>
              <a:t>状态转换图（State Transition Diagram）是一种描述系统状态和状态之间转移的图形化工具，它描述了系统在不同时间和不同事件下，从一个状态转移到另一个状态的过程。</a:t>
            </a:r>
            <a:endParaRPr lang="zh-CN" altLang="en-US" sz="2900" kern="0" noProof="0">
              <a:ln>
                <a:noFill/>
              </a:ln>
              <a:effectLst>
                <a:outerShdw blurRad="38100" dist="38100" dir="2700000" algn="tl">
                  <a:srgbClr val="C0C0C0"/>
                </a:outerShdw>
              </a:effectLst>
              <a:uLnTx/>
              <a:uFillTx/>
              <a:latin typeface="+mn-ea"/>
              <a:cs typeface="+mn-ea"/>
              <a:sym typeface="+mn-ea"/>
            </a:endParaRPr>
          </a:p>
          <a:p>
            <a:pPr marL="342900" marR="0" lvl="0" indent="-342900" algn="l" defTabSz="914400" rtl="0" eaLnBrk="1" fontAlgn="base" latinLnBrk="0" hangingPunct="1">
              <a:lnSpc>
                <a:spcPct val="110000"/>
              </a:lnSpc>
              <a:spcBef>
                <a:spcPct val="20000"/>
              </a:spcBef>
              <a:spcAft>
                <a:spcPct val="0"/>
              </a:spcAft>
              <a:buClr>
                <a:srgbClr val="800080"/>
              </a:buClr>
              <a:buSzPct val="55000"/>
              <a:buFont typeface="Wingdings" panose="05000000000000000000" pitchFamily="2" charset="2"/>
              <a:buChar char="n"/>
              <a:defRPr/>
            </a:pPr>
            <a:endParaRPr lang="zh-CN" altLang="en-US" sz="2900" kern="0" noProof="0">
              <a:ln>
                <a:noFill/>
              </a:ln>
              <a:effectLst>
                <a:outerShdw blurRad="38100" dist="38100" dir="2700000" algn="tl">
                  <a:srgbClr val="C0C0C0"/>
                </a:outerShdw>
              </a:effectLst>
              <a:uLnTx/>
              <a:uFillTx/>
              <a:latin typeface="+mn-ea"/>
              <a:cs typeface="+mn-ea"/>
              <a:sym typeface="+mn-ea"/>
            </a:endParaRPr>
          </a:p>
          <a:p>
            <a:pPr marL="342900" marR="0" lvl="0" indent="-342900" algn="l" defTabSz="914400" rtl="0" eaLnBrk="1" fontAlgn="base" latinLnBrk="0" hangingPunct="1">
              <a:lnSpc>
                <a:spcPct val="110000"/>
              </a:lnSpc>
              <a:spcBef>
                <a:spcPct val="20000"/>
              </a:spcBef>
              <a:spcAft>
                <a:spcPct val="0"/>
              </a:spcAft>
              <a:buClr>
                <a:srgbClr val="800080"/>
              </a:buClr>
              <a:buSzPct val="55000"/>
              <a:buFont typeface="Wingdings" panose="05000000000000000000" pitchFamily="2" charset="2"/>
              <a:buChar char="n"/>
              <a:defRPr/>
            </a:pPr>
            <a:r>
              <a:rPr lang="zh-CN" altLang="en-US" sz="2900" kern="0" noProof="0">
                <a:ln>
                  <a:noFill/>
                </a:ln>
                <a:effectLst>
                  <a:outerShdw blurRad="38100" dist="38100" dir="2700000" algn="tl">
                    <a:srgbClr val="C0C0C0"/>
                  </a:outerShdw>
                </a:effectLst>
                <a:uLnTx/>
                <a:uFillTx/>
                <a:latin typeface="+mn-ea"/>
                <a:cs typeface="+mn-ea"/>
                <a:sym typeface="+mn-ea"/>
              </a:rPr>
              <a:t>状态转换图由状态、转移和事件组成。</a:t>
            </a:r>
            <a:endParaRPr lang="zh-CN" altLang="en-US" sz="2900" kern="0" noProof="0">
              <a:ln>
                <a:noFill/>
              </a:ln>
              <a:effectLst>
                <a:outerShdw blurRad="38100" dist="38100" dir="2700000" algn="tl">
                  <a:srgbClr val="C0C0C0"/>
                </a:outerShdw>
              </a:effectLst>
              <a:uLnTx/>
              <a:uFillTx/>
              <a:latin typeface="+mn-ea"/>
              <a:cs typeface="+mn-ea"/>
              <a:sym typeface="+mn-ea"/>
            </a:endParaRPr>
          </a:p>
          <a:p>
            <a:pPr marL="342900" marR="0" lvl="0" indent="-342900" algn="l" defTabSz="914400" rtl="0" eaLnBrk="1" fontAlgn="base" latinLnBrk="0" hangingPunct="1">
              <a:lnSpc>
                <a:spcPct val="110000"/>
              </a:lnSpc>
              <a:spcBef>
                <a:spcPct val="20000"/>
              </a:spcBef>
              <a:spcAft>
                <a:spcPct val="0"/>
              </a:spcAft>
              <a:buClr>
                <a:srgbClr val="800080"/>
              </a:buClr>
              <a:buSzPct val="55000"/>
              <a:buFont typeface="Wingdings" panose="05000000000000000000" pitchFamily="2" charset="2"/>
              <a:buChar char="n"/>
              <a:defRPr/>
            </a:pPr>
            <a:r>
              <a:rPr lang="zh-CN" altLang="en-US" sz="2900" kern="0" noProof="0">
                <a:ln>
                  <a:noFill/>
                </a:ln>
                <a:effectLst>
                  <a:outerShdw blurRad="38100" dist="38100" dir="2700000" algn="tl">
                    <a:srgbClr val="C0C0C0"/>
                  </a:outerShdw>
                </a:effectLst>
                <a:uLnTx/>
                <a:uFillTx/>
                <a:latin typeface="+mn-ea"/>
                <a:cs typeface="+mn-ea"/>
                <a:sym typeface="+mn-ea"/>
              </a:rPr>
              <a:t>状态是系统的某个状态，比如“空闲状态”、“工作状态”等；</a:t>
            </a:r>
            <a:endParaRPr lang="zh-CN" altLang="en-US" sz="2900" kern="0" noProof="0">
              <a:ln>
                <a:noFill/>
              </a:ln>
              <a:effectLst>
                <a:outerShdw blurRad="38100" dist="38100" dir="2700000" algn="tl">
                  <a:srgbClr val="C0C0C0"/>
                </a:outerShdw>
              </a:effectLst>
              <a:uLnTx/>
              <a:uFillTx/>
              <a:latin typeface="+mn-ea"/>
              <a:cs typeface="+mn-ea"/>
              <a:sym typeface="+mn-ea"/>
            </a:endParaRPr>
          </a:p>
          <a:p>
            <a:pPr marL="342900" marR="0" lvl="0" indent="-342900" algn="l" defTabSz="914400" rtl="0" eaLnBrk="1" fontAlgn="base" latinLnBrk="0" hangingPunct="1">
              <a:lnSpc>
                <a:spcPct val="110000"/>
              </a:lnSpc>
              <a:spcBef>
                <a:spcPct val="20000"/>
              </a:spcBef>
              <a:spcAft>
                <a:spcPct val="0"/>
              </a:spcAft>
              <a:buClr>
                <a:srgbClr val="800080"/>
              </a:buClr>
              <a:buSzPct val="55000"/>
              <a:buFont typeface="Wingdings" panose="05000000000000000000" pitchFamily="2" charset="2"/>
              <a:buChar char="n"/>
              <a:defRPr/>
            </a:pPr>
            <a:r>
              <a:rPr lang="zh-CN" altLang="en-US" sz="2900" kern="0" noProof="0">
                <a:ln>
                  <a:noFill/>
                </a:ln>
                <a:effectLst>
                  <a:outerShdw blurRad="38100" dist="38100" dir="2700000" algn="tl">
                    <a:srgbClr val="C0C0C0"/>
                  </a:outerShdw>
                </a:effectLst>
                <a:uLnTx/>
                <a:uFillTx/>
                <a:latin typeface="+mn-ea"/>
                <a:cs typeface="+mn-ea"/>
                <a:sym typeface="+mn-ea"/>
              </a:rPr>
              <a:t>转移表示从一个状态转移到另一个状态的动作或过程；</a:t>
            </a:r>
            <a:endParaRPr lang="zh-CN" altLang="en-US" sz="2900" kern="0" noProof="0">
              <a:ln>
                <a:noFill/>
              </a:ln>
              <a:effectLst>
                <a:outerShdw blurRad="38100" dist="38100" dir="2700000" algn="tl">
                  <a:srgbClr val="C0C0C0"/>
                </a:outerShdw>
              </a:effectLst>
              <a:uLnTx/>
              <a:uFillTx/>
              <a:latin typeface="+mn-ea"/>
              <a:cs typeface="+mn-ea"/>
              <a:sym typeface="+mn-ea"/>
            </a:endParaRPr>
          </a:p>
          <a:p>
            <a:pPr marL="342900" marR="0" lvl="0" indent="-342900" algn="l" defTabSz="914400" rtl="0" eaLnBrk="1" fontAlgn="base" latinLnBrk="0" hangingPunct="1">
              <a:lnSpc>
                <a:spcPct val="110000"/>
              </a:lnSpc>
              <a:spcBef>
                <a:spcPct val="20000"/>
              </a:spcBef>
              <a:spcAft>
                <a:spcPct val="0"/>
              </a:spcAft>
              <a:buClr>
                <a:srgbClr val="800080"/>
              </a:buClr>
              <a:buSzPct val="55000"/>
              <a:buFont typeface="Wingdings" panose="05000000000000000000" pitchFamily="2" charset="2"/>
              <a:buChar char="n"/>
              <a:defRPr/>
            </a:pPr>
            <a:r>
              <a:rPr lang="zh-CN" altLang="en-US" sz="2900" kern="0" noProof="0">
                <a:ln>
                  <a:noFill/>
                </a:ln>
                <a:effectLst>
                  <a:outerShdw blurRad="38100" dist="38100" dir="2700000" algn="tl">
                    <a:srgbClr val="C0C0C0"/>
                  </a:outerShdw>
                </a:effectLst>
                <a:uLnTx/>
                <a:uFillTx/>
                <a:latin typeface="+mn-ea"/>
                <a:cs typeface="+mn-ea"/>
                <a:sym typeface="+mn-ea"/>
              </a:rPr>
              <a:t>事件表示触发状态转移的事件或条件。</a:t>
            </a:r>
            <a:endParaRPr lang="zh-CN" altLang="en-US" sz="2900" kern="0" noProof="0">
              <a:ln>
                <a:noFill/>
              </a:ln>
              <a:effectLst>
                <a:outerShdw blurRad="38100" dist="38100" dir="2700000" algn="tl">
                  <a:srgbClr val="C0C0C0"/>
                </a:outerShdw>
              </a:effectLst>
              <a:uLnTx/>
              <a:uFillTx/>
              <a:latin typeface="+mn-ea"/>
              <a:cs typeface="+mn-ea"/>
              <a:sym typeface="+mn-ea"/>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宋体" panose="02010600030101010101" pitchFamily="2" charset="-122"/>
                <a:cs typeface="Times New Roman" panose="02020603050405020304" pitchFamily="18" charset="0"/>
              </a:rPr>
              <a:t>2.2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结构化设计</a:t>
            </a:r>
            <a:endPar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13316"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
        <p:nvSpPr>
          <p:cNvPr id="47106" name="Rectangle 2"/>
          <p:cNvSpPr>
            <a:spLocks noGrp="1" noChangeArrowheads="1"/>
          </p:cNvSpPr>
          <p:nvPr>
            <p:ph idx="1"/>
          </p:nvPr>
        </p:nvSpPr>
        <p:spPr>
          <a:xfrm>
            <a:off x="762000" y="1582420"/>
            <a:ext cx="7584440" cy="4870450"/>
          </a:xfrm>
        </p:spPr>
        <p:txBody>
          <a:bodyPr vert="horz" wrap="square" lIns="91440" tIns="45720" rIns="91440" bIns="45720" numCol="1" anchor="t" anchorCtr="0" compatLnSpc="1">
            <a:normAutofit/>
          </a:bodyPr>
          <a:lstStyle/>
          <a:p>
            <a:pPr eaLnBrk="1" hangingPunct="1">
              <a:lnSpc>
                <a:spcPct val="90000"/>
              </a:lnSpc>
            </a:pPr>
            <a:r>
              <a:rPr lang="zh-CN" altLang="en-US" sz="2800" dirty="0">
                <a:sym typeface="+mn-ea"/>
              </a:rPr>
              <a:t>回答</a:t>
            </a:r>
            <a:r>
              <a:rPr lang="en-US" altLang="zh-CN" sz="2800" dirty="0">
                <a:sym typeface="+mn-ea"/>
              </a:rPr>
              <a:t>How to do?</a:t>
            </a:r>
            <a:endParaRPr lang="en-US" altLang="zh-CN" sz="2800" dirty="0">
              <a:sym typeface="+mn-ea"/>
            </a:endParaRPr>
          </a:p>
          <a:p>
            <a:pPr eaLnBrk="1" hangingPunct="1">
              <a:lnSpc>
                <a:spcPct val="90000"/>
              </a:lnSpc>
            </a:pPr>
            <a:r>
              <a:rPr lang="zh-CN" altLang="en-US" sz="2800" dirty="0">
                <a:sym typeface="+mn-ea"/>
              </a:rPr>
              <a:t>结构化设计方法是在模块化思想、自顶向下逐步细化原则和结构化程序设计的基础上发展起来的。</a:t>
            </a:r>
            <a:endParaRPr lang="en-US" altLang="zh-CN" sz="2800" dirty="0"/>
          </a:p>
          <a:p>
            <a:pPr eaLnBrk="1" hangingPunct="1">
              <a:lnSpc>
                <a:spcPct val="90000"/>
              </a:lnSpc>
            </a:pPr>
            <a:r>
              <a:rPr lang="zh-CN" altLang="en-US" sz="2800" dirty="0">
                <a:sym typeface="+mn-ea"/>
              </a:rPr>
              <a:t>可以分为概要设计、详细设计</a:t>
            </a:r>
            <a:endParaRPr lang="zh-CN" altLang="en-US" sz="2800" dirty="0"/>
          </a:p>
          <a:p>
            <a:pPr eaLnBrk="1" hangingPunct="1">
              <a:lnSpc>
                <a:spcPct val="90000"/>
              </a:lnSpc>
            </a:pPr>
            <a:r>
              <a:rPr lang="zh-CN" altLang="en-US" sz="2800" dirty="0">
                <a:sym typeface="+mn-ea"/>
              </a:rPr>
              <a:t>软件设计包括</a:t>
            </a:r>
            <a:endParaRPr lang="zh-CN" altLang="en-US" sz="2800" dirty="0"/>
          </a:p>
          <a:p>
            <a:pPr lvl="1" eaLnBrk="1" hangingPunct="1">
              <a:lnSpc>
                <a:spcPct val="90000"/>
              </a:lnSpc>
            </a:pPr>
            <a:r>
              <a:rPr lang="zh-CN" altLang="en-US" sz="2800" dirty="0">
                <a:sym typeface="+mn-ea"/>
              </a:rPr>
              <a:t>数据设计</a:t>
            </a:r>
            <a:endParaRPr lang="zh-CN" altLang="en-US" sz="2800" dirty="0"/>
          </a:p>
          <a:p>
            <a:pPr lvl="1" eaLnBrk="1" hangingPunct="1">
              <a:lnSpc>
                <a:spcPct val="90000"/>
              </a:lnSpc>
            </a:pPr>
            <a:r>
              <a:rPr lang="zh-CN" altLang="en-US" sz="2800" dirty="0">
                <a:sym typeface="+mn-ea"/>
              </a:rPr>
              <a:t>体系结构设计</a:t>
            </a:r>
            <a:endParaRPr lang="zh-CN" altLang="en-US" sz="2800" dirty="0"/>
          </a:p>
          <a:p>
            <a:pPr lvl="1" eaLnBrk="1" hangingPunct="1">
              <a:lnSpc>
                <a:spcPct val="90000"/>
              </a:lnSpc>
            </a:pPr>
            <a:r>
              <a:rPr lang="zh-CN" altLang="en-US" sz="2800" dirty="0">
                <a:sym typeface="+mn-ea"/>
              </a:rPr>
              <a:t>接口设计</a:t>
            </a:r>
            <a:endParaRPr lang="zh-CN" altLang="en-US" sz="2800" dirty="0"/>
          </a:p>
          <a:p>
            <a:pPr lvl="1" eaLnBrk="1" hangingPunct="1">
              <a:lnSpc>
                <a:spcPct val="90000"/>
              </a:lnSpc>
            </a:pPr>
            <a:r>
              <a:rPr lang="zh-CN" altLang="en-US" sz="2800" dirty="0">
                <a:sym typeface="+mn-ea"/>
              </a:rPr>
              <a:t>过程设计</a:t>
            </a:r>
            <a:endParaRPr lang="zh-CN" altLang="en-US" sz="2900" kern="0" noProof="0" dirty="0">
              <a:ln>
                <a:noFill/>
              </a:ln>
              <a:effectLst>
                <a:outerShdw blurRad="38100" dist="38100" dir="2700000" algn="tl">
                  <a:srgbClr val="C0C0C0"/>
                </a:outerShdw>
              </a:effectLst>
              <a:uLnTx/>
              <a:uFillTx/>
              <a:latin typeface="+mn-ea"/>
              <a:cs typeface="+mn-ea"/>
              <a:sym typeface="+mn-ea"/>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宋体" panose="02010600030101010101" pitchFamily="2" charset="-122"/>
                <a:cs typeface="Times New Roman" panose="02020603050405020304" pitchFamily="18" charset="0"/>
              </a:rPr>
              <a:t>2.2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结构化设计</a:t>
            </a:r>
            <a:endPar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13316"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
        <p:nvSpPr>
          <p:cNvPr id="47106" name="Rectangle 2"/>
          <p:cNvSpPr>
            <a:spLocks noGrp="1" noChangeArrowheads="1"/>
          </p:cNvSpPr>
          <p:nvPr>
            <p:ph idx="1"/>
          </p:nvPr>
        </p:nvSpPr>
        <p:spPr>
          <a:xfrm>
            <a:off x="762000" y="1582420"/>
            <a:ext cx="7584440" cy="4870450"/>
          </a:xfrm>
        </p:spPr>
        <p:txBody>
          <a:bodyPr vert="horz" wrap="square" lIns="91440" tIns="45720" rIns="91440" bIns="45720" numCol="1" anchor="t" anchorCtr="0" compatLnSpc="1">
            <a:normAutofit/>
          </a:bodyPr>
          <a:lstStyle/>
          <a:p>
            <a:pPr eaLnBrk="1" hangingPunct="1">
              <a:lnSpc>
                <a:spcPct val="90000"/>
              </a:lnSpc>
            </a:pPr>
            <a:r>
              <a:rPr lang="zh-CN" altLang="en-US" sz="2800" dirty="0">
                <a:sym typeface="+mn-ea"/>
              </a:rPr>
              <a:t>结构化设计与结构化分析</a:t>
            </a:r>
            <a:endParaRPr lang="zh-CN" altLang="en-US" sz="2800" dirty="0">
              <a:sym typeface="+mn-ea"/>
            </a:endParaRPr>
          </a:p>
          <a:p>
            <a:pPr eaLnBrk="1" hangingPunct="1">
              <a:lnSpc>
                <a:spcPct val="90000"/>
              </a:lnSpc>
            </a:pPr>
            <a:r>
              <a:rPr lang="zh-CN" altLang="en-US" sz="2800" dirty="0">
                <a:sym typeface="+mn-ea"/>
              </a:rPr>
              <a:t>二者密不可分，设计中的每一个步骤以及产生的模型、文档等，都必须要在需求分析中找到来源。</a:t>
            </a:r>
            <a:endParaRPr lang="zh-CN" altLang="en-US" sz="2800" dirty="0">
              <a:sym typeface="+mn-ea"/>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6"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
        <p:nvSpPr>
          <p:cNvPr id="105477" name="Rectangle 2"/>
          <p:cNvSpPr/>
          <p:nvPr/>
        </p:nvSpPr>
        <p:spPr>
          <a:xfrm>
            <a:off x="85090" y="533400"/>
            <a:ext cx="6096000" cy="614363"/>
          </a:xfrm>
          <a:prstGeom prst="rect">
            <a:avLst/>
          </a:prstGeom>
          <a:noFill/>
          <a:ln w="9525">
            <a:noFill/>
          </a:ln>
        </p:spPr>
        <p:txBody>
          <a:bodyPr lIns="92075" tIns="46038" rIns="92075" bIns="46038"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r>
              <a:rPr lang="zh-CN" altLang="en-US" sz="3500" u="sng" dirty="0">
                <a:solidFill>
                  <a:srgbClr val="CC3300"/>
                </a:solidFill>
                <a:ea typeface="华文新魏" panose="02010800040101010101" pitchFamily="2" charset="-122"/>
              </a:rPr>
              <a:t>将分析模型转换为设计</a:t>
            </a:r>
            <a:endParaRPr lang="zh-CN" altLang="en-US" sz="3500" u="sng" dirty="0">
              <a:solidFill>
                <a:srgbClr val="CC3300"/>
              </a:solidFill>
              <a:ea typeface="华文新魏" panose="02010800040101010101" pitchFamily="2" charset="-122"/>
            </a:endParaRPr>
          </a:p>
        </p:txBody>
      </p:sp>
      <p:sp>
        <p:nvSpPr>
          <p:cNvPr id="105478" name="Freeform 3"/>
          <p:cNvSpPr/>
          <p:nvPr/>
        </p:nvSpPr>
        <p:spPr>
          <a:xfrm>
            <a:off x="5506403" y="2628900"/>
            <a:ext cx="2017712" cy="720725"/>
          </a:xfrm>
          <a:custGeom>
            <a:avLst/>
            <a:gdLst/>
            <a:ahLst/>
            <a:cxnLst>
              <a:cxn ang="0">
                <a:pos x="0" y="2147483646"/>
              </a:cxn>
              <a:cxn ang="0">
                <a:pos x="2147483646" y="0"/>
              </a:cxn>
              <a:cxn ang="0">
                <a:pos x="2147483646" y="0"/>
              </a:cxn>
              <a:cxn ang="0">
                <a:pos x="2147483646" y="2147483646"/>
              </a:cxn>
              <a:cxn ang="0">
                <a:pos x="0" y="2147483646"/>
              </a:cxn>
            </a:cxnLst>
            <a:rect l="0" t="0" r="0" b="0"/>
            <a:pathLst>
              <a:path w="1552" h="557">
                <a:moveTo>
                  <a:pt x="0" y="557"/>
                </a:moveTo>
                <a:lnTo>
                  <a:pt x="337" y="0"/>
                </a:lnTo>
                <a:lnTo>
                  <a:pt x="1218" y="0"/>
                </a:lnTo>
                <a:lnTo>
                  <a:pt x="1552" y="557"/>
                </a:lnTo>
                <a:lnTo>
                  <a:pt x="0" y="557"/>
                </a:lnTo>
                <a:close/>
              </a:path>
            </a:pathLst>
          </a:custGeom>
          <a:solidFill>
            <a:srgbClr val="808080">
              <a:alpha val="100000"/>
            </a:srgbClr>
          </a:solidFill>
          <a:ln w="19050" cap="flat" cmpd="sng">
            <a:solidFill>
              <a:srgbClr val="808080">
                <a:alpha val="100000"/>
              </a:srgbClr>
            </a:solidFill>
            <a:prstDash val="solid"/>
            <a:round/>
            <a:headEnd type="none" w="med" len="med"/>
            <a:tailEnd type="none" w="med" len="med"/>
          </a:ln>
        </p:spPr>
        <p:txBody>
          <a:bodyPr/>
          <a:lstStyle/>
          <a:p>
            <a:endParaRPr lang="zh-CN" altLang="en-US"/>
          </a:p>
        </p:txBody>
      </p:sp>
      <p:sp>
        <p:nvSpPr>
          <p:cNvPr id="105479" name="Oval 4"/>
          <p:cNvSpPr/>
          <p:nvPr/>
        </p:nvSpPr>
        <p:spPr>
          <a:xfrm>
            <a:off x="535940" y="1609725"/>
            <a:ext cx="4243388" cy="4084638"/>
          </a:xfrm>
          <a:prstGeom prst="ellipse">
            <a:avLst/>
          </a:prstGeom>
          <a:solidFill>
            <a:srgbClr val="808080"/>
          </a:solidFill>
          <a:ln w="9525">
            <a:noFill/>
          </a:ln>
        </p:spPr>
        <p:txBody>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endParaRPr lang="zh-CN" altLang="en-US" sz="1800" dirty="0"/>
          </a:p>
        </p:txBody>
      </p:sp>
      <p:grpSp>
        <p:nvGrpSpPr>
          <p:cNvPr id="105480" name="Group 5"/>
          <p:cNvGrpSpPr/>
          <p:nvPr/>
        </p:nvGrpSpPr>
        <p:grpSpPr>
          <a:xfrm>
            <a:off x="478790" y="1550988"/>
            <a:ext cx="4206875" cy="4054475"/>
            <a:chOff x="2950" y="6847"/>
            <a:chExt cx="3352" cy="3138"/>
          </a:xfrm>
        </p:grpSpPr>
        <p:sp>
          <p:nvSpPr>
            <p:cNvPr id="105555" name="Oval 6"/>
            <p:cNvSpPr/>
            <p:nvPr/>
          </p:nvSpPr>
          <p:spPr>
            <a:xfrm>
              <a:off x="2950" y="6847"/>
              <a:ext cx="3352" cy="3138"/>
            </a:xfrm>
            <a:prstGeom prst="ellipse">
              <a:avLst/>
            </a:prstGeom>
            <a:solidFill>
              <a:srgbClr val="99FFCC"/>
            </a:solidFill>
            <a:ln w="19050" cap="flat" cmpd="sng">
              <a:solidFill>
                <a:srgbClr val="CC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endParaRPr lang="zh-CN" altLang="en-US" sz="1800" dirty="0"/>
            </a:p>
          </p:txBody>
        </p:sp>
        <p:sp>
          <p:nvSpPr>
            <p:cNvPr id="105556" name="Oval 7"/>
            <p:cNvSpPr/>
            <p:nvPr/>
          </p:nvSpPr>
          <p:spPr>
            <a:xfrm>
              <a:off x="3428" y="7295"/>
              <a:ext cx="2395" cy="2242"/>
            </a:xfrm>
            <a:prstGeom prst="ellipse">
              <a:avLst/>
            </a:prstGeom>
            <a:solidFill>
              <a:srgbClr val="FFFF66"/>
            </a:solidFill>
            <a:ln w="19050" cap="flat" cmpd="sng">
              <a:solidFill>
                <a:srgbClr val="CC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endParaRPr lang="zh-CN" altLang="en-US" sz="1800" dirty="0"/>
            </a:p>
          </p:txBody>
        </p:sp>
        <p:sp>
          <p:nvSpPr>
            <p:cNvPr id="105557" name="Oval 8"/>
            <p:cNvSpPr/>
            <p:nvPr/>
          </p:nvSpPr>
          <p:spPr>
            <a:xfrm>
              <a:off x="4083" y="7910"/>
              <a:ext cx="1083" cy="1012"/>
            </a:xfrm>
            <a:prstGeom prst="ellipse">
              <a:avLst/>
            </a:prstGeom>
            <a:solidFill>
              <a:srgbClr val="00CC00"/>
            </a:solidFill>
            <a:ln w="19050" cap="flat" cmpd="sng">
              <a:solidFill>
                <a:srgbClr val="CC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endParaRPr lang="zh-CN" altLang="en-US" sz="1800" dirty="0"/>
            </a:p>
          </p:txBody>
        </p:sp>
        <p:sp>
          <p:nvSpPr>
            <p:cNvPr id="105558" name="Rectangle 9"/>
            <p:cNvSpPr/>
            <p:nvPr/>
          </p:nvSpPr>
          <p:spPr>
            <a:xfrm>
              <a:off x="4606" y="6847"/>
              <a:ext cx="30" cy="1063"/>
            </a:xfrm>
            <a:prstGeom prst="rect">
              <a:avLst/>
            </a:prstGeom>
            <a:solidFill>
              <a:srgbClr val="CC0000"/>
            </a:solidFill>
            <a:ln w="9525">
              <a:noFill/>
            </a:ln>
          </p:spPr>
          <p:txBody>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endParaRPr lang="zh-CN" altLang="en-US" sz="1800" dirty="0"/>
            </a:p>
          </p:txBody>
        </p:sp>
        <p:sp>
          <p:nvSpPr>
            <p:cNvPr id="105559" name="Freeform 10"/>
            <p:cNvSpPr/>
            <p:nvPr/>
          </p:nvSpPr>
          <p:spPr>
            <a:xfrm>
              <a:off x="3180" y="8621"/>
              <a:ext cx="970" cy="640"/>
            </a:xfrm>
            <a:custGeom>
              <a:avLst/>
              <a:gdLst/>
              <a:ahLst/>
              <a:cxnLst>
                <a:cxn ang="0">
                  <a:pos x="970" y="25"/>
                </a:cxn>
                <a:cxn ang="0">
                  <a:pos x="955" y="0"/>
                </a:cxn>
                <a:cxn ang="0">
                  <a:pos x="0" y="615"/>
                </a:cxn>
                <a:cxn ang="0">
                  <a:pos x="15" y="640"/>
                </a:cxn>
                <a:cxn ang="0">
                  <a:pos x="970" y="25"/>
                </a:cxn>
              </a:cxnLst>
              <a:rect l="0" t="0" r="0" b="0"/>
              <a:pathLst>
                <a:path w="970" h="640">
                  <a:moveTo>
                    <a:pt x="970" y="25"/>
                  </a:moveTo>
                  <a:lnTo>
                    <a:pt x="955" y="0"/>
                  </a:lnTo>
                  <a:lnTo>
                    <a:pt x="0" y="615"/>
                  </a:lnTo>
                  <a:lnTo>
                    <a:pt x="15" y="640"/>
                  </a:lnTo>
                  <a:lnTo>
                    <a:pt x="970" y="25"/>
                  </a:lnTo>
                  <a:close/>
                </a:path>
              </a:pathLst>
            </a:custGeom>
            <a:solidFill>
              <a:srgbClr val="CC0000">
                <a:alpha val="100000"/>
              </a:srgbClr>
            </a:solidFill>
            <a:ln w="9525">
              <a:noFill/>
            </a:ln>
          </p:spPr>
          <p:txBody>
            <a:bodyPr/>
            <a:lstStyle/>
            <a:p>
              <a:endParaRPr lang="zh-CN" altLang="en-US"/>
            </a:p>
          </p:txBody>
        </p:sp>
        <p:sp>
          <p:nvSpPr>
            <p:cNvPr id="105560" name="Freeform 11"/>
            <p:cNvSpPr/>
            <p:nvPr/>
          </p:nvSpPr>
          <p:spPr>
            <a:xfrm>
              <a:off x="5090" y="8621"/>
              <a:ext cx="912" cy="694"/>
            </a:xfrm>
            <a:custGeom>
              <a:avLst/>
              <a:gdLst/>
              <a:ahLst/>
              <a:cxnLst>
                <a:cxn ang="0">
                  <a:pos x="17" y="0"/>
                </a:cxn>
                <a:cxn ang="0">
                  <a:pos x="0" y="25"/>
                </a:cxn>
                <a:cxn ang="0">
                  <a:pos x="895" y="694"/>
                </a:cxn>
                <a:cxn ang="0">
                  <a:pos x="912" y="669"/>
                </a:cxn>
                <a:cxn ang="0">
                  <a:pos x="17" y="0"/>
                </a:cxn>
              </a:cxnLst>
              <a:rect l="0" t="0" r="0" b="0"/>
              <a:pathLst>
                <a:path w="912" h="694">
                  <a:moveTo>
                    <a:pt x="17" y="0"/>
                  </a:moveTo>
                  <a:lnTo>
                    <a:pt x="0" y="25"/>
                  </a:lnTo>
                  <a:lnTo>
                    <a:pt x="895" y="694"/>
                  </a:lnTo>
                  <a:lnTo>
                    <a:pt x="912" y="669"/>
                  </a:lnTo>
                  <a:lnTo>
                    <a:pt x="17" y="0"/>
                  </a:lnTo>
                  <a:close/>
                </a:path>
              </a:pathLst>
            </a:custGeom>
            <a:solidFill>
              <a:srgbClr val="CC0000">
                <a:alpha val="100000"/>
              </a:srgbClr>
            </a:solidFill>
            <a:ln w="9525">
              <a:noFill/>
            </a:ln>
          </p:spPr>
          <p:txBody>
            <a:bodyPr/>
            <a:lstStyle/>
            <a:p>
              <a:endParaRPr lang="zh-CN" altLang="en-US"/>
            </a:p>
          </p:txBody>
        </p:sp>
      </p:grpSp>
      <p:sp>
        <p:nvSpPr>
          <p:cNvPr id="105481" name="Rectangle 12"/>
          <p:cNvSpPr/>
          <p:nvPr/>
        </p:nvSpPr>
        <p:spPr>
          <a:xfrm>
            <a:off x="1977390" y="3390900"/>
            <a:ext cx="1225550" cy="36512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lgn="just">
              <a:spcBef>
                <a:spcPct val="0"/>
              </a:spcBef>
              <a:buClrTx/>
              <a:buSzTx/>
              <a:buFontTx/>
              <a:buNone/>
            </a:pPr>
            <a:r>
              <a:rPr lang="zh-CN" altLang="en-US" sz="2400" b="1" dirty="0">
                <a:solidFill>
                  <a:srgbClr val="000099"/>
                </a:solidFill>
                <a:latin typeface="仿宋_GB2312" pitchFamily="49" charset="-122"/>
                <a:ea typeface="仿宋_GB2312" pitchFamily="49" charset="-122"/>
              </a:rPr>
              <a:t>数据字典</a:t>
            </a:r>
            <a:endParaRPr lang="zh-CN" altLang="en-US" sz="1000" dirty="0">
              <a:latin typeface="Times New Roman" panose="02020603050405020304" pitchFamily="18" charset="0"/>
            </a:endParaRPr>
          </a:p>
        </p:txBody>
      </p:sp>
      <p:grpSp>
        <p:nvGrpSpPr>
          <p:cNvPr id="105482" name="Group 13"/>
          <p:cNvGrpSpPr/>
          <p:nvPr/>
        </p:nvGrpSpPr>
        <p:grpSpPr>
          <a:xfrm>
            <a:off x="2920365" y="2449513"/>
            <a:ext cx="952500" cy="1381125"/>
            <a:chOff x="4877" y="7669"/>
            <a:chExt cx="759" cy="1069"/>
          </a:xfrm>
        </p:grpSpPr>
        <p:sp>
          <p:nvSpPr>
            <p:cNvPr id="105551" name="Rectangle 14"/>
            <p:cNvSpPr/>
            <p:nvPr/>
          </p:nvSpPr>
          <p:spPr>
            <a:xfrm>
              <a:off x="4877" y="7669"/>
              <a:ext cx="245" cy="28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lgn="just">
                <a:spcBef>
                  <a:spcPct val="0"/>
                </a:spcBef>
                <a:buClrTx/>
                <a:buSzTx/>
                <a:buFontTx/>
                <a:buNone/>
              </a:pPr>
              <a:r>
                <a:rPr lang="zh-CN" altLang="en-US" sz="2400" b="1" dirty="0">
                  <a:solidFill>
                    <a:srgbClr val="FF3300"/>
                  </a:solidFill>
                  <a:latin typeface="仿宋_GB2312" pitchFamily="49" charset="-122"/>
                  <a:ea typeface="仿宋_GB2312" pitchFamily="49" charset="-122"/>
                </a:rPr>
                <a:t>数</a:t>
              </a:r>
              <a:endParaRPr lang="zh-CN" altLang="en-US" sz="1000" dirty="0">
                <a:latin typeface="Times New Roman" panose="02020603050405020304" pitchFamily="18" charset="0"/>
              </a:endParaRPr>
            </a:p>
          </p:txBody>
        </p:sp>
        <p:sp>
          <p:nvSpPr>
            <p:cNvPr id="105552" name="Rectangle 15"/>
            <p:cNvSpPr/>
            <p:nvPr/>
          </p:nvSpPr>
          <p:spPr>
            <a:xfrm>
              <a:off x="5114" y="7891"/>
              <a:ext cx="245" cy="283"/>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lgn="just">
                <a:spcBef>
                  <a:spcPct val="0"/>
                </a:spcBef>
                <a:buClrTx/>
                <a:buSzTx/>
                <a:buFontTx/>
                <a:buNone/>
              </a:pPr>
              <a:r>
                <a:rPr lang="zh-CN" altLang="en-US" sz="2400" b="1" dirty="0">
                  <a:solidFill>
                    <a:srgbClr val="FF3300"/>
                  </a:solidFill>
                  <a:latin typeface="仿宋_GB2312" pitchFamily="49" charset="-122"/>
                  <a:ea typeface="仿宋_GB2312" pitchFamily="49" charset="-122"/>
                </a:rPr>
                <a:t>据</a:t>
              </a:r>
              <a:endParaRPr lang="zh-CN" altLang="en-US" sz="1000" dirty="0">
                <a:latin typeface="Times New Roman" panose="02020603050405020304" pitchFamily="18" charset="0"/>
              </a:endParaRPr>
            </a:p>
          </p:txBody>
        </p:sp>
        <p:sp>
          <p:nvSpPr>
            <p:cNvPr id="105553" name="Rectangle 16"/>
            <p:cNvSpPr/>
            <p:nvPr/>
          </p:nvSpPr>
          <p:spPr>
            <a:xfrm>
              <a:off x="5292" y="8170"/>
              <a:ext cx="245" cy="283"/>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lgn="just">
                <a:spcBef>
                  <a:spcPct val="0"/>
                </a:spcBef>
                <a:buClrTx/>
                <a:buSzTx/>
                <a:buFontTx/>
                <a:buNone/>
              </a:pPr>
              <a:r>
                <a:rPr lang="zh-CN" altLang="en-US" sz="2400" b="1" dirty="0">
                  <a:solidFill>
                    <a:srgbClr val="FF3300"/>
                  </a:solidFill>
                  <a:latin typeface="仿宋_GB2312" pitchFamily="49" charset="-122"/>
                  <a:ea typeface="仿宋_GB2312" pitchFamily="49" charset="-122"/>
                </a:rPr>
                <a:t>流</a:t>
              </a:r>
              <a:endParaRPr lang="zh-CN" altLang="en-US" sz="1000" dirty="0">
                <a:latin typeface="Times New Roman" panose="02020603050405020304" pitchFamily="18" charset="0"/>
              </a:endParaRPr>
            </a:p>
          </p:txBody>
        </p:sp>
        <p:sp>
          <p:nvSpPr>
            <p:cNvPr id="105554" name="Rectangle 17"/>
            <p:cNvSpPr/>
            <p:nvPr/>
          </p:nvSpPr>
          <p:spPr>
            <a:xfrm>
              <a:off x="5391" y="8455"/>
              <a:ext cx="245" cy="283"/>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lgn="just">
                <a:spcBef>
                  <a:spcPct val="0"/>
                </a:spcBef>
                <a:buClrTx/>
                <a:buSzTx/>
                <a:buFontTx/>
                <a:buNone/>
              </a:pPr>
              <a:r>
                <a:rPr lang="zh-CN" altLang="en-US" sz="2400" b="1" dirty="0">
                  <a:solidFill>
                    <a:srgbClr val="FF3300"/>
                  </a:solidFill>
                  <a:latin typeface="仿宋_GB2312" pitchFamily="49" charset="-122"/>
                  <a:ea typeface="仿宋_GB2312" pitchFamily="49" charset="-122"/>
                </a:rPr>
                <a:t>图</a:t>
              </a:r>
              <a:endParaRPr lang="zh-CN" altLang="en-US" sz="1000" dirty="0">
                <a:latin typeface="Times New Roman" panose="02020603050405020304" pitchFamily="18" charset="0"/>
              </a:endParaRPr>
            </a:p>
          </p:txBody>
        </p:sp>
      </p:grpSp>
      <p:sp>
        <p:nvSpPr>
          <p:cNvPr id="105483" name="Rectangle 18"/>
          <p:cNvSpPr/>
          <p:nvPr/>
        </p:nvSpPr>
        <p:spPr>
          <a:xfrm>
            <a:off x="1396365" y="3313113"/>
            <a:ext cx="452438" cy="411162"/>
          </a:xfrm>
          <a:prstGeom prst="rect">
            <a:avLst/>
          </a:prstGeom>
          <a:noFill/>
          <a:ln w="9525">
            <a:noFill/>
          </a:ln>
        </p:spPr>
        <p:txBody>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endParaRPr lang="zh-CN" altLang="en-US" sz="1800" dirty="0"/>
          </a:p>
        </p:txBody>
      </p:sp>
      <p:grpSp>
        <p:nvGrpSpPr>
          <p:cNvPr id="105484" name="Group 19"/>
          <p:cNvGrpSpPr/>
          <p:nvPr/>
        </p:nvGrpSpPr>
        <p:grpSpPr>
          <a:xfrm>
            <a:off x="1375728" y="2449513"/>
            <a:ext cx="1019175" cy="1519237"/>
            <a:chOff x="3655" y="7669"/>
            <a:chExt cx="811" cy="1175"/>
          </a:xfrm>
        </p:grpSpPr>
        <p:sp>
          <p:nvSpPr>
            <p:cNvPr id="105546" name="Rectangle 20"/>
            <p:cNvSpPr/>
            <p:nvPr/>
          </p:nvSpPr>
          <p:spPr>
            <a:xfrm>
              <a:off x="4221" y="7669"/>
              <a:ext cx="245" cy="28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lgn="just">
                <a:spcBef>
                  <a:spcPct val="0"/>
                </a:spcBef>
                <a:buClrTx/>
                <a:buSzTx/>
                <a:buFontTx/>
                <a:buNone/>
              </a:pPr>
              <a:r>
                <a:rPr lang="zh-CN" altLang="en-US" sz="2400" b="1" dirty="0">
                  <a:solidFill>
                    <a:srgbClr val="FF3300"/>
                  </a:solidFill>
                  <a:latin typeface="仿宋_GB2312" pitchFamily="49" charset="-122"/>
                  <a:ea typeface="仿宋_GB2312" pitchFamily="49" charset="-122"/>
                </a:rPr>
                <a:t>实</a:t>
              </a:r>
              <a:endParaRPr lang="zh-CN" altLang="en-US" sz="1000" dirty="0">
                <a:latin typeface="Times New Roman" panose="02020603050405020304" pitchFamily="18" charset="0"/>
              </a:endParaRPr>
            </a:p>
          </p:txBody>
        </p:sp>
        <p:sp>
          <p:nvSpPr>
            <p:cNvPr id="105547" name="Rectangle 21"/>
            <p:cNvSpPr/>
            <p:nvPr/>
          </p:nvSpPr>
          <p:spPr>
            <a:xfrm>
              <a:off x="3982" y="7784"/>
              <a:ext cx="245" cy="283"/>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lgn="just">
                <a:spcBef>
                  <a:spcPct val="0"/>
                </a:spcBef>
                <a:buClrTx/>
                <a:buSzTx/>
                <a:buFontTx/>
                <a:buNone/>
              </a:pPr>
              <a:r>
                <a:rPr lang="zh-CN" altLang="en-US" sz="2400" b="1" dirty="0">
                  <a:solidFill>
                    <a:srgbClr val="FF3300"/>
                  </a:solidFill>
                  <a:latin typeface="仿宋_GB2312" pitchFamily="49" charset="-122"/>
                  <a:ea typeface="仿宋_GB2312" pitchFamily="49" charset="-122"/>
                </a:rPr>
                <a:t>体</a:t>
              </a:r>
              <a:endParaRPr lang="zh-CN" altLang="en-US" sz="2000" dirty="0">
                <a:latin typeface="Times New Roman" panose="02020603050405020304" pitchFamily="18" charset="0"/>
              </a:endParaRPr>
            </a:p>
          </p:txBody>
        </p:sp>
        <p:sp>
          <p:nvSpPr>
            <p:cNvPr id="105548" name="Rectangle 22"/>
            <p:cNvSpPr/>
            <p:nvPr/>
          </p:nvSpPr>
          <p:spPr>
            <a:xfrm>
              <a:off x="3803" y="8004"/>
              <a:ext cx="245" cy="283"/>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lgn="just">
                <a:spcBef>
                  <a:spcPct val="0"/>
                </a:spcBef>
                <a:buClrTx/>
                <a:buSzTx/>
                <a:buFontTx/>
                <a:buNone/>
              </a:pPr>
              <a:r>
                <a:rPr lang="zh-CN" altLang="en-US" sz="2400" b="1" dirty="0">
                  <a:solidFill>
                    <a:srgbClr val="FF3300"/>
                  </a:solidFill>
                  <a:latin typeface="仿宋_GB2312" pitchFamily="49" charset="-122"/>
                  <a:ea typeface="仿宋_GB2312" pitchFamily="49" charset="-122"/>
                </a:rPr>
                <a:t>关</a:t>
              </a:r>
              <a:endParaRPr lang="zh-CN" altLang="en-US" sz="1000" dirty="0">
                <a:latin typeface="Times New Roman" panose="02020603050405020304" pitchFamily="18" charset="0"/>
              </a:endParaRPr>
            </a:p>
          </p:txBody>
        </p:sp>
        <p:sp>
          <p:nvSpPr>
            <p:cNvPr id="105549" name="Rectangle 23"/>
            <p:cNvSpPr/>
            <p:nvPr/>
          </p:nvSpPr>
          <p:spPr>
            <a:xfrm>
              <a:off x="3686" y="8283"/>
              <a:ext cx="246" cy="28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lgn="just">
                <a:spcBef>
                  <a:spcPct val="0"/>
                </a:spcBef>
                <a:buClrTx/>
                <a:buSzTx/>
                <a:buFontTx/>
                <a:buNone/>
              </a:pPr>
              <a:r>
                <a:rPr lang="zh-CN" altLang="en-US" sz="2400" b="1" dirty="0">
                  <a:solidFill>
                    <a:srgbClr val="FF3300"/>
                  </a:solidFill>
                  <a:latin typeface="仿宋_GB2312" pitchFamily="49" charset="-122"/>
                  <a:ea typeface="仿宋_GB2312" pitchFamily="49" charset="-122"/>
                </a:rPr>
                <a:t>系</a:t>
              </a:r>
              <a:endParaRPr lang="zh-CN" altLang="en-US" sz="1000" dirty="0">
                <a:latin typeface="Times New Roman" panose="02020603050405020304" pitchFamily="18" charset="0"/>
              </a:endParaRPr>
            </a:p>
          </p:txBody>
        </p:sp>
        <p:sp>
          <p:nvSpPr>
            <p:cNvPr id="105550" name="Rectangle 24"/>
            <p:cNvSpPr/>
            <p:nvPr/>
          </p:nvSpPr>
          <p:spPr>
            <a:xfrm>
              <a:off x="3655" y="8562"/>
              <a:ext cx="245" cy="28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lgn="just">
                <a:spcBef>
                  <a:spcPct val="0"/>
                </a:spcBef>
                <a:buClrTx/>
                <a:buSzTx/>
                <a:buFontTx/>
                <a:buNone/>
              </a:pPr>
              <a:r>
                <a:rPr lang="zh-CN" altLang="en-US" sz="2400" b="1" dirty="0">
                  <a:solidFill>
                    <a:srgbClr val="FF3300"/>
                  </a:solidFill>
                  <a:latin typeface="仿宋_GB2312" pitchFamily="49" charset="-122"/>
                  <a:ea typeface="仿宋_GB2312" pitchFamily="49" charset="-122"/>
                </a:rPr>
                <a:t>图</a:t>
              </a:r>
              <a:endParaRPr lang="zh-CN" altLang="en-US" sz="1000" dirty="0">
                <a:latin typeface="Times New Roman" panose="02020603050405020304" pitchFamily="18" charset="0"/>
              </a:endParaRPr>
            </a:p>
          </p:txBody>
        </p:sp>
      </p:grpSp>
      <p:sp>
        <p:nvSpPr>
          <p:cNvPr id="105485" name="Rectangle 25"/>
          <p:cNvSpPr/>
          <p:nvPr/>
        </p:nvSpPr>
        <p:spPr>
          <a:xfrm>
            <a:off x="1798003" y="4324350"/>
            <a:ext cx="1531937" cy="36512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lgn="just">
              <a:spcBef>
                <a:spcPct val="0"/>
              </a:spcBef>
              <a:buClrTx/>
              <a:buSzTx/>
              <a:buFontTx/>
              <a:buNone/>
            </a:pPr>
            <a:r>
              <a:rPr lang="zh-CN" altLang="en-US" sz="2400" b="1" dirty="0">
                <a:solidFill>
                  <a:srgbClr val="FF3300"/>
                </a:solidFill>
                <a:latin typeface="宋体" panose="02010600030101010101" pitchFamily="2" charset="-122"/>
                <a:ea typeface="仿宋_GB2312" pitchFamily="49" charset="-122"/>
              </a:rPr>
              <a:t>状态迁移图</a:t>
            </a:r>
            <a:endParaRPr lang="zh-CN" altLang="en-US" sz="2400" b="1" dirty="0">
              <a:solidFill>
                <a:srgbClr val="0000CC"/>
              </a:solidFill>
              <a:latin typeface="Times New Roman" panose="02020603050405020304" pitchFamily="18" charset="0"/>
              <a:ea typeface="仿宋_GB2312" pitchFamily="49" charset="-122"/>
            </a:endParaRPr>
          </a:p>
        </p:txBody>
      </p:sp>
      <p:grpSp>
        <p:nvGrpSpPr>
          <p:cNvPr id="105486" name="Group 26"/>
          <p:cNvGrpSpPr/>
          <p:nvPr/>
        </p:nvGrpSpPr>
        <p:grpSpPr>
          <a:xfrm>
            <a:off x="3277553" y="1863725"/>
            <a:ext cx="1208087" cy="1952625"/>
            <a:chOff x="5194" y="7143"/>
            <a:chExt cx="963" cy="1512"/>
          </a:xfrm>
        </p:grpSpPr>
        <p:sp>
          <p:nvSpPr>
            <p:cNvPr id="105540" name="Rectangle 27"/>
            <p:cNvSpPr/>
            <p:nvPr/>
          </p:nvSpPr>
          <p:spPr>
            <a:xfrm>
              <a:off x="5194" y="7143"/>
              <a:ext cx="245" cy="283"/>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lgn="just">
                <a:spcBef>
                  <a:spcPct val="0"/>
                </a:spcBef>
                <a:buClrTx/>
                <a:buSzTx/>
                <a:buFontTx/>
                <a:buNone/>
              </a:pPr>
              <a:r>
                <a:rPr lang="zh-CN" altLang="en-US" sz="2400" b="1" dirty="0">
                  <a:solidFill>
                    <a:srgbClr val="FF3300"/>
                  </a:solidFill>
                  <a:latin typeface="仿宋_GB2312" pitchFamily="49" charset="-122"/>
                  <a:ea typeface="仿宋_GB2312" pitchFamily="49" charset="-122"/>
                </a:rPr>
                <a:t>加</a:t>
              </a:r>
              <a:endParaRPr lang="zh-CN" altLang="en-US" sz="1000" dirty="0">
                <a:latin typeface="Times New Roman" panose="02020603050405020304" pitchFamily="18" charset="0"/>
              </a:endParaRPr>
            </a:p>
          </p:txBody>
        </p:sp>
        <p:sp>
          <p:nvSpPr>
            <p:cNvPr id="105541" name="Rectangle 28"/>
            <p:cNvSpPr/>
            <p:nvPr/>
          </p:nvSpPr>
          <p:spPr>
            <a:xfrm>
              <a:off x="5434" y="7309"/>
              <a:ext cx="246" cy="283"/>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lgn="just">
                <a:spcBef>
                  <a:spcPct val="0"/>
                </a:spcBef>
                <a:buClrTx/>
                <a:buSzTx/>
                <a:buFontTx/>
                <a:buNone/>
              </a:pPr>
              <a:r>
                <a:rPr lang="zh-CN" altLang="en-US" sz="2400" b="1" dirty="0">
                  <a:solidFill>
                    <a:srgbClr val="FF3300"/>
                  </a:solidFill>
                  <a:latin typeface="仿宋_GB2312" pitchFamily="49" charset="-122"/>
                  <a:ea typeface="仿宋_GB2312" pitchFamily="49" charset="-122"/>
                </a:rPr>
                <a:t>工</a:t>
              </a:r>
              <a:endParaRPr lang="zh-CN" altLang="en-US" sz="1000" dirty="0">
                <a:latin typeface="Times New Roman" panose="02020603050405020304" pitchFamily="18" charset="0"/>
              </a:endParaRPr>
            </a:p>
          </p:txBody>
        </p:sp>
        <p:sp>
          <p:nvSpPr>
            <p:cNvPr id="105542" name="Rectangle 29"/>
            <p:cNvSpPr/>
            <p:nvPr/>
          </p:nvSpPr>
          <p:spPr>
            <a:xfrm>
              <a:off x="5670" y="7538"/>
              <a:ext cx="245" cy="28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lgn="just">
                <a:spcBef>
                  <a:spcPct val="0"/>
                </a:spcBef>
                <a:buClrTx/>
                <a:buSzTx/>
                <a:buFontTx/>
                <a:buNone/>
              </a:pPr>
              <a:r>
                <a:rPr lang="zh-CN" altLang="en-US" sz="2400" b="1" dirty="0">
                  <a:solidFill>
                    <a:srgbClr val="FF3300"/>
                  </a:solidFill>
                  <a:latin typeface="仿宋_GB2312" pitchFamily="49" charset="-122"/>
                  <a:ea typeface="仿宋_GB2312" pitchFamily="49" charset="-122"/>
                </a:rPr>
                <a:t>规</a:t>
              </a:r>
              <a:endParaRPr lang="zh-CN" altLang="en-US" sz="1000" dirty="0">
                <a:latin typeface="Times New Roman" panose="02020603050405020304" pitchFamily="18" charset="0"/>
              </a:endParaRPr>
            </a:p>
          </p:txBody>
        </p:sp>
        <p:sp>
          <p:nvSpPr>
            <p:cNvPr id="105543" name="Rectangle 30"/>
            <p:cNvSpPr/>
            <p:nvPr/>
          </p:nvSpPr>
          <p:spPr>
            <a:xfrm>
              <a:off x="5817" y="7812"/>
              <a:ext cx="245" cy="28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lgn="just">
                <a:spcBef>
                  <a:spcPct val="0"/>
                </a:spcBef>
                <a:buClrTx/>
                <a:buSzTx/>
                <a:buFontTx/>
                <a:buNone/>
              </a:pPr>
              <a:r>
                <a:rPr lang="zh-CN" altLang="en-US" sz="2400" b="1" dirty="0">
                  <a:solidFill>
                    <a:srgbClr val="FF3300"/>
                  </a:solidFill>
                  <a:latin typeface="仿宋_GB2312" pitchFamily="49" charset="-122"/>
                  <a:ea typeface="仿宋_GB2312" pitchFamily="49" charset="-122"/>
                </a:rPr>
                <a:t>格</a:t>
              </a:r>
              <a:endParaRPr lang="zh-CN" altLang="en-US" sz="1000" dirty="0">
                <a:latin typeface="Times New Roman" panose="02020603050405020304" pitchFamily="18" charset="0"/>
              </a:endParaRPr>
            </a:p>
          </p:txBody>
        </p:sp>
        <p:sp>
          <p:nvSpPr>
            <p:cNvPr id="105544" name="Rectangle 31"/>
            <p:cNvSpPr/>
            <p:nvPr/>
          </p:nvSpPr>
          <p:spPr>
            <a:xfrm>
              <a:off x="5911" y="8092"/>
              <a:ext cx="246" cy="283"/>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lgn="just">
                <a:spcBef>
                  <a:spcPct val="0"/>
                </a:spcBef>
                <a:buClrTx/>
                <a:buSzTx/>
                <a:buFontTx/>
                <a:buNone/>
              </a:pPr>
              <a:r>
                <a:rPr lang="zh-CN" altLang="en-US" sz="2400" b="1" dirty="0">
                  <a:solidFill>
                    <a:srgbClr val="FF3300"/>
                  </a:solidFill>
                  <a:latin typeface="仿宋_GB2312" pitchFamily="49" charset="-122"/>
                  <a:ea typeface="仿宋_GB2312" pitchFamily="49" charset="-122"/>
                </a:rPr>
                <a:t>说</a:t>
              </a:r>
              <a:endParaRPr lang="zh-CN" altLang="en-US" sz="1000" dirty="0">
                <a:latin typeface="Times New Roman" panose="02020603050405020304" pitchFamily="18" charset="0"/>
              </a:endParaRPr>
            </a:p>
          </p:txBody>
        </p:sp>
        <p:sp>
          <p:nvSpPr>
            <p:cNvPr id="105545" name="Rectangle 32"/>
            <p:cNvSpPr/>
            <p:nvPr/>
          </p:nvSpPr>
          <p:spPr>
            <a:xfrm>
              <a:off x="5912" y="8372"/>
              <a:ext cx="245" cy="283"/>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lgn="just">
                <a:spcBef>
                  <a:spcPct val="0"/>
                </a:spcBef>
                <a:buClrTx/>
                <a:buSzTx/>
                <a:buFontTx/>
                <a:buNone/>
              </a:pPr>
              <a:r>
                <a:rPr lang="zh-CN" altLang="en-US" sz="2400" b="1" dirty="0">
                  <a:solidFill>
                    <a:srgbClr val="FF3300"/>
                  </a:solidFill>
                  <a:latin typeface="仿宋_GB2312" pitchFamily="49" charset="-122"/>
                  <a:ea typeface="仿宋_GB2312" pitchFamily="49" charset="-122"/>
                </a:rPr>
                <a:t>明</a:t>
              </a:r>
              <a:endParaRPr lang="zh-CN" altLang="en-US" sz="1000" dirty="0">
                <a:latin typeface="Times New Roman" panose="02020603050405020304" pitchFamily="18" charset="0"/>
              </a:endParaRPr>
            </a:p>
          </p:txBody>
        </p:sp>
      </p:grpSp>
      <p:grpSp>
        <p:nvGrpSpPr>
          <p:cNvPr id="105487" name="Group 33"/>
          <p:cNvGrpSpPr/>
          <p:nvPr/>
        </p:nvGrpSpPr>
        <p:grpSpPr>
          <a:xfrm>
            <a:off x="1651953" y="4902200"/>
            <a:ext cx="1952625" cy="579438"/>
            <a:chOff x="1131" y="3160"/>
            <a:chExt cx="1230" cy="365"/>
          </a:xfrm>
        </p:grpSpPr>
        <p:sp>
          <p:nvSpPr>
            <p:cNvPr id="105534" name="Rectangle 34"/>
            <p:cNvSpPr/>
            <p:nvPr/>
          </p:nvSpPr>
          <p:spPr>
            <a:xfrm>
              <a:off x="1131" y="3160"/>
              <a:ext cx="194" cy="230"/>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lgn="just">
                <a:spcBef>
                  <a:spcPct val="0"/>
                </a:spcBef>
                <a:buClrTx/>
                <a:buSzTx/>
                <a:buFontTx/>
                <a:buNone/>
              </a:pPr>
              <a:r>
                <a:rPr lang="zh-CN" altLang="en-US" sz="2400" b="1" dirty="0">
                  <a:solidFill>
                    <a:srgbClr val="FF3300"/>
                  </a:solidFill>
                  <a:latin typeface="宋体" panose="02010600030101010101" pitchFamily="2" charset="-122"/>
                  <a:ea typeface="仿宋_GB2312" pitchFamily="49" charset="-122"/>
                </a:rPr>
                <a:t>控</a:t>
              </a:r>
              <a:endParaRPr lang="zh-CN" altLang="en-US" sz="2400" b="1" dirty="0">
                <a:solidFill>
                  <a:srgbClr val="FF3300"/>
                </a:solidFill>
                <a:latin typeface="Times New Roman" panose="02020603050405020304" pitchFamily="18" charset="0"/>
                <a:ea typeface="仿宋_GB2312" pitchFamily="49" charset="-122"/>
              </a:endParaRPr>
            </a:p>
          </p:txBody>
        </p:sp>
        <p:sp>
          <p:nvSpPr>
            <p:cNvPr id="105535" name="Rectangle 35"/>
            <p:cNvSpPr/>
            <p:nvPr/>
          </p:nvSpPr>
          <p:spPr>
            <a:xfrm>
              <a:off x="1341" y="3251"/>
              <a:ext cx="194" cy="230"/>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lgn="just">
                <a:spcBef>
                  <a:spcPct val="0"/>
                </a:spcBef>
                <a:buClrTx/>
                <a:buSzTx/>
                <a:buFontTx/>
                <a:buNone/>
              </a:pPr>
              <a:r>
                <a:rPr lang="zh-CN" altLang="en-US" sz="2400" b="1" dirty="0">
                  <a:solidFill>
                    <a:srgbClr val="FF3300"/>
                  </a:solidFill>
                  <a:latin typeface="仿宋_GB2312" pitchFamily="49" charset="-122"/>
                  <a:ea typeface="仿宋_GB2312" pitchFamily="49" charset="-122"/>
                </a:rPr>
                <a:t>制</a:t>
              </a:r>
              <a:endParaRPr lang="zh-CN" altLang="en-US" sz="1000" dirty="0">
                <a:latin typeface="Times New Roman" panose="02020603050405020304" pitchFamily="18" charset="0"/>
              </a:endParaRPr>
            </a:p>
          </p:txBody>
        </p:sp>
        <p:sp>
          <p:nvSpPr>
            <p:cNvPr id="105536" name="Rectangle 36"/>
            <p:cNvSpPr/>
            <p:nvPr/>
          </p:nvSpPr>
          <p:spPr>
            <a:xfrm>
              <a:off x="1554" y="3295"/>
              <a:ext cx="194" cy="230"/>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lgn="just">
                <a:spcBef>
                  <a:spcPct val="0"/>
                </a:spcBef>
                <a:buClrTx/>
                <a:buSzTx/>
                <a:buFontTx/>
                <a:buNone/>
              </a:pPr>
              <a:r>
                <a:rPr lang="zh-CN" altLang="en-US" sz="2400" b="1" dirty="0">
                  <a:solidFill>
                    <a:srgbClr val="FF3300"/>
                  </a:solidFill>
                  <a:latin typeface="仿宋_GB2312" pitchFamily="49" charset="-122"/>
                  <a:ea typeface="仿宋_GB2312" pitchFamily="49" charset="-122"/>
                </a:rPr>
                <a:t>规</a:t>
              </a:r>
              <a:endParaRPr lang="zh-CN" altLang="en-US" sz="1000" dirty="0">
                <a:latin typeface="Times New Roman" panose="02020603050405020304" pitchFamily="18" charset="0"/>
              </a:endParaRPr>
            </a:p>
          </p:txBody>
        </p:sp>
        <p:sp>
          <p:nvSpPr>
            <p:cNvPr id="105537" name="Rectangle 37"/>
            <p:cNvSpPr/>
            <p:nvPr/>
          </p:nvSpPr>
          <p:spPr>
            <a:xfrm>
              <a:off x="1792" y="3295"/>
              <a:ext cx="194" cy="230"/>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lgn="just">
                <a:spcBef>
                  <a:spcPct val="0"/>
                </a:spcBef>
                <a:buClrTx/>
                <a:buSzTx/>
                <a:buFontTx/>
                <a:buNone/>
              </a:pPr>
              <a:r>
                <a:rPr lang="zh-CN" altLang="en-US" sz="2400" b="1" dirty="0">
                  <a:solidFill>
                    <a:srgbClr val="FF3300"/>
                  </a:solidFill>
                  <a:latin typeface="仿宋_GB2312" pitchFamily="49" charset="-122"/>
                  <a:ea typeface="仿宋_GB2312" pitchFamily="49" charset="-122"/>
                </a:rPr>
                <a:t>格</a:t>
              </a:r>
              <a:endParaRPr lang="zh-CN" altLang="en-US" sz="1000" dirty="0">
                <a:latin typeface="Times New Roman" panose="02020603050405020304" pitchFamily="18" charset="0"/>
              </a:endParaRPr>
            </a:p>
          </p:txBody>
        </p:sp>
        <p:sp>
          <p:nvSpPr>
            <p:cNvPr id="105538" name="Rectangle 38"/>
            <p:cNvSpPr/>
            <p:nvPr/>
          </p:nvSpPr>
          <p:spPr>
            <a:xfrm>
              <a:off x="1982" y="3253"/>
              <a:ext cx="194" cy="230"/>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lgn="just">
                <a:spcBef>
                  <a:spcPct val="0"/>
                </a:spcBef>
                <a:buClrTx/>
                <a:buSzTx/>
                <a:buFontTx/>
                <a:buNone/>
              </a:pPr>
              <a:r>
                <a:rPr lang="zh-CN" altLang="en-US" sz="2400" b="1" dirty="0">
                  <a:solidFill>
                    <a:srgbClr val="FF3300"/>
                  </a:solidFill>
                  <a:latin typeface="仿宋_GB2312" pitchFamily="49" charset="-122"/>
                  <a:ea typeface="仿宋_GB2312" pitchFamily="49" charset="-122"/>
                </a:rPr>
                <a:t>说</a:t>
              </a:r>
              <a:endParaRPr lang="zh-CN" altLang="en-US" sz="1000" dirty="0">
                <a:latin typeface="Times New Roman" panose="02020603050405020304" pitchFamily="18" charset="0"/>
              </a:endParaRPr>
            </a:p>
          </p:txBody>
        </p:sp>
        <p:sp>
          <p:nvSpPr>
            <p:cNvPr id="105539" name="Rectangle 39"/>
            <p:cNvSpPr/>
            <p:nvPr/>
          </p:nvSpPr>
          <p:spPr>
            <a:xfrm>
              <a:off x="2167" y="3160"/>
              <a:ext cx="194" cy="230"/>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lgn="just">
                <a:spcBef>
                  <a:spcPct val="0"/>
                </a:spcBef>
                <a:buClrTx/>
                <a:buSzTx/>
                <a:buFontTx/>
                <a:buNone/>
              </a:pPr>
              <a:r>
                <a:rPr lang="zh-CN" altLang="en-US" sz="2400" b="1" dirty="0">
                  <a:solidFill>
                    <a:srgbClr val="FF3300"/>
                  </a:solidFill>
                  <a:latin typeface="仿宋_GB2312" pitchFamily="49" charset="-122"/>
                  <a:ea typeface="仿宋_GB2312" pitchFamily="49" charset="-122"/>
                </a:rPr>
                <a:t>明</a:t>
              </a:r>
              <a:endParaRPr lang="zh-CN" altLang="en-US" sz="1000" dirty="0">
                <a:latin typeface="Times New Roman" panose="02020603050405020304" pitchFamily="18" charset="0"/>
              </a:endParaRPr>
            </a:p>
          </p:txBody>
        </p:sp>
      </p:grpSp>
      <p:grpSp>
        <p:nvGrpSpPr>
          <p:cNvPr id="105488" name="Group 40"/>
          <p:cNvGrpSpPr/>
          <p:nvPr/>
        </p:nvGrpSpPr>
        <p:grpSpPr>
          <a:xfrm>
            <a:off x="535940" y="1905000"/>
            <a:ext cx="1304925" cy="2011363"/>
            <a:chOff x="3009" y="7222"/>
            <a:chExt cx="1040" cy="1557"/>
          </a:xfrm>
        </p:grpSpPr>
        <p:sp>
          <p:nvSpPr>
            <p:cNvPr id="105527" name="Rectangle 41"/>
            <p:cNvSpPr/>
            <p:nvPr/>
          </p:nvSpPr>
          <p:spPr>
            <a:xfrm>
              <a:off x="3803" y="7222"/>
              <a:ext cx="246" cy="283"/>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lgn="just">
                <a:spcBef>
                  <a:spcPct val="0"/>
                </a:spcBef>
                <a:buClrTx/>
                <a:buSzTx/>
                <a:buFontTx/>
                <a:buNone/>
              </a:pPr>
              <a:r>
                <a:rPr lang="zh-CN" altLang="en-US" sz="2400" b="1" dirty="0">
                  <a:solidFill>
                    <a:srgbClr val="FF3300"/>
                  </a:solidFill>
                  <a:latin typeface="仿宋_GB2312" pitchFamily="49" charset="-122"/>
                  <a:ea typeface="仿宋_GB2312" pitchFamily="49" charset="-122"/>
                </a:rPr>
                <a:t>数</a:t>
              </a:r>
              <a:endParaRPr lang="zh-CN" altLang="en-US" sz="1000" dirty="0">
                <a:latin typeface="Times New Roman" panose="02020603050405020304" pitchFamily="18" charset="0"/>
              </a:endParaRPr>
            </a:p>
          </p:txBody>
        </p:sp>
        <p:sp>
          <p:nvSpPr>
            <p:cNvPr id="105528" name="Rectangle 42"/>
            <p:cNvSpPr/>
            <p:nvPr/>
          </p:nvSpPr>
          <p:spPr>
            <a:xfrm>
              <a:off x="3537" y="7392"/>
              <a:ext cx="245" cy="28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lgn="just">
                <a:spcBef>
                  <a:spcPct val="0"/>
                </a:spcBef>
                <a:buClrTx/>
                <a:buSzTx/>
                <a:buFontTx/>
                <a:buNone/>
              </a:pPr>
              <a:r>
                <a:rPr lang="zh-CN" altLang="en-US" sz="2400" b="1" dirty="0">
                  <a:solidFill>
                    <a:srgbClr val="FF3300"/>
                  </a:solidFill>
                  <a:latin typeface="宋体" panose="02010600030101010101" pitchFamily="2" charset="-122"/>
                  <a:ea typeface="仿宋_GB2312" pitchFamily="49" charset="-122"/>
                </a:rPr>
                <a:t>据</a:t>
              </a:r>
              <a:endParaRPr lang="zh-CN" altLang="en-US" sz="2400" b="1" dirty="0">
                <a:solidFill>
                  <a:srgbClr val="FF3300"/>
                </a:solidFill>
                <a:latin typeface="Times New Roman" panose="02020603050405020304" pitchFamily="18" charset="0"/>
                <a:ea typeface="仿宋_GB2312" pitchFamily="49" charset="-122"/>
              </a:endParaRPr>
            </a:p>
          </p:txBody>
        </p:sp>
        <p:sp>
          <p:nvSpPr>
            <p:cNvPr id="105529" name="Rectangle 43"/>
            <p:cNvSpPr/>
            <p:nvPr/>
          </p:nvSpPr>
          <p:spPr>
            <a:xfrm>
              <a:off x="3322" y="7617"/>
              <a:ext cx="245" cy="28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lgn="just">
                <a:spcBef>
                  <a:spcPct val="0"/>
                </a:spcBef>
                <a:buClrTx/>
                <a:buSzTx/>
                <a:buFontTx/>
                <a:buNone/>
              </a:pPr>
              <a:r>
                <a:rPr lang="zh-CN" altLang="en-US" sz="2400" b="1" dirty="0">
                  <a:solidFill>
                    <a:srgbClr val="FF3300"/>
                  </a:solidFill>
                  <a:latin typeface="宋体" panose="02010600030101010101" pitchFamily="2" charset="-122"/>
                  <a:ea typeface="仿宋_GB2312" pitchFamily="49" charset="-122"/>
                </a:rPr>
                <a:t>对</a:t>
              </a:r>
              <a:endParaRPr lang="zh-CN" altLang="en-US" sz="2400" b="1" dirty="0">
                <a:solidFill>
                  <a:srgbClr val="FF3300"/>
                </a:solidFill>
                <a:latin typeface="Times New Roman" panose="02020603050405020304" pitchFamily="18" charset="0"/>
                <a:ea typeface="仿宋_GB2312" pitchFamily="49" charset="-122"/>
              </a:endParaRPr>
            </a:p>
          </p:txBody>
        </p:sp>
        <p:sp>
          <p:nvSpPr>
            <p:cNvPr id="105530" name="Rectangle 44"/>
            <p:cNvSpPr/>
            <p:nvPr/>
          </p:nvSpPr>
          <p:spPr>
            <a:xfrm>
              <a:off x="3205" y="7891"/>
              <a:ext cx="246" cy="28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lgn="just">
                <a:spcBef>
                  <a:spcPct val="0"/>
                </a:spcBef>
                <a:buClrTx/>
                <a:buSzTx/>
                <a:buFontTx/>
                <a:buNone/>
              </a:pPr>
              <a:r>
                <a:rPr lang="zh-CN" altLang="en-US" sz="2400" b="1" dirty="0">
                  <a:solidFill>
                    <a:srgbClr val="FF3300"/>
                  </a:solidFill>
                  <a:latin typeface="仿宋_GB2312" pitchFamily="49" charset="-122"/>
                  <a:ea typeface="仿宋_GB2312" pitchFamily="49" charset="-122"/>
                </a:rPr>
                <a:t>象</a:t>
              </a:r>
              <a:endParaRPr lang="zh-CN" altLang="en-US" sz="1000" dirty="0">
                <a:latin typeface="Times New Roman" panose="02020603050405020304" pitchFamily="18" charset="0"/>
              </a:endParaRPr>
            </a:p>
          </p:txBody>
        </p:sp>
        <p:sp>
          <p:nvSpPr>
            <p:cNvPr id="105531" name="Rectangle 45"/>
            <p:cNvSpPr/>
            <p:nvPr/>
          </p:nvSpPr>
          <p:spPr>
            <a:xfrm>
              <a:off x="3117" y="8170"/>
              <a:ext cx="245" cy="28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lgn="just">
                <a:spcBef>
                  <a:spcPct val="0"/>
                </a:spcBef>
                <a:buClrTx/>
                <a:buSzTx/>
                <a:buFontTx/>
                <a:buNone/>
              </a:pPr>
              <a:r>
                <a:rPr lang="zh-CN" altLang="en-US" sz="2400" b="1" dirty="0">
                  <a:solidFill>
                    <a:srgbClr val="FF3300"/>
                  </a:solidFill>
                  <a:latin typeface="宋体" panose="02010600030101010101" pitchFamily="2" charset="-122"/>
                  <a:ea typeface="仿宋_GB2312" pitchFamily="49" charset="-122"/>
                </a:rPr>
                <a:t>描</a:t>
              </a:r>
              <a:endParaRPr lang="zh-CN" altLang="en-US" sz="2400" b="1" dirty="0">
                <a:solidFill>
                  <a:srgbClr val="FF3300"/>
                </a:solidFill>
                <a:latin typeface="Times New Roman" panose="02020603050405020304" pitchFamily="18" charset="0"/>
                <a:ea typeface="仿宋_GB2312" pitchFamily="49" charset="-122"/>
              </a:endParaRPr>
            </a:p>
          </p:txBody>
        </p:sp>
        <p:sp>
          <p:nvSpPr>
            <p:cNvPr id="105532" name="Rectangle 46"/>
            <p:cNvSpPr/>
            <p:nvPr/>
          </p:nvSpPr>
          <p:spPr>
            <a:xfrm>
              <a:off x="3009" y="8300"/>
              <a:ext cx="397" cy="344"/>
            </a:xfrm>
            <a:prstGeom prst="rect">
              <a:avLst/>
            </a:prstGeom>
            <a:noFill/>
            <a:ln w="9525">
              <a:noFill/>
            </a:ln>
          </p:spPr>
          <p:txBody>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endParaRPr lang="zh-CN" altLang="en-US" sz="1800" dirty="0"/>
            </a:p>
          </p:txBody>
        </p:sp>
        <p:sp>
          <p:nvSpPr>
            <p:cNvPr id="105533" name="Rectangle 47"/>
            <p:cNvSpPr/>
            <p:nvPr/>
          </p:nvSpPr>
          <p:spPr>
            <a:xfrm>
              <a:off x="3138" y="8496"/>
              <a:ext cx="246" cy="283"/>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lgn="just">
                <a:spcBef>
                  <a:spcPct val="0"/>
                </a:spcBef>
                <a:buClrTx/>
                <a:buSzTx/>
                <a:buFontTx/>
                <a:buNone/>
              </a:pPr>
              <a:r>
                <a:rPr lang="zh-CN" altLang="en-US" sz="2400" b="1" dirty="0">
                  <a:solidFill>
                    <a:srgbClr val="FF3300"/>
                  </a:solidFill>
                  <a:latin typeface="仿宋_GB2312" pitchFamily="49" charset="-122"/>
                  <a:ea typeface="仿宋_GB2312" pitchFamily="49" charset="-122"/>
                </a:rPr>
                <a:t>述</a:t>
              </a:r>
              <a:endParaRPr lang="zh-CN" altLang="en-US" sz="1000" dirty="0">
                <a:latin typeface="Times New Roman" panose="02020603050405020304" pitchFamily="18" charset="0"/>
              </a:endParaRPr>
            </a:p>
          </p:txBody>
        </p:sp>
      </p:grpSp>
      <p:sp>
        <p:nvSpPr>
          <p:cNvPr id="105489" name="Freeform 48"/>
          <p:cNvSpPr/>
          <p:nvPr/>
        </p:nvSpPr>
        <p:spPr>
          <a:xfrm>
            <a:off x="6020753" y="1550988"/>
            <a:ext cx="1047750" cy="938212"/>
          </a:xfrm>
          <a:custGeom>
            <a:avLst/>
            <a:gdLst/>
            <a:ahLst/>
            <a:cxnLst>
              <a:cxn ang="0">
                <a:pos x="2147483646" y="0"/>
              </a:cxn>
              <a:cxn ang="0">
                <a:pos x="0" y="2147483646"/>
              </a:cxn>
              <a:cxn ang="0">
                <a:pos x="2147483646" y="2147483646"/>
              </a:cxn>
              <a:cxn ang="0">
                <a:pos x="2147483646" y="0"/>
              </a:cxn>
            </a:cxnLst>
            <a:rect l="0" t="0" r="0" b="0"/>
            <a:pathLst>
              <a:path w="835" h="727">
                <a:moveTo>
                  <a:pt x="416" y="0"/>
                </a:moveTo>
                <a:lnTo>
                  <a:pt x="0" y="727"/>
                </a:lnTo>
                <a:lnTo>
                  <a:pt x="835" y="727"/>
                </a:lnTo>
                <a:lnTo>
                  <a:pt x="416" y="0"/>
                </a:lnTo>
                <a:close/>
              </a:path>
            </a:pathLst>
          </a:custGeom>
          <a:solidFill>
            <a:srgbClr val="808080">
              <a:alpha val="100000"/>
            </a:srgbClr>
          </a:solidFill>
          <a:ln w="19050" cap="flat" cmpd="sng">
            <a:solidFill>
              <a:srgbClr val="808080">
                <a:alpha val="100000"/>
              </a:srgbClr>
            </a:solidFill>
            <a:prstDash val="solid"/>
            <a:round/>
            <a:headEnd type="none" w="med" len="med"/>
            <a:tailEnd type="none" w="med" len="med"/>
          </a:ln>
        </p:spPr>
        <p:txBody>
          <a:bodyPr/>
          <a:lstStyle/>
          <a:p>
            <a:endParaRPr lang="zh-CN" altLang="en-US"/>
          </a:p>
        </p:txBody>
      </p:sp>
      <p:sp>
        <p:nvSpPr>
          <p:cNvPr id="105490" name="Freeform 49"/>
          <p:cNvSpPr/>
          <p:nvPr/>
        </p:nvSpPr>
        <p:spPr>
          <a:xfrm>
            <a:off x="5944553" y="1481138"/>
            <a:ext cx="1049337" cy="938212"/>
          </a:xfrm>
          <a:custGeom>
            <a:avLst/>
            <a:gdLst/>
            <a:ahLst/>
            <a:cxnLst>
              <a:cxn ang="0">
                <a:pos x="2147483646" y="0"/>
              </a:cxn>
              <a:cxn ang="0">
                <a:pos x="0" y="2147483646"/>
              </a:cxn>
              <a:cxn ang="0">
                <a:pos x="2147483646" y="2147483646"/>
              </a:cxn>
              <a:cxn ang="0">
                <a:pos x="2147483646" y="0"/>
              </a:cxn>
            </a:cxnLst>
            <a:rect l="0" t="0" r="0" b="0"/>
            <a:pathLst>
              <a:path w="836" h="726">
                <a:moveTo>
                  <a:pt x="417" y="0"/>
                </a:moveTo>
                <a:lnTo>
                  <a:pt x="0" y="726"/>
                </a:lnTo>
                <a:lnTo>
                  <a:pt x="836" y="726"/>
                </a:lnTo>
                <a:lnTo>
                  <a:pt x="417" y="0"/>
                </a:lnTo>
                <a:close/>
              </a:path>
            </a:pathLst>
          </a:custGeom>
          <a:solidFill>
            <a:srgbClr val="FFFF99">
              <a:alpha val="100000"/>
            </a:srgbClr>
          </a:solidFill>
          <a:ln w="19050" cap="flat" cmpd="sng">
            <a:solidFill>
              <a:srgbClr val="0000FF">
                <a:alpha val="100000"/>
              </a:srgbClr>
            </a:solidFill>
            <a:prstDash val="solid"/>
            <a:round/>
            <a:headEnd type="none" w="med" len="med"/>
            <a:tailEnd type="none" w="med" len="med"/>
          </a:ln>
        </p:spPr>
        <p:txBody>
          <a:bodyPr/>
          <a:lstStyle/>
          <a:p>
            <a:endParaRPr lang="zh-CN" altLang="en-US"/>
          </a:p>
        </p:txBody>
      </p:sp>
      <p:sp>
        <p:nvSpPr>
          <p:cNvPr id="105491" name="Freeform 50"/>
          <p:cNvSpPr/>
          <p:nvPr/>
        </p:nvSpPr>
        <p:spPr>
          <a:xfrm>
            <a:off x="4296728" y="5157788"/>
            <a:ext cx="4492625" cy="647700"/>
          </a:xfrm>
          <a:custGeom>
            <a:avLst/>
            <a:gdLst/>
            <a:ahLst/>
            <a:cxnLst>
              <a:cxn ang="0">
                <a:pos x="0" y="2147483646"/>
              </a:cxn>
              <a:cxn ang="0">
                <a:pos x="2147483646" y="0"/>
              </a:cxn>
              <a:cxn ang="0">
                <a:pos x="2147483646" y="0"/>
              </a:cxn>
              <a:cxn ang="0">
                <a:pos x="2147483646" y="2147483646"/>
              </a:cxn>
              <a:cxn ang="0">
                <a:pos x="0" y="2147483646"/>
              </a:cxn>
            </a:cxnLst>
            <a:rect l="0" t="0" r="0" b="0"/>
            <a:pathLst>
              <a:path w="3580" h="502">
                <a:moveTo>
                  <a:pt x="0" y="502"/>
                </a:moveTo>
                <a:lnTo>
                  <a:pt x="285" y="0"/>
                </a:lnTo>
                <a:lnTo>
                  <a:pt x="3298" y="0"/>
                </a:lnTo>
                <a:lnTo>
                  <a:pt x="3580" y="502"/>
                </a:lnTo>
                <a:lnTo>
                  <a:pt x="0" y="502"/>
                </a:lnTo>
                <a:close/>
              </a:path>
            </a:pathLst>
          </a:custGeom>
          <a:solidFill>
            <a:srgbClr val="808080">
              <a:alpha val="100000"/>
            </a:srgbClr>
          </a:solidFill>
          <a:ln w="19050" cap="flat" cmpd="sng">
            <a:solidFill>
              <a:srgbClr val="808080">
                <a:alpha val="100000"/>
              </a:srgbClr>
            </a:solidFill>
            <a:prstDash val="solid"/>
            <a:round/>
            <a:headEnd type="none" w="med" len="med"/>
            <a:tailEnd type="none" w="med" len="med"/>
          </a:ln>
        </p:spPr>
        <p:txBody>
          <a:bodyPr/>
          <a:lstStyle/>
          <a:p>
            <a:endParaRPr lang="zh-CN" altLang="en-US"/>
          </a:p>
        </p:txBody>
      </p:sp>
      <p:sp>
        <p:nvSpPr>
          <p:cNvPr id="105492" name="Freeform 51"/>
          <p:cNvSpPr/>
          <p:nvPr/>
        </p:nvSpPr>
        <p:spPr>
          <a:xfrm>
            <a:off x="4222115" y="5086350"/>
            <a:ext cx="4495800" cy="649288"/>
          </a:xfrm>
          <a:custGeom>
            <a:avLst/>
            <a:gdLst/>
            <a:ahLst/>
            <a:cxnLst>
              <a:cxn ang="0">
                <a:pos x="0" y="2147483646"/>
              </a:cxn>
              <a:cxn ang="0">
                <a:pos x="2147483646" y="0"/>
              </a:cxn>
              <a:cxn ang="0">
                <a:pos x="2147483646" y="0"/>
              </a:cxn>
              <a:cxn ang="0">
                <a:pos x="2147483646" y="2147483646"/>
              </a:cxn>
              <a:cxn ang="0">
                <a:pos x="0" y="2147483646"/>
              </a:cxn>
            </a:cxnLst>
            <a:rect l="0" t="0" r="0" b="0"/>
            <a:pathLst>
              <a:path w="3582" h="503">
                <a:moveTo>
                  <a:pt x="0" y="503"/>
                </a:moveTo>
                <a:lnTo>
                  <a:pt x="285" y="0"/>
                </a:lnTo>
                <a:lnTo>
                  <a:pt x="3297" y="0"/>
                </a:lnTo>
                <a:lnTo>
                  <a:pt x="3582" y="503"/>
                </a:lnTo>
                <a:lnTo>
                  <a:pt x="0" y="503"/>
                </a:lnTo>
                <a:close/>
              </a:path>
            </a:pathLst>
          </a:custGeom>
          <a:solidFill>
            <a:srgbClr val="00FFFF">
              <a:alpha val="100000"/>
            </a:srgbClr>
          </a:solidFill>
          <a:ln w="19050" cap="flat" cmpd="sng">
            <a:solidFill>
              <a:srgbClr val="0000FF">
                <a:alpha val="100000"/>
              </a:srgbClr>
            </a:solidFill>
            <a:prstDash val="solid"/>
            <a:round/>
            <a:headEnd type="none" w="med" len="med"/>
            <a:tailEnd type="none" w="med" len="med"/>
          </a:ln>
        </p:spPr>
        <p:txBody>
          <a:bodyPr/>
          <a:lstStyle/>
          <a:p>
            <a:endParaRPr lang="zh-CN" altLang="en-US"/>
          </a:p>
        </p:txBody>
      </p:sp>
      <p:sp>
        <p:nvSpPr>
          <p:cNvPr id="105493" name="Freeform 52"/>
          <p:cNvSpPr/>
          <p:nvPr/>
        </p:nvSpPr>
        <p:spPr>
          <a:xfrm>
            <a:off x="4747578" y="4362450"/>
            <a:ext cx="3668712" cy="649288"/>
          </a:xfrm>
          <a:custGeom>
            <a:avLst/>
            <a:gdLst/>
            <a:ahLst/>
            <a:cxnLst>
              <a:cxn ang="0">
                <a:pos x="0" y="2147483646"/>
              </a:cxn>
              <a:cxn ang="0">
                <a:pos x="2147483646" y="0"/>
              </a:cxn>
              <a:cxn ang="0">
                <a:pos x="2147483646" y="0"/>
              </a:cxn>
              <a:cxn ang="0">
                <a:pos x="2147483646" y="2147483646"/>
              </a:cxn>
              <a:cxn ang="0">
                <a:pos x="0" y="2147483646"/>
              </a:cxn>
            </a:cxnLst>
            <a:rect l="0" t="0" r="0" b="0"/>
            <a:pathLst>
              <a:path w="2923" h="503">
                <a:moveTo>
                  <a:pt x="0" y="503"/>
                </a:moveTo>
                <a:lnTo>
                  <a:pt x="275" y="0"/>
                </a:lnTo>
                <a:lnTo>
                  <a:pt x="2648" y="0"/>
                </a:lnTo>
                <a:lnTo>
                  <a:pt x="2923" y="503"/>
                </a:lnTo>
                <a:lnTo>
                  <a:pt x="0" y="503"/>
                </a:lnTo>
                <a:close/>
              </a:path>
            </a:pathLst>
          </a:custGeom>
          <a:solidFill>
            <a:srgbClr val="808080">
              <a:alpha val="100000"/>
            </a:srgbClr>
          </a:solidFill>
          <a:ln w="19050" cap="flat" cmpd="sng">
            <a:solidFill>
              <a:srgbClr val="808080">
                <a:alpha val="100000"/>
              </a:srgbClr>
            </a:solidFill>
            <a:prstDash val="solid"/>
            <a:round/>
            <a:headEnd type="none" w="med" len="med"/>
            <a:tailEnd type="none" w="med" len="med"/>
          </a:ln>
        </p:spPr>
        <p:txBody>
          <a:bodyPr/>
          <a:lstStyle/>
          <a:p>
            <a:endParaRPr lang="zh-CN" altLang="en-US"/>
          </a:p>
        </p:txBody>
      </p:sp>
      <p:sp>
        <p:nvSpPr>
          <p:cNvPr id="105494" name="Freeform 53"/>
          <p:cNvSpPr/>
          <p:nvPr/>
        </p:nvSpPr>
        <p:spPr>
          <a:xfrm>
            <a:off x="4672965" y="4291013"/>
            <a:ext cx="3668713" cy="650875"/>
          </a:xfrm>
          <a:custGeom>
            <a:avLst/>
            <a:gdLst/>
            <a:ahLst/>
            <a:cxnLst>
              <a:cxn ang="0">
                <a:pos x="0" y="2147483646"/>
              </a:cxn>
              <a:cxn ang="0">
                <a:pos x="2147483646" y="0"/>
              </a:cxn>
              <a:cxn ang="0">
                <a:pos x="2147483646" y="0"/>
              </a:cxn>
              <a:cxn ang="0">
                <a:pos x="2147483646" y="2147483646"/>
              </a:cxn>
              <a:cxn ang="0">
                <a:pos x="0" y="2147483646"/>
              </a:cxn>
            </a:cxnLst>
            <a:rect l="0" t="0" r="0" b="0"/>
            <a:pathLst>
              <a:path w="2923" h="503">
                <a:moveTo>
                  <a:pt x="0" y="503"/>
                </a:moveTo>
                <a:lnTo>
                  <a:pt x="275" y="0"/>
                </a:lnTo>
                <a:lnTo>
                  <a:pt x="2648" y="0"/>
                </a:lnTo>
                <a:lnTo>
                  <a:pt x="2923" y="503"/>
                </a:lnTo>
                <a:lnTo>
                  <a:pt x="0" y="503"/>
                </a:lnTo>
                <a:close/>
              </a:path>
            </a:pathLst>
          </a:custGeom>
          <a:solidFill>
            <a:srgbClr val="66FF33">
              <a:alpha val="100000"/>
            </a:srgbClr>
          </a:solidFill>
          <a:ln w="19050" cap="flat" cmpd="sng">
            <a:solidFill>
              <a:srgbClr val="0000FF">
                <a:alpha val="100000"/>
              </a:srgbClr>
            </a:solidFill>
            <a:prstDash val="solid"/>
            <a:round/>
            <a:headEnd type="none" w="med" len="med"/>
            <a:tailEnd type="none" w="med" len="med"/>
          </a:ln>
        </p:spPr>
        <p:txBody>
          <a:bodyPr/>
          <a:lstStyle/>
          <a:p>
            <a:endParaRPr lang="zh-CN" altLang="en-US"/>
          </a:p>
        </p:txBody>
      </p:sp>
      <p:sp>
        <p:nvSpPr>
          <p:cNvPr id="105495" name="Freeform 54"/>
          <p:cNvSpPr/>
          <p:nvPr/>
        </p:nvSpPr>
        <p:spPr>
          <a:xfrm>
            <a:off x="5120640" y="3498850"/>
            <a:ext cx="2847975" cy="723900"/>
          </a:xfrm>
          <a:custGeom>
            <a:avLst/>
            <a:gdLst/>
            <a:ahLst/>
            <a:cxnLst>
              <a:cxn ang="0">
                <a:pos x="0" y="2147483646"/>
              </a:cxn>
              <a:cxn ang="0">
                <a:pos x="2147483646" y="0"/>
              </a:cxn>
              <a:cxn ang="0">
                <a:pos x="2147483646" y="0"/>
              </a:cxn>
              <a:cxn ang="0">
                <a:pos x="2147483646" y="2147483646"/>
              </a:cxn>
              <a:cxn ang="0">
                <a:pos x="0" y="2147483646"/>
              </a:cxn>
            </a:cxnLst>
            <a:rect l="0" t="0" r="0" b="0"/>
            <a:pathLst>
              <a:path w="2269" h="560">
                <a:moveTo>
                  <a:pt x="0" y="560"/>
                </a:moveTo>
                <a:lnTo>
                  <a:pt x="313" y="0"/>
                </a:lnTo>
                <a:lnTo>
                  <a:pt x="1954" y="0"/>
                </a:lnTo>
                <a:lnTo>
                  <a:pt x="2269" y="560"/>
                </a:lnTo>
                <a:lnTo>
                  <a:pt x="0" y="560"/>
                </a:lnTo>
                <a:close/>
              </a:path>
            </a:pathLst>
          </a:custGeom>
          <a:solidFill>
            <a:srgbClr val="808080">
              <a:alpha val="100000"/>
            </a:srgbClr>
          </a:solidFill>
          <a:ln w="19050" cap="flat" cmpd="sng">
            <a:solidFill>
              <a:srgbClr val="808080">
                <a:alpha val="100000"/>
              </a:srgbClr>
            </a:solidFill>
            <a:prstDash val="solid"/>
            <a:round/>
            <a:headEnd type="none" w="med" len="med"/>
            <a:tailEnd type="none" w="med" len="med"/>
          </a:ln>
        </p:spPr>
        <p:txBody>
          <a:bodyPr/>
          <a:lstStyle/>
          <a:p>
            <a:endParaRPr lang="zh-CN" altLang="en-US"/>
          </a:p>
        </p:txBody>
      </p:sp>
      <p:sp>
        <p:nvSpPr>
          <p:cNvPr id="105496" name="Freeform 55"/>
          <p:cNvSpPr/>
          <p:nvPr/>
        </p:nvSpPr>
        <p:spPr>
          <a:xfrm>
            <a:off x="5046028" y="3427413"/>
            <a:ext cx="2847975" cy="720725"/>
          </a:xfrm>
          <a:custGeom>
            <a:avLst/>
            <a:gdLst/>
            <a:ahLst/>
            <a:cxnLst>
              <a:cxn ang="0">
                <a:pos x="0" y="2147483646"/>
              </a:cxn>
              <a:cxn ang="0">
                <a:pos x="2147483646" y="0"/>
              </a:cxn>
              <a:cxn ang="0">
                <a:pos x="2147483646" y="0"/>
              </a:cxn>
              <a:cxn ang="0">
                <a:pos x="2147483646" y="2147483646"/>
              </a:cxn>
              <a:cxn ang="0">
                <a:pos x="0" y="2147483646"/>
              </a:cxn>
            </a:cxnLst>
            <a:rect l="0" t="0" r="0" b="0"/>
            <a:pathLst>
              <a:path w="2268" h="558">
                <a:moveTo>
                  <a:pt x="0" y="558"/>
                </a:moveTo>
                <a:lnTo>
                  <a:pt x="312" y="0"/>
                </a:lnTo>
                <a:lnTo>
                  <a:pt x="1953" y="0"/>
                </a:lnTo>
                <a:lnTo>
                  <a:pt x="2268" y="558"/>
                </a:lnTo>
                <a:lnTo>
                  <a:pt x="0" y="558"/>
                </a:lnTo>
                <a:close/>
              </a:path>
            </a:pathLst>
          </a:custGeom>
          <a:solidFill>
            <a:srgbClr val="CCFF33">
              <a:alpha val="100000"/>
            </a:srgbClr>
          </a:solidFill>
          <a:ln w="19050" cap="flat" cmpd="sng">
            <a:solidFill>
              <a:srgbClr val="0000FF">
                <a:alpha val="100000"/>
              </a:srgbClr>
            </a:solidFill>
            <a:prstDash val="solid"/>
            <a:round/>
            <a:headEnd type="none" w="med" len="med"/>
            <a:tailEnd type="none" w="med" len="med"/>
          </a:ln>
        </p:spPr>
        <p:txBody>
          <a:bodyPr/>
          <a:lstStyle/>
          <a:p>
            <a:endParaRPr lang="zh-CN" altLang="en-US"/>
          </a:p>
        </p:txBody>
      </p:sp>
      <p:sp>
        <p:nvSpPr>
          <p:cNvPr id="105497" name="Freeform 56"/>
          <p:cNvSpPr/>
          <p:nvPr/>
        </p:nvSpPr>
        <p:spPr>
          <a:xfrm>
            <a:off x="5496878" y="2563813"/>
            <a:ext cx="1946275" cy="719137"/>
          </a:xfrm>
          <a:custGeom>
            <a:avLst/>
            <a:gdLst/>
            <a:ahLst/>
            <a:cxnLst>
              <a:cxn ang="0">
                <a:pos x="0" y="2147483646"/>
              </a:cxn>
              <a:cxn ang="0">
                <a:pos x="2147483646" y="0"/>
              </a:cxn>
              <a:cxn ang="0">
                <a:pos x="2147483646" y="0"/>
              </a:cxn>
              <a:cxn ang="0">
                <a:pos x="2147483646" y="2147483646"/>
              </a:cxn>
              <a:cxn ang="0">
                <a:pos x="0" y="2147483646"/>
              </a:cxn>
            </a:cxnLst>
            <a:rect l="0" t="0" r="0" b="0"/>
            <a:pathLst>
              <a:path w="1550" h="557">
                <a:moveTo>
                  <a:pt x="0" y="557"/>
                </a:moveTo>
                <a:lnTo>
                  <a:pt x="335" y="0"/>
                </a:lnTo>
                <a:lnTo>
                  <a:pt x="1215" y="0"/>
                </a:lnTo>
                <a:lnTo>
                  <a:pt x="1550" y="557"/>
                </a:lnTo>
                <a:lnTo>
                  <a:pt x="0" y="557"/>
                </a:lnTo>
                <a:close/>
              </a:path>
            </a:pathLst>
          </a:custGeom>
          <a:solidFill>
            <a:srgbClr val="99FFCC">
              <a:alpha val="100000"/>
            </a:srgbClr>
          </a:solidFill>
          <a:ln w="19050" cap="flat" cmpd="sng">
            <a:solidFill>
              <a:srgbClr val="0000FF">
                <a:alpha val="100000"/>
              </a:srgbClr>
            </a:solidFill>
            <a:prstDash val="solid"/>
            <a:round/>
            <a:headEnd type="none" w="med" len="med"/>
            <a:tailEnd type="none" w="med" len="med"/>
          </a:ln>
        </p:spPr>
        <p:txBody>
          <a:bodyPr/>
          <a:lstStyle/>
          <a:p>
            <a:endParaRPr lang="zh-CN" altLang="en-US"/>
          </a:p>
        </p:txBody>
      </p:sp>
      <p:sp>
        <p:nvSpPr>
          <p:cNvPr id="105498" name="Rectangle 57"/>
          <p:cNvSpPr/>
          <p:nvPr/>
        </p:nvSpPr>
        <p:spPr>
          <a:xfrm>
            <a:off x="5995353" y="2805113"/>
            <a:ext cx="1325562" cy="484187"/>
          </a:xfrm>
          <a:prstGeom prst="rect">
            <a:avLst/>
          </a:prstGeom>
          <a:noFill/>
          <a:ln w="9525">
            <a:noFill/>
          </a:ln>
        </p:spPr>
        <p:txBody>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endParaRPr lang="zh-CN" altLang="en-US" sz="1800" dirty="0"/>
          </a:p>
        </p:txBody>
      </p:sp>
      <p:sp>
        <p:nvSpPr>
          <p:cNvPr id="105499" name="Rectangle 58"/>
          <p:cNvSpPr/>
          <p:nvPr/>
        </p:nvSpPr>
        <p:spPr>
          <a:xfrm>
            <a:off x="5911215" y="2825750"/>
            <a:ext cx="1231900" cy="36512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lgn="just">
              <a:spcBef>
                <a:spcPct val="0"/>
              </a:spcBef>
              <a:buClrTx/>
              <a:buSzTx/>
              <a:buFontTx/>
              <a:buNone/>
            </a:pPr>
            <a:r>
              <a:rPr lang="zh-CN" altLang="en-US" sz="2400" b="1" dirty="0">
                <a:solidFill>
                  <a:srgbClr val="FF3300"/>
                </a:solidFill>
                <a:latin typeface="宋体" panose="02010600030101010101" pitchFamily="2" charset="-122"/>
                <a:ea typeface="仿宋_GB2312" pitchFamily="49" charset="-122"/>
              </a:rPr>
              <a:t>过程设计</a:t>
            </a:r>
            <a:endParaRPr lang="zh-CN" altLang="en-US" sz="2400" b="1" dirty="0">
              <a:solidFill>
                <a:srgbClr val="FF3300"/>
              </a:solidFill>
              <a:latin typeface="Times New Roman" panose="02020603050405020304" pitchFamily="18" charset="0"/>
              <a:ea typeface="仿宋_GB2312" pitchFamily="49" charset="-122"/>
            </a:endParaRPr>
          </a:p>
        </p:txBody>
      </p:sp>
      <p:sp>
        <p:nvSpPr>
          <p:cNvPr id="105500" name="Rectangle 59"/>
          <p:cNvSpPr/>
          <p:nvPr/>
        </p:nvSpPr>
        <p:spPr>
          <a:xfrm>
            <a:off x="5893753" y="3641725"/>
            <a:ext cx="1231900" cy="36512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lgn="just">
              <a:spcBef>
                <a:spcPct val="0"/>
              </a:spcBef>
              <a:buClrTx/>
              <a:buSzTx/>
              <a:buFontTx/>
              <a:buNone/>
            </a:pPr>
            <a:r>
              <a:rPr lang="zh-CN" altLang="en-US" sz="2400" b="1" dirty="0">
                <a:solidFill>
                  <a:srgbClr val="FF3300"/>
                </a:solidFill>
                <a:latin typeface="宋体" panose="02010600030101010101" pitchFamily="2" charset="-122"/>
                <a:ea typeface="仿宋_GB2312" pitchFamily="49" charset="-122"/>
              </a:rPr>
              <a:t>接口设计</a:t>
            </a:r>
            <a:endParaRPr lang="zh-CN" altLang="en-US" sz="2400" b="1" dirty="0">
              <a:solidFill>
                <a:srgbClr val="FF3300"/>
              </a:solidFill>
              <a:latin typeface="Times New Roman" panose="02020603050405020304" pitchFamily="18" charset="0"/>
              <a:ea typeface="仿宋_GB2312" pitchFamily="49" charset="-122"/>
            </a:endParaRPr>
          </a:p>
        </p:txBody>
      </p:sp>
      <p:sp>
        <p:nvSpPr>
          <p:cNvPr id="105501" name="Rectangle 60"/>
          <p:cNvSpPr/>
          <p:nvPr/>
        </p:nvSpPr>
        <p:spPr>
          <a:xfrm>
            <a:off x="5584190" y="4437063"/>
            <a:ext cx="1847850" cy="36512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lgn="just">
              <a:spcBef>
                <a:spcPct val="0"/>
              </a:spcBef>
              <a:buClrTx/>
              <a:buSzTx/>
              <a:buFontTx/>
              <a:buNone/>
            </a:pPr>
            <a:r>
              <a:rPr lang="zh-CN" altLang="en-US" sz="2400" b="1" dirty="0">
                <a:solidFill>
                  <a:srgbClr val="FF3300"/>
                </a:solidFill>
                <a:latin typeface="宋体" panose="02010600030101010101" pitchFamily="2" charset="-122"/>
                <a:ea typeface="仿宋_GB2312" pitchFamily="49" charset="-122"/>
              </a:rPr>
              <a:t>体系结构设计</a:t>
            </a:r>
            <a:endParaRPr lang="zh-CN" altLang="en-US" sz="2400" b="1" dirty="0">
              <a:solidFill>
                <a:srgbClr val="FF3300"/>
              </a:solidFill>
              <a:latin typeface="Times New Roman" panose="02020603050405020304" pitchFamily="18" charset="0"/>
              <a:ea typeface="仿宋_GB2312" pitchFamily="49" charset="-122"/>
            </a:endParaRPr>
          </a:p>
        </p:txBody>
      </p:sp>
      <p:sp>
        <p:nvSpPr>
          <p:cNvPr id="105502" name="Rectangle 61"/>
          <p:cNvSpPr/>
          <p:nvPr/>
        </p:nvSpPr>
        <p:spPr>
          <a:xfrm>
            <a:off x="5890578" y="5230813"/>
            <a:ext cx="1231900" cy="36512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lgn="just">
              <a:spcBef>
                <a:spcPct val="0"/>
              </a:spcBef>
              <a:buClrTx/>
              <a:buSzTx/>
              <a:buFontTx/>
              <a:buNone/>
            </a:pPr>
            <a:r>
              <a:rPr lang="zh-CN" altLang="en-US" sz="2400" b="1" dirty="0">
                <a:solidFill>
                  <a:srgbClr val="FF3300"/>
                </a:solidFill>
                <a:latin typeface="仿宋_GB2312" pitchFamily="49" charset="-122"/>
                <a:ea typeface="仿宋_GB2312" pitchFamily="49" charset="-122"/>
              </a:rPr>
              <a:t>数据设计</a:t>
            </a:r>
            <a:endParaRPr lang="zh-CN" altLang="en-US" sz="1000" dirty="0">
              <a:latin typeface="Times New Roman" panose="02020603050405020304" pitchFamily="18" charset="0"/>
            </a:endParaRPr>
          </a:p>
        </p:txBody>
      </p:sp>
      <p:sp>
        <p:nvSpPr>
          <p:cNvPr id="105503" name="Freeform 62"/>
          <p:cNvSpPr/>
          <p:nvPr/>
        </p:nvSpPr>
        <p:spPr>
          <a:xfrm>
            <a:off x="2941003" y="3916363"/>
            <a:ext cx="1717675" cy="1392237"/>
          </a:xfrm>
          <a:custGeom>
            <a:avLst/>
            <a:gdLst/>
            <a:ahLst/>
            <a:cxnLst>
              <a:cxn ang="0">
                <a:pos x="2147483646" y="0"/>
              </a:cxn>
              <a:cxn ang="0">
                <a:pos x="0" y="2147483646"/>
              </a:cxn>
              <a:cxn ang="0">
                <a:pos x="2147483646" y="2147483646"/>
              </a:cxn>
              <a:cxn ang="0">
                <a:pos x="2147483646" y="2147483646"/>
              </a:cxn>
              <a:cxn ang="0">
                <a:pos x="2147483646" y="0"/>
              </a:cxn>
            </a:cxnLst>
            <a:rect l="0" t="0" r="0" b="0"/>
            <a:pathLst>
              <a:path w="1369" h="1078">
                <a:moveTo>
                  <a:pt x="17" y="0"/>
                </a:moveTo>
                <a:lnTo>
                  <a:pt x="0" y="25"/>
                </a:lnTo>
                <a:lnTo>
                  <a:pt x="1351" y="1078"/>
                </a:lnTo>
                <a:lnTo>
                  <a:pt x="1369" y="1053"/>
                </a:lnTo>
                <a:lnTo>
                  <a:pt x="17" y="0"/>
                </a:lnTo>
                <a:close/>
              </a:path>
            </a:pathLst>
          </a:custGeom>
          <a:solidFill>
            <a:srgbClr val="3333FF">
              <a:alpha val="100000"/>
            </a:srgbClr>
          </a:solidFill>
          <a:ln w="9525">
            <a:noFill/>
          </a:ln>
        </p:spPr>
        <p:txBody>
          <a:bodyPr/>
          <a:lstStyle/>
          <a:p>
            <a:endParaRPr lang="zh-CN" altLang="en-US"/>
          </a:p>
        </p:txBody>
      </p:sp>
      <p:grpSp>
        <p:nvGrpSpPr>
          <p:cNvPr id="105504" name="Group 63"/>
          <p:cNvGrpSpPr/>
          <p:nvPr/>
        </p:nvGrpSpPr>
        <p:grpSpPr>
          <a:xfrm>
            <a:off x="254953" y="1257300"/>
            <a:ext cx="5840412" cy="4724400"/>
            <a:chOff x="2771" y="6611"/>
            <a:chExt cx="4654" cy="3657"/>
          </a:xfrm>
        </p:grpSpPr>
        <p:sp>
          <p:nvSpPr>
            <p:cNvPr id="105505" name="Rectangle 64"/>
            <p:cNvSpPr/>
            <p:nvPr/>
          </p:nvSpPr>
          <p:spPr>
            <a:xfrm>
              <a:off x="6111" y="8007"/>
              <a:ext cx="1024" cy="30"/>
            </a:xfrm>
            <a:prstGeom prst="rect">
              <a:avLst/>
            </a:prstGeom>
            <a:solidFill>
              <a:srgbClr val="3333FF"/>
            </a:solidFill>
            <a:ln w="9525">
              <a:noFill/>
            </a:ln>
          </p:spPr>
          <p:txBody>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endParaRPr lang="zh-CN" altLang="en-US" sz="1800" dirty="0"/>
            </a:p>
          </p:txBody>
        </p:sp>
        <p:sp>
          <p:nvSpPr>
            <p:cNvPr id="105506" name="Oval 65"/>
            <p:cNvSpPr/>
            <p:nvPr/>
          </p:nvSpPr>
          <p:spPr>
            <a:xfrm>
              <a:off x="6052" y="7964"/>
              <a:ext cx="131" cy="122"/>
            </a:xfrm>
            <a:prstGeom prst="ellipse">
              <a:avLst/>
            </a:prstGeom>
            <a:solidFill>
              <a:srgbClr val="3333FF"/>
            </a:solidFill>
            <a:ln w="9525">
              <a:noFill/>
            </a:ln>
          </p:spPr>
          <p:txBody>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endParaRPr lang="zh-CN" altLang="en-US" sz="1800" dirty="0"/>
            </a:p>
          </p:txBody>
        </p:sp>
        <p:sp>
          <p:nvSpPr>
            <p:cNvPr id="105507" name="Freeform 66"/>
            <p:cNvSpPr/>
            <p:nvPr/>
          </p:nvSpPr>
          <p:spPr>
            <a:xfrm>
              <a:off x="7120" y="7964"/>
              <a:ext cx="127" cy="120"/>
            </a:xfrm>
            <a:custGeom>
              <a:avLst/>
              <a:gdLst/>
              <a:ahLst/>
              <a:cxnLst>
                <a:cxn ang="0">
                  <a:pos x="0" y="120"/>
                </a:cxn>
                <a:cxn ang="0">
                  <a:pos x="127" y="58"/>
                </a:cxn>
                <a:cxn ang="0">
                  <a:pos x="0" y="0"/>
                </a:cxn>
                <a:cxn ang="0">
                  <a:pos x="0" y="120"/>
                </a:cxn>
              </a:cxnLst>
              <a:rect l="0" t="0" r="0" b="0"/>
              <a:pathLst>
                <a:path w="127" h="120">
                  <a:moveTo>
                    <a:pt x="0" y="120"/>
                  </a:moveTo>
                  <a:lnTo>
                    <a:pt x="127" y="58"/>
                  </a:lnTo>
                  <a:lnTo>
                    <a:pt x="0" y="0"/>
                  </a:lnTo>
                  <a:lnTo>
                    <a:pt x="0" y="120"/>
                  </a:lnTo>
                  <a:close/>
                </a:path>
              </a:pathLst>
            </a:custGeom>
            <a:solidFill>
              <a:srgbClr val="3333FF">
                <a:alpha val="100000"/>
              </a:srgbClr>
            </a:solidFill>
            <a:ln w="9525">
              <a:noFill/>
            </a:ln>
          </p:spPr>
          <p:txBody>
            <a:bodyPr/>
            <a:lstStyle/>
            <a:p>
              <a:endParaRPr lang="zh-CN" altLang="en-US"/>
            </a:p>
          </p:txBody>
        </p:sp>
        <p:sp>
          <p:nvSpPr>
            <p:cNvPr id="105508" name="Freeform 67"/>
            <p:cNvSpPr/>
            <p:nvPr/>
          </p:nvSpPr>
          <p:spPr>
            <a:xfrm>
              <a:off x="5695" y="8619"/>
              <a:ext cx="1140" cy="32"/>
            </a:xfrm>
            <a:custGeom>
              <a:avLst/>
              <a:gdLst/>
              <a:ahLst/>
              <a:cxnLst>
                <a:cxn ang="0">
                  <a:pos x="0" y="0"/>
                </a:cxn>
                <a:cxn ang="0">
                  <a:pos x="0" y="30"/>
                </a:cxn>
                <a:cxn ang="0">
                  <a:pos x="1140" y="32"/>
                </a:cxn>
                <a:cxn ang="0">
                  <a:pos x="1140" y="2"/>
                </a:cxn>
                <a:cxn ang="0">
                  <a:pos x="0" y="0"/>
                </a:cxn>
              </a:cxnLst>
              <a:rect l="0" t="0" r="0" b="0"/>
              <a:pathLst>
                <a:path w="1140" h="32">
                  <a:moveTo>
                    <a:pt x="0" y="0"/>
                  </a:moveTo>
                  <a:lnTo>
                    <a:pt x="0" y="30"/>
                  </a:lnTo>
                  <a:lnTo>
                    <a:pt x="1140" y="32"/>
                  </a:lnTo>
                  <a:lnTo>
                    <a:pt x="1140" y="2"/>
                  </a:lnTo>
                  <a:lnTo>
                    <a:pt x="0" y="0"/>
                  </a:lnTo>
                  <a:close/>
                </a:path>
              </a:pathLst>
            </a:custGeom>
            <a:solidFill>
              <a:srgbClr val="3333FF">
                <a:alpha val="100000"/>
              </a:srgbClr>
            </a:solidFill>
            <a:ln w="9525">
              <a:noFill/>
            </a:ln>
          </p:spPr>
          <p:txBody>
            <a:bodyPr/>
            <a:lstStyle/>
            <a:p>
              <a:endParaRPr lang="zh-CN" altLang="en-US"/>
            </a:p>
          </p:txBody>
        </p:sp>
        <p:sp>
          <p:nvSpPr>
            <p:cNvPr id="105509" name="Oval 68"/>
            <p:cNvSpPr/>
            <p:nvPr/>
          </p:nvSpPr>
          <p:spPr>
            <a:xfrm>
              <a:off x="5635" y="8579"/>
              <a:ext cx="129" cy="122"/>
            </a:xfrm>
            <a:prstGeom prst="ellipse">
              <a:avLst/>
            </a:prstGeom>
            <a:solidFill>
              <a:srgbClr val="3333FF"/>
            </a:solidFill>
            <a:ln w="9525">
              <a:noFill/>
            </a:ln>
          </p:spPr>
          <p:txBody>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endParaRPr lang="zh-CN" altLang="en-US" sz="1800" dirty="0"/>
            </a:p>
          </p:txBody>
        </p:sp>
        <p:sp>
          <p:nvSpPr>
            <p:cNvPr id="105510" name="Freeform 69"/>
            <p:cNvSpPr/>
            <p:nvPr/>
          </p:nvSpPr>
          <p:spPr>
            <a:xfrm>
              <a:off x="6820" y="8579"/>
              <a:ext cx="129" cy="119"/>
            </a:xfrm>
            <a:custGeom>
              <a:avLst/>
              <a:gdLst/>
              <a:ahLst/>
              <a:cxnLst>
                <a:cxn ang="0">
                  <a:pos x="0" y="119"/>
                </a:cxn>
                <a:cxn ang="0">
                  <a:pos x="129" y="55"/>
                </a:cxn>
                <a:cxn ang="0">
                  <a:pos x="0" y="0"/>
                </a:cxn>
                <a:cxn ang="0">
                  <a:pos x="0" y="119"/>
                </a:cxn>
              </a:cxnLst>
              <a:rect l="0" t="0" r="0" b="0"/>
              <a:pathLst>
                <a:path w="129" h="119">
                  <a:moveTo>
                    <a:pt x="0" y="119"/>
                  </a:moveTo>
                  <a:lnTo>
                    <a:pt x="129" y="55"/>
                  </a:lnTo>
                  <a:lnTo>
                    <a:pt x="0" y="0"/>
                  </a:lnTo>
                  <a:lnTo>
                    <a:pt x="0" y="119"/>
                  </a:lnTo>
                  <a:close/>
                </a:path>
              </a:pathLst>
            </a:custGeom>
            <a:solidFill>
              <a:srgbClr val="3333FF">
                <a:alpha val="100000"/>
              </a:srgbClr>
            </a:solidFill>
            <a:ln w="9525">
              <a:noFill/>
            </a:ln>
          </p:spPr>
          <p:txBody>
            <a:bodyPr/>
            <a:lstStyle/>
            <a:p>
              <a:endParaRPr lang="zh-CN" altLang="en-US"/>
            </a:p>
          </p:txBody>
        </p:sp>
        <p:sp>
          <p:nvSpPr>
            <p:cNvPr id="105511" name="Freeform 70"/>
            <p:cNvSpPr/>
            <p:nvPr/>
          </p:nvSpPr>
          <p:spPr>
            <a:xfrm>
              <a:off x="5568" y="8733"/>
              <a:ext cx="932" cy="535"/>
            </a:xfrm>
            <a:custGeom>
              <a:avLst/>
              <a:gdLst/>
              <a:ahLst/>
              <a:cxnLst>
                <a:cxn ang="0">
                  <a:pos x="15" y="0"/>
                </a:cxn>
                <a:cxn ang="0">
                  <a:pos x="0" y="25"/>
                </a:cxn>
                <a:cxn ang="0">
                  <a:pos x="917" y="535"/>
                </a:cxn>
                <a:cxn ang="0">
                  <a:pos x="932" y="510"/>
                </a:cxn>
                <a:cxn ang="0">
                  <a:pos x="15" y="0"/>
                </a:cxn>
              </a:cxnLst>
              <a:rect l="0" t="0" r="0" b="0"/>
              <a:pathLst>
                <a:path w="932" h="535">
                  <a:moveTo>
                    <a:pt x="15" y="0"/>
                  </a:moveTo>
                  <a:lnTo>
                    <a:pt x="0" y="25"/>
                  </a:lnTo>
                  <a:lnTo>
                    <a:pt x="917" y="535"/>
                  </a:lnTo>
                  <a:lnTo>
                    <a:pt x="932" y="510"/>
                  </a:lnTo>
                  <a:lnTo>
                    <a:pt x="15" y="0"/>
                  </a:lnTo>
                  <a:close/>
                </a:path>
              </a:pathLst>
            </a:custGeom>
            <a:solidFill>
              <a:srgbClr val="3333FF">
                <a:alpha val="100000"/>
              </a:srgbClr>
            </a:solidFill>
            <a:ln w="9525">
              <a:noFill/>
            </a:ln>
          </p:spPr>
          <p:txBody>
            <a:bodyPr/>
            <a:lstStyle/>
            <a:p>
              <a:endParaRPr lang="zh-CN" altLang="en-US"/>
            </a:p>
          </p:txBody>
        </p:sp>
        <p:sp>
          <p:nvSpPr>
            <p:cNvPr id="105512" name="Oval 71"/>
            <p:cNvSpPr/>
            <p:nvPr/>
          </p:nvSpPr>
          <p:spPr>
            <a:xfrm>
              <a:off x="5516" y="8691"/>
              <a:ext cx="129" cy="122"/>
            </a:xfrm>
            <a:prstGeom prst="ellipse">
              <a:avLst/>
            </a:prstGeom>
            <a:solidFill>
              <a:srgbClr val="3333FF"/>
            </a:solidFill>
            <a:ln w="9525">
              <a:noFill/>
            </a:ln>
          </p:spPr>
          <p:txBody>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endParaRPr lang="zh-CN" altLang="en-US" sz="1800" dirty="0"/>
            </a:p>
          </p:txBody>
        </p:sp>
        <p:sp>
          <p:nvSpPr>
            <p:cNvPr id="105513" name="Freeform 72"/>
            <p:cNvSpPr/>
            <p:nvPr/>
          </p:nvSpPr>
          <p:spPr>
            <a:xfrm>
              <a:off x="6448" y="9193"/>
              <a:ext cx="142" cy="110"/>
            </a:xfrm>
            <a:custGeom>
              <a:avLst/>
              <a:gdLst/>
              <a:ahLst/>
              <a:cxnLst>
                <a:cxn ang="0">
                  <a:pos x="0" y="105"/>
                </a:cxn>
                <a:cxn ang="0">
                  <a:pos x="142" y="110"/>
                </a:cxn>
                <a:cxn ang="0">
                  <a:pos x="67" y="0"/>
                </a:cxn>
                <a:cxn ang="0">
                  <a:pos x="0" y="105"/>
                </a:cxn>
              </a:cxnLst>
              <a:rect l="0" t="0" r="0" b="0"/>
              <a:pathLst>
                <a:path w="142" h="110">
                  <a:moveTo>
                    <a:pt x="0" y="105"/>
                  </a:moveTo>
                  <a:lnTo>
                    <a:pt x="142" y="110"/>
                  </a:lnTo>
                  <a:lnTo>
                    <a:pt x="67" y="0"/>
                  </a:lnTo>
                  <a:lnTo>
                    <a:pt x="0" y="105"/>
                  </a:lnTo>
                  <a:close/>
                </a:path>
              </a:pathLst>
            </a:custGeom>
            <a:solidFill>
              <a:srgbClr val="3333FF">
                <a:alpha val="100000"/>
              </a:srgbClr>
            </a:solidFill>
            <a:ln w="9525">
              <a:noFill/>
            </a:ln>
          </p:spPr>
          <p:txBody>
            <a:bodyPr/>
            <a:lstStyle/>
            <a:p>
              <a:endParaRPr lang="zh-CN" altLang="en-US"/>
            </a:p>
          </p:txBody>
        </p:sp>
        <p:sp>
          <p:nvSpPr>
            <p:cNvPr id="105514" name="Oval 73"/>
            <p:cNvSpPr/>
            <p:nvPr/>
          </p:nvSpPr>
          <p:spPr>
            <a:xfrm>
              <a:off x="4859" y="8634"/>
              <a:ext cx="129" cy="122"/>
            </a:xfrm>
            <a:prstGeom prst="ellipse">
              <a:avLst/>
            </a:prstGeom>
            <a:solidFill>
              <a:srgbClr val="3333FF"/>
            </a:solidFill>
            <a:ln w="9525">
              <a:noFill/>
            </a:ln>
          </p:spPr>
          <p:txBody>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endParaRPr lang="zh-CN" altLang="en-US" sz="1800" dirty="0"/>
            </a:p>
          </p:txBody>
        </p:sp>
        <p:sp>
          <p:nvSpPr>
            <p:cNvPr id="105515" name="Freeform 74"/>
            <p:cNvSpPr/>
            <p:nvPr/>
          </p:nvSpPr>
          <p:spPr>
            <a:xfrm>
              <a:off x="6210" y="9688"/>
              <a:ext cx="142" cy="120"/>
            </a:xfrm>
            <a:custGeom>
              <a:avLst/>
              <a:gdLst/>
              <a:ahLst/>
              <a:cxnLst>
                <a:cxn ang="0">
                  <a:pos x="0" y="90"/>
                </a:cxn>
                <a:cxn ang="0">
                  <a:pos x="142" y="120"/>
                </a:cxn>
                <a:cxn ang="0">
                  <a:pos x="82" y="0"/>
                </a:cxn>
                <a:cxn ang="0">
                  <a:pos x="0" y="90"/>
                </a:cxn>
              </a:cxnLst>
              <a:rect l="0" t="0" r="0" b="0"/>
              <a:pathLst>
                <a:path w="142" h="120">
                  <a:moveTo>
                    <a:pt x="0" y="90"/>
                  </a:moveTo>
                  <a:lnTo>
                    <a:pt x="142" y="120"/>
                  </a:lnTo>
                  <a:lnTo>
                    <a:pt x="82" y="0"/>
                  </a:lnTo>
                  <a:lnTo>
                    <a:pt x="0" y="90"/>
                  </a:lnTo>
                  <a:close/>
                </a:path>
              </a:pathLst>
            </a:custGeom>
            <a:solidFill>
              <a:srgbClr val="3333FF">
                <a:alpha val="100000"/>
              </a:srgbClr>
            </a:solidFill>
            <a:ln w="9525">
              <a:noFill/>
            </a:ln>
          </p:spPr>
          <p:txBody>
            <a:bodyPr/>
            <a:lstStyle/>
            <a:p>
              <a:endParaRPr lang="zh-CN" altLang="en-US"/>
            </a:p>
          </p:txBody>
        </p:sp>
        <p:sp>
          <p:nvSpPr>
            <p:cNvPr id="105516" name="Freeform 75"/>
            <p:cNvSpPr/>
            <p:nvPr/>
          </p:nvSpPr>
          <p:spPr>
            <a:xfrm>
              <a:off x="3592" y="8746"/>
              <a:ext cx="2730" cy="1522"/>
            </a:xfrm>
            <a:custGeom>
              <a:avLst/>
              <a:gdLst/>
              <a:ahLst/>
              <a:cxnLst>
                <a:cxn ang="0">
                  <a:pos x="30" y="0"/>
                </a:cxn>
                <a:cxn ang="0">
                  <a:pos x="0" y="0"/>
                </a:cxn>
                <a:cxn ang="0">
                  <a:pos x="0" y="1507"/>
                </a:cxn>
                <a:cxn ang="0">
                  <a:pos x="0" y="1507"/>
                </a:cxn>
                <a:cxn ang="0">
                  <a:pos x="5" y="1517"/>
                </a:cxn>
                <a:cxn ang="0">
                  <a:pos x="10" y="1520"/>
                </a:cxn>
                <a:cxn ang="0">
                  <a:pos x="15" y="1522"/>
                </a:cxn>
                <a:cxn ang="0">
                  <a:pos x="2715" y="1522"/>
                </a:cxn>
                <a:cxn ang="0">
                  <a:pos x="2715" y="1522"/>
                </a:cxn>
                <a:cxn ang="0">
                  <a:pos x="2720" y="1520"/>
                </a:cxn>
                <a:cxn ang="0">
                  <a:pos x="2725" y="1517"/>
                </a:cxn>
                <a:cxn ang="0">
                  <a:pos x="2730" y="1507"/>
                </a:cxn>
                <a:cxn ang="0">
                  <a:pos x="2730" y="1263"/>
                </a:cxn>
                <a:cxn ang="0">
                  <a:pos x="2700" y="1263"/>
                </a:cxn>
                <a:cxn ang="0">
                  <a:pos x="2700" y="1507"/>
                </a:cxn>
                <a:cxn ang="0">
                  <a:pos x="2715" y="1492"/>
                </a:cxn>
                <a:cxn ang="0">
                  <a:pos x="2710" y="1495"/>
                </a:cxn>
                <a:cxn ang="0">
                  <a:pos x="2705" y="1497"/>
                </a:cxn>
                <a:cxn ang="0">
                  <a:pos x="2700" y="1507"/>
                </a:cxn>
                <a:cxn ang="0">
                  <a:pos x="2715" y="1507"/>
                </a:cxn>
                <a:cxn ang="0">
                  <a:pos x="2715" y="1492"/>
                </a:cxn>
                <a:cxn ang="0">
                  <a:pos x="15" y="1492"/>
                </a:cxn>
                <a:cxn ang="0">
                  <a:pos x="30" y="1507"/>
                </a:cxn>
                <a:cxn ang="0">
                  <a:pos x="25" y="1497"/>
                </a:cxn>
                <a:cxn ang="0">
                  <a:pos x="20" y="1495"/>
                </a:cxn>
                <a:cxn ang="0">
                  <a:pos x="15" y="1507"/>
                </a:cxn>
                <a:cxn ang="0">
                  <a:pos x="30" y="1507"/>
                </a:cxn>
                <a:cxn ang="0">
                  <a:pos x="30" y="0"/>
                </a:cxn>
              </a:cxnLst>
              <a:rect l="0" t="0" r="0" b="0"/>
              <a:pathLst>
                <a:path w="2730" h="1522">
                  <a:moveTo>
                    <a:pt x="30" y="0"/>
                  </a:moveTo>
                  <a:lnTo>
                    <a:pt x="0" y="0"/>
                  </a:lnTo>
                  <a:lnTo>
                    <a:pt x="0" y="1507"/>
                  </a:lnTo>
                  <a:lnTo>
                    <a:pt x="5" y="1517"/>
                  </a:lnTo>
                  <a:lnTo>
                    <a:pt x="10" y="1520"/>
                  </a:lnTo>
                  <a:lnTo>
                    <a:pt x="15" y="1522"/>
                  </a:lnTo>
                  <a:lnTo>
                    <a:pt x="2715" y="1522"/>
                  </a:lnTo>
                  <a:lnTo>
                    <a:pt x="2720" y="1520"/>
                  </a:lnTo>
                  <a:lnTo>
                    <a:pt x="2725" y="1517"/>
                  </a:lnTo>
                  <a:lnTo>
                    <a:pt x="2730" y="1507"/>
                  </a:lnTo>
                  <a:lnTo>
                    <a:pt x="2730" y="1263"/>
                  </a:lnTo>
                  <a:lnTo>
                    <a:pt x="2700" y="1263"/>
                  </a:lnTo>
                  <a:lnTo>
                    <a:pt x="2700" y="1507"/>
                  </a:lnTo>
                  <a:lnTo>
                    <a:pt x="2715" y="1492"/>
                  </a:lnTo>
                  <a:lnTo>
                    <a:pt x="2710" y="1495"/>
                  </a:lnTo>
                  <a:lnTo>
                    <a:pt x="2705" y="1497"/>
                  </a:lnTo>
                  <a:lnTo>
                    <a:pt x="2700" y="1507"/>
                  </a:lnTo>
                  <a:lnTo>
                    <a:pt x="2715" y="1507"/>
                  </a:lnTo>
                  <a:lnTo>
                    <a:pt x="2715" y="1492"/>
                  </a:lnTo>
                  <a:lnTo>
                    <a:pt x="15" y="1492"/>
                  </a:lnTo>
                  <a:lnTo>
                    <a:pt x="30" y="1507"/>
                  </a:lnTo>
                  <a:lnTo>
                    <a:pt x="25" y="1497"/>
                  </a:lnTo>
                  <a:lnTo>
                    <a:pt x="20" y="1495"/>
                  </a:lnTo>
                  <a:lnTo>
                    <a:pt x="15" y="1507"/>
                  </a:lnTo>
                  <a:lnTo>
                    <a:pt x="30" y="1507"/>
                  </a:lnTo>
                  <a:lnTo>
                    <a:pt x="30" y="0"/>
                  </a:lnTo>
                  <a:close/>
                </a:path>
              </a:pathLst>
            </a:custGeom>
            <a:solidFill>
              <a:srgbClr val="3333FF">
                <a:alpha val="100000"/>
              </a:srgbClr>
            </a:solidFill>
            <a:ln w="9525">
              <a:noFill/>
            </a:ln>
          </p:spPr>
          <p:txBody>
            <a:bodyPr/>
            <a:lstStyle/>
            <a:p>
              <a:endParaRPr lang="zh-CN" altLang="en-US"/>
            </a:p>
          </p:txBody>
        </p:sp>
        <p:sp>
          <p:nvSpPr>
            <p:cNvPr id="105517" name="Oval 76"/>
            <p:cNvSpPr/>
            <p:nvPr/>
          </p:nvSpPr>
          <p:spPr>
            <a:xfrm>
              <a:off x="3547" y="8691"/>
              <a:ext cx="129" cy="122"/>
            </a:xfrm>
            <a:prstGeom prst="ellipse">
              <a:avLst/>
            </a:prstGeom>
            <a:solidFill>
              <a:srgbClr val="3333FF"/>
            </a:solidFill>
            <a:ln w="9525">
              <a:noFill/>
            </a:ln>
          </p:spPr>
          <p:txBody>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endParaRPr lang="zh-CN" altLang="en-US" sz="1800" dirty="0"/>
            </a:p>
          </p:txBody>
        </p:sp>
        <p:sp>
          <p:nvSpPr>
            <p:cNvPr id="105518" name="Freeform 77"/>
            <p:cNvSpPr/>
            <p:nvPr/>
          </p:nvSpPr>
          <p:spPr>
            <a:xfrm>
              <a:off x="6247" y="9905"/>
              <a:ext cx="127" cy="119"/>
            </a:xfrm>
            <a:custGeom>
              <a:avLst/>
              <a:gdLst/>
              <a:ahLst/>
              <a:cxnLst>
                <a:cxn ang="0">
                  <a:pos x="127" y="119"/>
                </a:cxn>
                <a:cxn ang="0">
                  <a:pos x="60" y="0"/>
                </a:cxn>
                <a:cxn ang="0">
                  <a:pos x="0" y="119"/>
                </a:cxn>
                <a:cxn ang="0">
                  <a:pos x="127" y="119"/>
                </a:cxn>
              </a:cxnLst>
              <a:rect l="0" t="0" r="0" b="0"/>
              <a:pathLst>
                <a:path w="127" h="119">
                  <a:moveTo>
                    <a:pt x="127" y="119"/>
                  </a:moveTo>
                  <a:lnTo>
                    <a:pt x="60" y="0"/>
                  </a:lnTo>
                  <a:lnTo>
                    <a:pt x="0" y="119"/>
                  </a:lnTo>
                  <a:lnTo>
                    <a:pt x="127" y="119"/>
                  </a:lnTo>
                  <a:close/>
                </a:path>
              </a:pathLst>
            </a:custGeom>
            <a:solidFill>
              <a:srgbClr val="3333FF">
                <a:alpha val="100000"/>
              </a:srgbClr>
            </a:solidFill>
            <a:ln w="9525">
              <a:noFill/>
            </a:ln>
          </p:spPr>
          <p:txBody>
            <a:bodyPr/>
            <a:lstStyle/>
            <a:p>
              <a:endParaRPr lang="zh-CN" altLang="en-US"/>
            </a:p>
          </p:txBody>
        </p:sp>
        <p:sp>
          <p:nvSpPr>
            <p:cNvPr id="105519" name="Rectangle 78"/>
            <p:cNvSpPr/>
            <p:nvPr/>
          </p:nvSpPr>
          <p:spPr>
            <a:xfrm>
              <a:off x="2831" y="9066"/>
              <a:ext cx="1014" cy="30"/>
            </a:xfrm>
            <a:prstGeom prst="rect">
              <a:avLst/>
            </a:prstGeom>
            <a:solidFill>
              <a:srgbClr val="3333FF"/>
            </a:solidFill>
            <a:ln w="9525">
              <a:noFill/>
            </a:ln>
          </p:spPr>
          <p:txBody>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endParaRPr lang="zh-CN" altLang="en-US" sz="1800" dirty="0"/>
            </a:p>
          </p:txBody>
        </p:sp>
        <p:sp>
          <p:nvSpPr>
            <p:cNvPr id="105520" name="Oval 79"/>
            <p:cNvSpPr/>
            <p:nvPr/>
          </p:nvSpPr>
          <p:spPr>
            <a:xfrm>
              <a:off x="2771" y="9024"/>
              <a:ext cx="129" cy="122"/>
            </a:xfrm>
            <a:prstGeom prst="ellipse">
              <a:avLst/>
            </a:prstGeom>
            <a:solidFill>
              <a:srgbClr val="3333FF"/>
            </a:solidFill>
            <a:ln w="9525">
              <a:noFill/>
            </a:ln>
          </p:spPr>
          <p:txBody>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endParaRPr lang="zh-CN" altLang="en-US" sz="1800" dirty="0"/>
            </a:p>
          </p:txBody>
        </p:sp>
        <p:sp>
          <p:nvSpPr>
            <p:cNvPr id="105521" name="Oval 80"/>
            <p:cNvSpPr/>
            <p:nvPr/>
          </p:nvSpPr>
          <p:spPr>
            <a:xfrm>
              <a:off x="3785" y="9024"/>
              <a:ext cx="129" cy="122"/>
            </a:xfrm>
            <a:prstGeom prst="ellipse">
              <a:avLst/>
            </a:prstGeom>
            <a:solidFill>
              <a:srgbClr val="3333FF"/>
            </a:solidFill>
            <a:ln w="9525">
              <a:noFill/>
            </a:ln>
          </p:spPr>
          <p:txBody>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endParaRPr lang="zh-CN" altLang="en-US" sz="1800" dirty="0"/>
            </a:p>
          </p:txBody>
        </p:sp>
        <p:sp>
          <p:nvSpPr>
            <p:cNvPr id="105522" name="Freeform 81"/>
            <p:cNvSpPr/>
            <p:nvPr/>
          </p:nvSpPr>
          <p:spPr>
            <a:xfrm>
              <a:off x="2831" y="9512"/>
              <a:ext cx="895" cy="32"/>
            </a:xfrm>
            <a:custGeom>
              <a:avLst/>
              <a:gdLst/>
              <a:ahLst/>
              <a:cxnLst>
                <a:cxn ang="0">
                  <a:pos x="0" y="0"/>
                </a:cxn>
                <a:cxn ang="0">
                  <a:pos x="0" y="30"/>
                </a:cxn>
                <a:cxn ang="0">
                  <a:pos x="895" y="32"/>
                </a:cxn>
                <a:cxn ang="0">
                  <a:pos x="895" y="2"/>
                </a:cxn>
                <a:cxn ang="0">
                  <a:pos x="0" y="0"/>
                </a:cxn>
              </a:cxnLst>
              <a:rect l="0" t="0" r="0" b="0"/>
              <a:pathLst>
                <a:path w="895" h="32">
                  <a:moveTo>
                    <a:pt x="0" y="0"/>
                  </a:moveTo>
                  <a:lnTo>
                    <a:pt x="0" y="30"/>
                  </a:lnTo>
                  <a:lnTo>
                    <a:pt x="895" y="32"/>
                  </a:lnTo>
                  <a:lnTo>
                    <a:pt x="895" y="2"/>
                  </a:lnTo>
                  <a:lnTo>
                    <a:pt x="0" y="0"/>
                  </a:lnTo>
                  <a:close/>
                </a:path>
              </a:pathLst>
            </a:custGeom>
            <a:solidFill>
              <a:srgbClr val="3333FF">
                <a:alpha val="100000"/>
              </a:srgbClr>
            </a:solidFill>
            <a:ln w="9525">
              <a:noFill/>
            </a:ln>
          </p:spPr>
          <p:txBody>
            <a:bodyPr/>
            <a:lstStyle/>
            <a:p>
              <a:endParaRPr lang="zh-CN" altLang="en-US"/>
            </a:p>
          </p:txBody>
        </p:sp>
        <p:sp>
          <p:nvSpPr>
            <p:cNvPr id="105523" name="Oval 82"/>
            <p:cNvSpPr/>
            <p:nvPr/>
          </p:nvSpPr>
          <p:spPr>
            <a:xfrm>
              <a:off x="3666" y="9472"/>
              <a:ext cx="129" cy="122"/>
            </a:xfrm>
            <a:prstGeom prst="ellipse">
              <a:avLst/>
            </a:prstGeom>
            <a:solidFill>
              <a:srgbClr val="3333FF"/>
            </a:solidFill>
            <a:ln w="9525">
              <a:noFill/>
            </a:ln>
          </p:spPr>
          <p:txBody>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endParaRPr lang="zh-CN" altLang="en-US" sz="1800" dirty="0"/>
            </a:p>
          </p:txBody>
        </p:sp>
        <p:sp>
          <p:nvSpPr>
            <p:cNvPr id="105524" name="Freeform 83"/>
            <p:cNvSpPr/>
            <p:nvPr/>
          </p:nvSpPr>
          <p:spPr>
            <a:xfrm>
              <a:off x="2816" y="6611"/>
              <a:ext cx="3655" cy="2903"/>
            </a:xfrm>
            <a:custGeom>
              <a:avLst/>
              <a:gdLst/>
              <a:ahLst/>
              <a:cxnLst>
                <a:cxn ang="0">
                  <a:pos x="0" y="2903"/>
                </a:cxn>
                <a:cxn ang="0">
                  <a:pos x="30" y="2903"/>
                </a:cxn>
                <a:cxn ang="0">
                  <a:pos x="30" y="15"/>
                </a:cxn>
                <a:cxn ang="0">
                  <a:pos x="15" y="15"/>
                </a:cxn>
                <a:cxn ang="0">
                  <a:pos x="15" y="30"/>
                </a:cxn>
                <a:cxn ang="0">
                  <a:pos x="20" y="27"/>
                </a:cxn>
                <a:cxn ang="0">
                  <a:pos x="25" y="25"/>
                </a:cxn>
                <a:cxn ang="0">
                  <a:pos x="15" y="30"/>
                </a:cxn>
                <a:cxn ang="0">
                  <a:pos x="3655" y="30"/>
                </a:cxn>
                <a:cxn ang="0">
                  <a:pos x="3655" y="0"/>
                </a:cxn>
                <a:cxn ang="0">
                  <a:pos x="15" y="0"/>
                </a:cxn>
                <a:cxn ang="0">
                  <a:pos x="15" y="0"/>
                </a:cxn>
                <a:cxn ang="0">
                  <a:pos x="10" y="2"/>
                </a:cxn>
                <a:cxn ang="0">
                  <a:pos x="5" y="5"/>
                </a:cxn>
                <a:cxn ang="0">
                  <a:pos x="0" y="15"/>
                </a:cxn>
                <a:cxn ang="0">
                  <a:pos x="0" y="15"/>
                </a:cxn>
                <a:cxn ang="0">
                  <a:pos x="0" y="2903"/>
                </a:cxn>
              </a:cxnLst>
              <a:rect l="0" t="0" r="0" b="0"/>
              <a:pathLst>
                <a:path w="3655" h="2903">
                  <a:moveTo>
                    <a:pt x="0" y="2903"/>
                  </a:moveTo>
                  <a:lnTo>
                    <a:pt x="30" y="2903"/>
                  </a:lnTo>
                  <a:lnTo>
                    <a:pt x="30" y="15"/>
                  </a:lnTo>
                  <a:lnTo>
                    <a:pt x="15" y="15"/>
                  </a:lnTo>
                  <a:lnTo>
                    <a:pt x="15" y="30"/>
                  </a:lnTo>
                  <a:lnTo>
                    <a:pt x="20" y="27"/>
                  </a:lnTo>
                  <a:lnTo>
                    <a:pt x="25" y="25"/>
                  </a:lnTo>
                  <a:lnTo>
                    <a:pt x="15" y="30"/>
                  </a:lnTo>
                  <a:lnTo>
                    <a:pt x="3655" y="30"/>
                  </a:lnTo>
                  <a:lnTo>
                    <a:pt x="3655" y="0"/>
                  </a:lnTo>
                  <a:lnTo>
                    <a:pt x="15" y="0"/>
                  </a:lnTo>
                  <a:lnTo>
                    <a:pt x="10" y="2"/>
                  </a:lnTo>
                  <a:lnTo>
                    <a:pt x="5" y="5"/>
                  </a:lnTo>
                  <a:lnTo>
                    <a:pt x="0" y="15"/>
                  </a:lnTo>
                  <a:lnTo>
                    <a:pt x="0" y="2903"/>
                  </a:lnTo>
                  <a:close/>
                </a:path>
              </a:pathLst>
            </a:custGeom>
            <a:solidFill>
              <a:srgbClr val="3333FF">
                <a:alpha val="100000"/>
              </a:srgbClr>
            </a:solidFill>
            <a:ln w="9525">
              <a:noFill/>
            </a:ln>
          </p:spPr>
          <p:txBody>
            <a:bodyPr/>
            <a:lstStyle/>
            <a:p>
              <a:endParaRPr lang="zh-CN" altLang="en-US"/>
            </a:p>
          </p:txBody>
        </p:sp>
        <p:sp>
          <p:nvSpPr>
            <p:cNvPr id="105525" name="Freeform 84"/>
            <p:cNvSpPr/>
            <p:nvPr/>
          </p:nvSpPr>
          <p:spPr>
            <a:xfrm>
              <a:off x="6456" y="6626"/>
              <a:ext cx="858" cy="1144"/>
            </a:xfrm>
            <a:custGeom>
              <a:avLst/>
              <a:gdLst/>
              <a:ahLst/>
              <a:cxnLst>
                <a:cxn ang="0">
                  <a:pos x="29" y="0"/>
                </a:cxn>
                <a:cxn ang="0">
                  <a:pos x="0" y="0"/>
                </a:cxn>
                <a:cxn ang="0">
                  <a:pos x="0" y="1129"/>
                </a:cxn>
                <a:cxn ang="0">
                  <a:pos x="0" y="1129"/>
                </a:cxn>
                <a:cxn ang="0">
                  <a:pos x="5" y="1139"/>
                </a:cxn>
                <a:cxn ang="0">
                  <a:pos x="10" y="1142"/>
                </a:cxn>
                <a:cxn ang="0">
                  <a:pos x="15" y="1144"/>
                </a:cxn>
                <a:cxn ang="0">
                  <a:pos x="858" y="1144"/>
                </a:cxn>
                <a:cxn ang="0">
                  <a:pos x="858" y="1114"/>
                </a:cxn>
                <a:cxn ang="0">
                  <a:pos x="15" y="1114"/>
                </a:cxn>
                <a:cxn ang="0">
                  <a:pos x="29" y="1129"/>
                </a:cxn>
                <a:cxn ang="0">
                  <a:pos x="25" y="1119"/>
                </a:cxn>
                <a:cxn ang="0">
                  <a:pos x="20" y="1117"/>
                </a:cxn>
                <a:cxn ang="0">
                  <a:pos x="15" y="1129"/>
                </a:cxn>
                <a:cxn ang="0">
                  <a:pos x="29" y="1129"/>
                </a:cxn>
                <a:cxn ang="0">
                  <a:pos x="29" y="0"/>
                </a:cxn>
              </a:cxnLst>
              <a:rect l="0" t="0" r="0" b="0"/>
              <a:pathLst>
                <a:path w="858" h="1144">
                  <a:moveTo>
                    <a:pt x="29" y="0"/>
                  </a:moveTo>
                  <a:lnTo>
                    <a:pt x="0" y="0"/>
                  </a:lnTo>
                  <a:lnTo>
                    <a:pt x="0" y="1129"/>
                  </a:lnTo>
                  <a:lnTo>
                    <a:pt x="5" y="1139"/>
                  </a:lnTo>
                  <a:lnTo>
                    <a:pt x="10" y="1142"/>
                  </a:lnTo>
                  <a:lnTo>
                    <a:pt x="15" y="1144"/>
                  </a:lnTo>
                  <a:lnTo>
                    <a:pt x="858" y="1144"/>
                  </a:lnTo>
                  <a:lnTo>
                    <a:pt x="858" y="1114"/>
                  </a:lnTo>
                  <a:lnTo>
                    <a:pt x="15" y="1114"/>
                  </a:lnTo>
                  <a:lnTo>
                    <a:pt x="29" y="1129"/>
                  </a:lnTo>
                  <a:lnTo>
                    <a:pt x="25" y="1119"/>
                  </a:lnTo>
                  <a:lnTo>
                    <a:pt x="20" y="1117"/>
                  </a:lnTo>
                  <a:lnTo>
                    <a:pt x="15" y="1129"/>
                  </a:lnTo>
                  <a:lnTo>
                    <a:pt x="29" y="1129"/>
                  </a:lnTo>
                  <a:lnTo>
                    <a:pt x="29" y="0"/>
                  </a:lnTo>
                  <a:close/>
                </a:path>
              </a:pathLst>
            </a:custGeom>
            <a:solidFill>
              <a:srgbClr val="3333FF">
                <a:alpha val="100000"/>
              </a:srgbClr>
            </a:solidFill>
            <a:ln w="9525">
              <a:noFill/>
            </a:ln>
          </p:spPr>
          <p:txBody>
            <a:bodyPr/>
            <a:lstStyle/>
            <a:p>
              <a:endParaRPr lang="zh-CN" altLang="en-US"/>
            </a:p>
          </p:txBody>
        </p:sp>
        <p:sp>
          <p:nvSpPr>
            <p:cNvPr id="105526" name="Freeform 85"/>
            <p:cNvSpPr/>
            <p:nvPr/>
          </p:nvSpPr>
          <p:spPr>
            <a:xfrm>
              <a:off x="7291" y="7701"/>
              <a:ext cx="134" cy="117"/>
            </a:xfrm>
            <a:custGeom>
              <a:avLst/>
              <a:gdLst/>
              <a:ahLst/>
              <a:cxnLst>
                <a:cxn ang="0">
                  <a:pos x="15" y="117"/>
                </a:cxn>
                <a:cxn ang="0">
                  <a:pos x="134" y="42"/>
                </a:cxn>
                <a:cxn ang="0">
                  <a:pos x="0" y="0"/>
                </a:cxn>
                <a:cxn ang="0">
                  <a:pos x="15" y="117"/>
                </a:cxn>
              </a:cxnLst>
              <a:rect l="0" t="0" r="0" b="0"/>
              <a:pathLst>
                <a:path w="134" h="117">
                  <a:moveTo>
                    <a:pt x="15" y="117"/>
                  </a:moveTo>
                  <a:lnTo>
                    <a:pt x="134" y="42"/>
                  </a:lnTo>
                  <a:lnTo>
                    <a:pt x="0" y="0"/>
                  </a:lnTo>
                  <a:lnTo>
                    <a:pt x="15" y="117"/>
                  </a:lnTo>
                  <a:close/>
                </a:path>
              </a:pathLst>
            </a:custGeom>
            <a:solidFill>
              <a:srgbClr val="3333FF">
                <a:alpha val="100000"/>
              </a:srgbClr>
            </a:solidFill>
            <a:ln w="9525">
              <a:noFill/>
            </a:ln>
          </p:spPr>
          <p:txBody>
            <a:bodyPr/>
            <a:lstStyle/>
            <a:p>
              <a:endParaRPr lang="zh-CN" altLang="en-US"/>
            </a:p>
          </p:txBody>
        </p:sp>
      </p:gr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宋体" panose="02010600030101010101" pitchFamily="2" charset="-122"/>
                <a:cs typeface="Times New Roman" panose="02020603050405020304" pitchFamily="18" charset="0"/>
              </a:rPr>
              <a:t>2.2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结构化设计</a:t>
            </a:r>
            <a:endPar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13316"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
        <p:nvSpPr>
          <p:cNvPr id="47106" name="Rectangle 2"/>
          <p:cNvSpPr>
            <a:spLocks noGrp="1" noChangeArrowheads="1"/>
          </p:cNvSpPr>
          <p:nvPr>
            <p:ph idx="1"/>
          </p:nvPr>
        </p:nvSpPr>
        <p:spPr>
          <a:xfrm>
            <a:off x="546735" y="1582420"/>
            <a:ext cx="7584440" cy="4870450"/>
          </a:xfrm>
        </p:spPr>
        <p:txBody>
          <a:bodyPr vert="horz" wrap="square" lIns="91440" tIns="45720" rIns="91440" bIns="45720" numCol="1" anchor="t" anchorCtr="0" compatLnSpc="1">
            <a:normAutofit fontScale="90000" lnSpcReduction="10000"/>
          </a:bodyPr>
          <a:lstStyle/>
          <a:p>
            <a:pPr marL="342900" marR="0" lvl="0" indent="-342900" algn="l" defTabSz="914400" rtl="0" eaLnBrk="1" fontAlgn="base" latinLnBrk="0" hangingPunct="1">
              <a:lnSpc>
                <a:spcPct val="110000"/>
              </a:lnSpc>
              <a:spcBef>
                <a:spcPct val="20000"/>
              </a:spcBef>
              <a:spcAft>
                <a:spcPct val="0"/>
              </a:spcAft>
              <a:buClr>
                <a:srgbClr val="990099"/>
              </a:buClr>
              <a:buSzPct val="70000"/>
              <a:buFont typeface="Wingdings" panose="05000000000000000000" pitchFamily="2" charset="2"/>
              <a:buChar char="l"/>
              <a:defRPr/>
            </a:pPr>
            <a:r>
              <a:rPr lang="zh-CN" altLang="en-US" sz="2800" noProof="0">
                <a:ln>
                  <a:noFill/>
                </a:ln>
                <a:solidFill>
                  <a:srgbClr val="CC3300"/>
                </a:solidFill>
                <a:effectLst>
                  <a:outerShdw blurRad="38100" dist="38100" dir="2700000" algn="tl">
                    <a:srgbClr val="C0C0C0"/>
                  </a:outerShdw>
                </a:effectLst>
                <a:uLnTx/>
                <a:uFillTx/>
                <a:latin typeface="Arial" panose="020B0604020202020204" pitchFamily="34" charset="0"/>
                <a:ea typeface="仿宋_GB2312" pitchFamily="49" charset="-122"/>
                <a:sym typeface="+mn-ea"/>
              </a:rPr>
              <a:t>数据设计</a:t>
            </a:r>
            <a:r>
              <a:rPr lang="zh-CN" altLang="en-US" sz="2800" noProof="0">
                <a:ln>
                  <a:noFill/>
                </a:ln>
                <a:effectLst>
                  <a:outerShdw blurRad="38100" dist="38100" dir="2700000" algn="tl">
                    <a:srgbClr val="C0C0C0"/>
                  </a:outerShdw>
                </a:effectLst>
                <a:uLnTx/>
                <a:uFillTx/>
                <a:latin typeface="Arial" panose="020B0604020202020204" pitchFamily="34" charset="0"/>
                <a:ea typeface="仿宋_GB2312" pitchFamily="49" charset="-122"/>
                <a:sym typeface="+mn-ea"/>
              </a:rPr>
              <a:t>将实体 </a:t>
            </a:r>
            <a:r>
              <a:rPr lang="en-US" altLang="zh-CN" sz="2800" noProof="0">
                <a:ln>
                  <a:noFill/>
                </a:ln>
                <a:effectLst>
                  <a:outerShdw blurRad="38100" dist="38100" dir="2700000" algn="tl">
                    <a:srgbClr val="C0C0C0"/>
                  </a:outerShdw>
                </a:effectLst>
                <a:uLnTx/>
                <a:uFillTx/>
                <a:latin typeface="Arial" panose="020B0604020202020204" pitchFamily="34" charset="0"/>
                <a:ea typeface="仿宋_GB2312" pitchFamily="49" charset="-122"/>
                <a:sym typeface="+mn-ea"/>
              </a:rPr>
              <a:t>– </a:t>
            </a:r>
            <a:r>
              <a:rPr lang="zh-CN" altLang="en-US" sz="2800" noProof="0">
                <a:ln>
                  <a:noFill/>
                </a:ln>
                <a:effectLst>
                  <a:outerShdw blurRad="38100" dist="38100" dir="2700000" algn="tl">
                    <a:srgbClr val="C0C0C0"/>
                  </a:outerShdw>
                </a:effectLst>
                <a:uLnTx/>
                <a:uFillTx/>
                <a:latin typeface="Arial" panose="020B0604020202020204" pitchFamily="34" charset="0"/>
                <a:ea typeface="仿宋_GB2312" pitchFamily="49" charset="-122"/>
                <a:sym typeface="+mn-ea"/>
              </a:rPr>
              <a:t>关系图中描述的对象和关系，以及数据词典中描述的详细数据内容转化为数据结构的定义。</a:t>
            </a:r>
            <a:endParaRPr kumimoji="0" lang="zh-CN" altLang="en-US" sz="28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20204" pitchFamily="34" charset="0"/>
              <a:ea typeface="仿宋_GB2312" pitchFamily="49" charset="-122"/>
              <a:cs typeface="+mn-cs"/>
            </a:endParaRPr>
          </a:p>
          <a:p>
            <a:pPr marL="342900" marR="0" lvl="0" indent="-342900" algn="l" defTabSz="914400" rtl="0" eaLnBrk="1" fontAlgn="base" latinLnBrk="0" hangingPunct="1">
              <a:lnSpc>
                <a:spcPct val="110000"/>
              </a:lnSpc>
              <a:spcBef>
                <a:spcPct val="20000"/>
              </a:spcBef>
              <a:spcAft>
                <a:spcPct val="0"/>
              </a:spcAft>
              <a:buClr>
                <a:srgbClr val="990099"/>
              </a:buClr>
              <a:buSzPct val="70000"/>
              <a:buFont typeface="Wingdings" panose="05000000000000000000" pitchFamily="2" charset="2"/>
              <a:buChar char="l"/>
              <a:defRPr/>
            </a:pPr>
            <a:endParaRPr kumimoji="0" lang="zh-CN" altLang="en-US" sz="28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20204" pitchFamily="34" charset="0"/>
              <a:ea typeface="仿宋_GB2312" pitchFamily="49" charset="-122"/>
              <a:cs typeface="+mn-cs"/>
            </a:endParaRPr>
          </a:p>
          <a:p>
            <a:pPr marL="342900" marR="0" lvl="0" indent="-342900" algn="l" defTabSz="914400" rtl="0" eaLnBrk="1" fontAlgn="base" latinLnBrk="0" hangingPunct="1">
              <a:lnSpc>
                <a:spcPct val="110000"/>
              </a:lnSpc>
              <a:spcBef>
                <a:spcPct val="20000"/>
              </a:spcBef>
              <a:spcAft>
                <a:spcPct val="0"/>
              </a:spcAft>
              <a:buClr>
                <a:srgbClr val="990099"/>
              </a:buClr>
              <a:buSzPct val="70000"/>
              <a:buFont typeface="Wingdings" panose="05000000000000000000" pitchFamily="2" charset="2"/>
              <a:buChar char="l"/>
              <a:defRPr/>
            </a:pPr>
            <a:r>
              <a:rPr lang="zh-CN" altLang="en-US" sz="2800" noProof="0">
                <a:ln>
                  <a:noFill/>
                </a:ln>
                <a:solidFill>
                  <a:srgbClr val="CC3300"/>
                </a:solidFill>
                <a:effectLst>
                  <a:outerShdw blurRad="38100" dist="38100" dir="2700000" algn="tl">
                    <a:srgbClr val="C0C0C0"/>
                  </a:outerShdw>
                </a:effectLst>
                <a:uLnTx/>
                <a:uFillTx/>
                <a:latin typeface="Arial" panose="020B0604020202020204" pitchFamily="34" charset="0"/>
                <a:ea typeface="仿宋_GB2312" pitchFamily="49" charset="-122"/>
                <a:sym typeface="+mn-ea"/>
              </a:rPr>
              <a:t>体系结构设计</a:t>
            </a:r>
            <a:r>
              <a:rPr lang="zh-CN" altLang="en-US" sz="2800" noProof="0">
                <a:ln>
                  <a:noFill/>
                </a:ln>
                <a:effectLst>
                  <a:outerShdw blurRad="38100" dist="38100" dir="2700000" algn="tl">
                    <a:srgbClr val="C0C0C0"/>
                  </a:outerShdw>
                </a:effectLst>
                <a:uLnTx/>
                <a:uFillTx/>
                <a:latin typeface="Arial" panose="020B0604020202020204" pitchFamily="34" charset="0"/>
                <a:ea typeface="仿宋_GB2312" pitchFamily="49" charset="-122"/>
                <a:sym typeface="+mn-ea"/>
              </a:rPr>
              <a:t>定义软件系统各主要成份之间的关系。</a:t>
            </a:r>
            <a:endParaRPr kumimoji="0" lang="zh-CN" altLang="en-US" sz="28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20204" pitchFamily="34" charset="0"/>
              <a:ea typeface="仿宋_GB2312" pitchFamily="49" charset="-122"/>
              <a:cs typeface="+mn-cs"/>
            </a:endParaRPr>
          </a:p>
          <a:p>
            <a:pPr marL="342900" marR="0" lvl="0" indent="-342900" algn="l" defTabSz="914400" rtl="0" eaLnBrk="1" fontAlgn="base" latinLnBrk="0" hangingPunct="1">
              <a:lnSpc>
                <a:spcPct val="110000"/>
              </a:lnSpc>
              <a:spcBef>
                <a:spcPct val="20000"/>
              </a:spcBef>
              <a:spcAft>
                <a:spcPct val="0"/>
              </a:spcAft>
              <a:buClr>
                <a:srgbClr val="990099"/>
              </a:buClr>
              <a:buSzPct val="70000"/>
              <a:buFont typeface="Wingdings" panose="05000000000000000000" pitchFamily="2" charset="2"/>
              <a:buChar char="l"/>
              <a:defRPr/>
            </a:pPr>
            <a:endParaRPr kumimoji="0" lang="zh-CN" altLang="en-US" sz="28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20204" pitchFamily="34" charset="0"/>
              <a:ea typeface="仿宋_GB2312" pitchFamily="49" charset="-122"/>
              <a:cs typeface="+mn-cs"/>
            </a:endParaRPr>
          </a:p>
          <a:p>
            <a:pPr marL="342900" marR="0" lvl="0" indent="-342900" algn="l" defTabSz="914400" rtl="0" eaLnBrk="1" fontAlgn="base" latinLnBrk="0" hangingPunct="1">
              <a:lnSpc>
                <a:spcPct val="110000"/>
              </a:lnSpc>
              <a:spcBef>
                <a:spcPct val="20000"/>
              </a:spcBef>
              <a:spcAft>
                <a:spcPct val="0"/>
              </a:spcAft>
              <a:buClr>
                <a:srgbClr val="990099"/>
              </a:buClr>
              <a:buSzPct val="70000"/>
              <a:buFont typeface="Wingdings" panose="05000000000000000000" pitchFamily="2" charset="2"/>
              <a:buChar char="l"/>
              <a:defRPr/>
            </a:pPr>
            <a:r>
              <a:rPr lang="zh-CN" altLang="en-US" sz="2800" noProof="0">
                <a:ln>
                  <a:noFill/>
                </a:ln>
                <a:solidFill>
                  <a:srgbClr val="CC3300"/>
                </a:solidFill>
                <a:effectLst>
                  <a:outerShdw blurRad="38100" dist="38100" dir="2700000" algn="tl">
                    <a:srgbClr val="C0C0C0"/>
                  </a:outerShdw>
                </a:effectLst>
                <a:uLnTx/>
                <a:uFillTx/>
                <a:latin typeface="Arial" panose="020B0604020202020204" pitchFamily="34" charset="0"/>
                <a:ea typeface="仿宋_GB2312" pitchFamily="49" charset="-122"/>
                <a:sym typeface="+mn-ea"/>
              </a:rPr>
              <a:t>接口设计</a:t>
            </a:r>
            <a:r>
              <a:rPr lang="zh-CN" altLang="en-US" sz="2800" noProof="0">
                <a:ln>
                  <a:noFill/>
                </a:ln>
                <a:effectLst>
                  <a:outerShdw blurRad="38100" dist="38100" dir="2700000" algn="tl">
                    <a:srgbClr val="C0C0C0"/>
                  </a:outerShdw>
                </a:effectLst>
                <a:uLnTx/>
                <a:uFillTx/>
                <a:latin typeface="Arial" panose="020B0604020202020204" pitchFamily="34" charset="0"/>
                <a:ea typeface="仿宋_GB2312" pitchFamily="49" charset="-122"/>
                <a:sym typeface="+mn-ea"/>
              </a:rPr>
              <a:t>根据数据流图定义软件内部各成份之间、软件与其它协同系统之间及软件与用户之间的交互机制。</a:t>
            </a:r>
            <a:endParaRPr kumimoji="0" lang="zh-CN" altLang="en-US" sz="28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20204" pitchFamily="34" charset="0"/>
              <a:ea typeface="仿宋_GB2312" pitchFamily="49" charset="-122"/>
              <a:cs typeface="+mn-cs"/>
            </a:endParaRPr>
          </a:p>
          <a:p>
            <a:pPr marL="342900" marR="0" lvl="0" indent="-342900" algn="l" defTabSz="914400" rtl="0" eaLnBrk="1" fontAlgn="base" latinLnBrk="0" hangingPunct="1">
              <a:lnSpc>
                <a:spcPct val="110000"/>
              </a:lnSpc>
              <a:spcBef>
                <a:spcPct val="20000"/>
              </a:spcBef>
              <a:spcAft>
                <a:spcPct val="0"/>
              </a:spcAft>
              <a:buClr>
                <a:srgbClr val="990099"/>
              </a:buClr>
              <a:buSzPct val="70000"/>
              <a:buFont typeface="Wingdings" panose="05000000000000000000" pitchFamily="2" charset="2"/>
              <a:buChar char="l"/>
              <a:defRPr/>
            </a:pPr>
            <a:endParaRPr kumimoji="0" lang="zh-CN" altLang="en-US" sz="28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20204" pitchFamily="34" charset="0"/>
              <a:ea typeface="仿宋_GB2312" pitchFamily="49" charset="-122"/>
              <a:cs typeface="+mn-cs"/>
            </a:endParaRPr>
          </a:p>
          <a:p>
            <a:pPr marL="342900" marR="0" lvl="0" indent="-342900" algn="l" defTabSz="914400" rtl="0" eaLnBrk="1" fontAlgn="base" latinLnBrk="0" hangingPunct="1">
              <a:lnSpc>
                <a:spcPct val="110000"/>
              </a:lnSpc>
              <a:spcBef>
                <a:spcPct val="20000"/>
              </a:spcBef>
              <a:spcAft>
                <a:spcPct val="0"/>
              </a:spcAft>
              <a:buClr>
                <a:srgbClr val="990099"/>
              </a:buClr>
              <a:buSzPct val="70000"/>
              <a:buFont typeface="Wingdings" panose="05000000000000000000" pitchFamily="2" charset="2"/>
              <a:buChar char="l"/>
              <a:defRPr/>
            </a:pPr>
            <a:r>
              <a:rPr lang="zh-CN" altLang="en-US" sz="2800" noProof="0">
                <a:ln>
                  <a:noFill/>
                </a:ln>
                <a:solidFill>
                  <a:srgbClr val="CC3300"/>
                </a:solidFill>
                <a:effectLst>
                  <a:outerShdw blurRad="38100" dist="38100" dir="2700000" algn="tl">
                    <a:srgbClr val="C0C0C0"/>
                  </a:outerShdw>
                </a:effectLst>
                <a:uLnTx/>
                <a:uFillTx/>
                <a:latin typeface="Arial" panose="020B0604020202020204" pitchFamily="34" charset="0"/>
                <a:ea typeface="仿宋_GB2312" pitchFamily="49" charset="-122"/>
                <a:sym typeface="+mn-ea"/>
              </a:rPr>
              <a:t>过程设计</a:t>
            </a:r>
            <a:r>
              <a:rPr lang="zh-CN" altLang="en-US" sz="2800" noProof="0">
                <a:ln>
                  <a:noFill/>
                </a:ln>
                <a:effectLst>
                  <a:outerShdw blurRad="38100" dist="38100" dir="2700000" algn="tl">
                    <a:srgbClr val="C0C0C0"/>
                  </a:outerShdw>
                </a:effectLst>
                <a:uLnTx/>
                <a:uFillTx/>
                <a:latin typeface="Arial" panose="020B0604020202020204" pitchFamily="34" charset="0"/>
                <a:ea typeface="仿宋_GB2312" pitchFamily="49" charset="-122"/>
                <a:sym typeface="+mn-ea"/>
              </a:rPr>
              <a:t>则是把结构成份转换成软件的过程性描述。</a:t>
            </a:r>
            <a:endParaRPr kumimoji="0" lang="zh-CN" altLang="en-US" sz="28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20204" pitchFamily="34" charset="0"/>
              <a:ea typeface="仿宋_GB2312" pitchFamily="49" charset="-122"/>
              <a:cs typeface="+mn-cs"/>
            </a:endParaRPr>
          </a:p>
          <a:p>
            <a:pPr eaLnBrk="1" hangingPunct="1">
              <a:lnSpc>
                <a:spcPct val="90000"/>
              </a:lnSpc>
            </a:pPr>
            <a:endParaRPr lang="zh-CN" altLang="en-US" sz="2800" dirty="0">
              <a:sym typeface="+mn-ea"/>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宋体" panose="02010600030101010101" pitchFamily="2" charset="-122"/>
                <a:cs typeface="Times New Roman" panose="02020603050405020304" pitchFamily="18" charset="0"/>
              </a:rPr>
              <a:t>2.2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结构化设计</a:t>
            </a:r>
            <a:endPar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13316"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
        <p:nvSpPr>
          <p:cNvPr id="47106" name="Rectangle 2"/>
          <p:cNvSpPr>
            <a:spLocks noGrp="1" noChangeArrowheads="1"/>
          </p:cNvSpPr>
          <p:nvPr>
            <p:ph idx="1"/>
          </p:nvPr>
        </p:nvSpPr>
        <p:spPr>
          <a:xfrm>
            <a:off x="546735" y="1582420"/>
            <a:ext cx="7584440" cy="4870450"/>
          </a:xfrm>
        </p:spPr>
        <p:txBody>
          <a:bodyPr vert="horz" wrap="square" lIns="91440" tIns="45720" rIns="91440" bIns="45720" numCol="1" anchor="t" anchorCtr="0" compatLnSpc="1">
            <a:normAutofit fontScale="90000" lnSpcReduction="10000"/>
          </a:bodyPr>
          <a:lstStyle/>
          <a:p>
            <a:pPr marL="495300" marR="0" lvl="0" indent="-495300" algn="l" defTabSz="914400" rtl="0" eaLnBrk="1" fontAlgn="base" latinLnBrk="0" hangingPunct="1">
              <a:lnSpc>
                <a:spcPct val="100000"/>
              </a:lnSpc>
              <a:spcBef>
                <a:spcPct val="5000"/>
              </a:spcBef>
              <a:spcAft>
                <a:spcPct val="0"/>
              </a:spcAft>
              <a:buClr>
                <a:srgbClr val="990099"/>
              </a:buClr>
              <a:buSzPct val="70000"/>
              <a:buFont typeface="Wingdings" panose="05000000000000000000" pitchFamily="2" charset="2"/>
              <a:buChar char="l"/>
              <a:defRPr/>
            </a:pPr>
            <a:r>
              <a:rPr lang="zh-CN" altLang="en-US" sz="2800" kern="0" noProof="0">
                <a:ln>
                  <a:noFill/>
                </a:ln>
                <a:effectLst>
                  <a:outerShdw blurRad="38100" dist="38100" dir="2700000" algn="tl">
                    <a:srgbClr val="C0C0C0"/>
                  </a:outerShdw>
                </a:effectLst>
                <a:uLnTx/>
                <a:uFillTx/>
                <a:ea typeface="仿宋_GB2312" pitchFamily="49" charset="-122"/>
                <a:sym typeface="+mn-ea"/>
              </a:rPr>
              <a:t>从工程管理角度来看，软件设计分两步完成：</a:t>
            </a:r>
            <a:r>
              <a:rPr lang="zh-CN" altLang="en-US" sz="2800" i="1" kern="0" noProof="0">
                <a:ln>
                  <a:noFill/>
                </a:ln>
                <a:solidFill>
                  <a:srgbClr val="CC3300"/>
                </a:solidFill>
                <a:effectLst>
                  <a:outerShdw blurRad="38100" dist="38100" dir="2700000" algn="tl">
                    <a:srgbClr val="C0C0C0"/>
                  </a:outerShdw>
                </a:effectLst>
                <a:uLnTx/>
                <a:uFillTx/>
                <a:ea typeface="仿宋_GB2312" pitchFamily="49" charset="-122"/>
                <a:sym typeface="+mn-ea"/>
              </a:rPr>
              <a:t> </a:t>
            </a:r>
            <a:endParaRPr kumimoji="0" lang="zh-CN" altLang="en-US" sz="2800" b="1" i="1" u="none" strike="noStrike" kern="0" cap="none" spc="0" normalizeH="0" baseline="0" noProof="0">
              <a:ln>
                <a:noFill/>
              </a:ln>
              <a:solidFill>
                <a:srgbClr val="CC3300"/>
              </a:solidFill>
              <a:effectLst>
                <a:outerShdw blurRad="38100" dist="38100" dir="2700000" algn="tl">
                  <a:srgbClr val="C0C0C0"/>
                </a:outerShdw>
              </a:effectLst>
              <a:uLnTx/>
              <a:uFillTx/>
              <a:latin typeface="+mn-lt"/>
              <a:ea typeface="仿宋_GB2312" pitchFamily="49" charset="-122"/>
              <a:cs typeface="+mn-cs"/>
            </a:endParaRPr>
          </a:p>
          <a:p>
            <a:pPr marL="495300" marR="0" lvl="0" indent="-495300" algn="l" defTabSz="914400" rtl="0" eaLnBrk="1" fontAlgn="base" latinLnBrk="0" hangingPunct="1">
              <a:lnSpc>
                <a:spcPct val="100000"/>
              </a:lnSpc>
              <a:spcBef>
                <a:spcPct val="5000"/>
              </a:spcBef>
              <a:spcAft>
                <a:spcPct val="0"/>
              </a:spcAft>
              <a:buClr>
                <a:srgbClr val="990099"/>
              </a:buClr>
              <a:buSzPct val="70000"/>
              <a:buFont typeface="Wingdings" panose="05000000000000000000" pitchFamily="2" charset="2"/>
              <a:buAutoNum type="arabicPeriod"/>
              <a:defRPr/>
            </a:pPr>
            <a:r>
              <a:rPr lang="zh-CN" altLang="en-US" sz="2800" i="1" kern="0" noProof="0">
                <a:ln>
                  <a:noFill/>
                </a:ln>
                <a:solidFill>
                  <a:srgbClr val="CC3300"/>
                </a:solidFill>
                <a:effectLst>
                  <a:outerShdw blurRad="38100" dist="38100" dir="2700000" algn="tl">
                    <a:srgbClr val="C0C0C0"/>
                  </a:outerShdw>
                </a:effectLst>
                <a:uLnTx/>
                <a:uFillTx/>
                <a:ea typeface="仿宋_GB2312" pitchFamily="49" charset="-122"/>
                <a:sym typeface="+mn-ea"/>
              </a:rPr>
              <a:t> 概要设计</a:t>
            </a:r>
            <a:endParaRPr kumimoji="0" lang="zh-CN" altLang="en-US" sz="2800" b="1" i="1" u="none" strike="noStrike" kern="0" cap="none" spc="0" normalizeH="0" baseline="0" noProof="0">
              <a:ln>
                <a:noFill/>
              </a:ln>
              <a:solidFill>
                <a:srgbClr val="CC3300"/>
              </a:solidFill>
              <a:effectLst>
                <a:outerShdw blurRad="38100" dist="38100" dir="2700000" algn="tl">
                  <a:srgbClr val="C0C0C0"/>
                </a:outerShdw>
              </a:effectLst>
              <a:uLnTx/>
              <a:uFillTx/>
              <a:latin typeface="+mn-lt"/>
              <a:ea typeface="仿宋_GB2312" pitchFamily="49" charset="-122"/>
              <a:cs typeface="+mn-cs"/>
            </a:endParaRPr>
          </a:p>
          <a:p>
            <a:pPr marL="495300" marR="0" lvl="0" indent="-495300" algn="l" defTabSz="914400" rtl="0" eaLnBrk="1" fontAlgn="base" latinLnBrk="0" hangingPunct="1">
              <a:lnSpc>
                <a:spcPct val="100000"/>
              </a:lnSpc>
              <a:spcBef>
                <a:spcPct val="5000"/>
              </a:spcBef>
              <a:spcAft>
                <a:spcPct val="0"/>
              </a:spcAft>
              <a:buClr>
                <a:srgbClr val="990099"/>
              </a:buClr>
              <a:buSzPct val="70000"/>
              <a:buFont typeface="Wingdings" panose="05000000000000000000" pitchFamily="2" charset="2"/>
              <a:buAutoNum type="arabicPeriod"/>
              <a:defRPr/>
            </a:pPr>
            <a:r>
              <a:rPr lang="zh-CN" altLang="en-US" sz="2800" kern="0" noProof="0">
                <a:ln>
                  <a:noFill/>
                </a:ln>
                <a:effectLst>
                  <a:outerShdw blurRad="38100" dist="38100" dir="2700000" algn="tl">
                    <a:srgbClr val="C0C0C0"/>
                  </a:outerShdw>
                </a:effectLst>
                <a:uLnTx/>
                <a:uFillTx/>
                <a:ea typeface="仿宋_GB2312" pitchFamily="49" charset="-122"/>
                <a:sym typeface="+mn-ea"/>
              </a:rPr>
              <a:t> </a:t>
            </a:r>
            <a:r>
              <a:rPr lang="zh-CN" altLang="en-US" sz="2800" i="1" kern="0" noProof="0">
                <a:ln>
                  <a:noFill/>
                </a:ln>
                <a:solidFill>
                  <a:srgbClr val="CC3300"/>
                </a:solidFill>
                <a:effectLst>
                  <a:outerShdw blurRad="38100" dist="38100" dir="2700000" algn="tl">
                    <a:srgbClr val="C0C0C0"/>
                  </a:outerShdw>
                </a:effectLst>
                <a:uLnTx/>
                <a:uFillTx/>
                <a:ea typeface="仿宋_GB2312" pitchFamily="49" charset="-122"/>
                <a:sym typeface="+mn-ea"/>
              </a:rPr>
              <a:t>详细设计</a:t>
            </a:r>
            <a:endParaRPr kumimoji="0" lang="zh-CN" altLang="en-US" sz="28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仿宋_GB2312" pitchFamily="49" charset="-122"/>
              <a:cs typeface="+mn-cs"/>
            </a:endParaRPr>
          </a:p>
          <a:p>
            <a:pPr marL="495300" marR="0" lvl="0" indent="-495300" algn="l" defTabSz="914400" rtl="0" eaLnBrk="1" fontAlgn="base" latinLnBrk="0" hangingPunct="1">
              <a:lnSpc>
                <a:spcPct val="100000"/>
              </a:lnSpc>
              <a:spcBef>
                <a:spcPct val="5000"/>
              </a:spcBef>
              <a:spcAft>
                <a:spcPct val="0"/>
              </a:spcAft>
              <a:buClr>
                <a:srgbClr val="990099"/>
              </a:buClr>
              <a:buSzPct val="70000"/>
              <a:buFont typeface="Wingdings" panose="05000000000000000000" pitchFamily="2" charset="2"/>
              <a:buChar char="l"/>
              <a:defRPr/>
            </a:pPr>
            <a:endParaRPr kumimoji="0" lang="zh-CN" altLang="en-US" sz="28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仿宋_GB2312" pitchFamily="49" charset="-122"/>
              <a:cs typeface="+mn-cs"/>
            </a:endParaRPr>
          </a:p>
          <a:p>
            <a:pPr marL="495300" marR="0" lvl="0" indent="-495300" algn="l" defTabSz="914400" rtl="0" eaLnBrk="1" fontAlgn="base" latinLnBrk="0" hangingPunct="1">
              <a:lnSpc>
                <a:spcPct val="100000"/>
              </a:lnSpc>
              <a:spcBef>
                <a:spcPct val="5000"/>
              </a:spcBef>
              <a:spcAft>
                <a:spcPct val="0"/>
              </a:spcAft>
              <a:buClr>
                <a:srgbClr val="990099"/>
              </a:buClr>
              <a:buSzPct val="70000"/>
              <a:buFont typeface="Wingdings" panose="05000000000000000000" pitchFamily="2" charset="2"/>
              <a:buChar char="l"/>
              <a:defRPr/>
            </a:pPr>
            <a:r>
              <a:rPr lang="zh-CN" altLang="en-US" sz="2800" kern="0" noProof="0">
                <a:ln>
                  <a:noFill/>
                </a:ln>
                <a:effectLst>
                  <a:outerShdw blurRad="38100" dist="38100" dir="2700000" algn="tl">
                    <a:srgbClr val="C0C0C0"/>
                  </a:outerShdw>
                </a:effectLst>
                <a:uLnTx/>
                <a:uFillTx/>
                <a:ea typeface="仿宋_GB2312" pitchFamily="49" charset="-122"/>
                <a:sym typeface="+mn-ea"/>
              </a:rPr>
              <a:t>概要设计</a:t>
            </a:r>
            <a:r>
              <a:rPr lang="zh-CN" altLang="en-US" sz="2800" kern="0" noProof="0">
                <a:ln>
                  <a:noFill/>
                </a:ln>
                <a:effectLst>
                  <a:outerShdw blurRad="38100" dist="38100" dir="2700000" algn="tl">
                    <a:srgbClr val="C0C0C0"/>
                  </a:outerShdw>
                </a:effectLst>
                <a:uLnTx/>
                <a:uFillTx/>
                <a:latin typeface="仿宋_GB2312" pitchFamily="49" charset="-122"/>
                <a:ea typeface="仿宋_GB2312" pitchFamily="49" charset="-122"/>
                <a:sym typeface="+mn-ea"/>
              </a:rPr>
              <a:t>将软件需求</a:t>
            </a:r>
            <a:endParaRPr kumimoji="0" lang="zh-CN" altLang="en-US" sz="2800" b="1" i="0" u="none" strike="noStrike" kern="0" cap="none" spc="0" normalizeH="0" baseline="0" noProof="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endParaRPr>
          </a:p>
          <a:p>
            <a:pPr marL="763905" marR="0" lvl="1" indent="-419100" algn="l" defTabSz="914400" rtl="0" eaLnBrk="1" fontAlgn="base" latinLnBrk="0" hangingPunct="1">
              <a:lnSpc>
                <a:spcPct val="100000"/>
              </a:lnSpc>
              <a:spcBef>
                <a:spcPct val="5000"/>
              </a:spcBef>
              <a:spcAft>
                <a:spcPct val="0"/>
              </a:spcAft>
              <a:buClr>
                <a:srgbClr val="CC3300"/>
              </a:buClr>
              <a:buSzPct val="85000"/>
              <a:buFont typeface="Wingdings" panose="05000000000000000000" pitchFamily="2" charset="2"/>
              <a:buChar char="l"/>
              <a:defRPr/>
            </a:pPr>
            <a:r>
              <a:rPr lang="zh-CN" altLang="en-US" sz="2800" kern="0" noProof="0">
                <a:ln>
                  <a:noFill/>
                </a:ln>
                <a:effectLst>
                  <a:outerShdw blurRad="38100" dist="38100" dir="2700000" algn="tl">
                    <a:srgbClr val="C0C0C0"/>
                  </a:outerShdw>
                </a:effectLst>
                <a:uLnTx/>
                <a:uFillTx/>
                <a:latin typeface="仿宋_GB2312" pitchFamily="49" charset="-122"/>
                <a:ea typeface="仿宋_GB2312" pitchFamily="49" charset="-122"/>
                <a:sym typeface="+mn-ea"/>
              </a:rPr>
              <a:t> 转化为</a:t>
            </a:r>
            <a:r>
              <a:rPr lang="zh-CN" altLang="en-US" sz="2800" kern="0" noProof="0">
                <a:ln>
                  <a:noFill/>
                </a:ln>
                <a:solidFill>
                  <a:srgbClr val="CC3300"/>
                </a:solidFill>
                <a:effectLst>
                  <a:outerShdw blurRad="38100" dist="38100" dir="2700000" algn="tl">
                    <a:srgbClr val="C0C0C0"/>
                  </a:outerShdw>
                </a:effectLst>
                <a:uLnTx/>
                <a:uFillTx/>
                <a:latin typeface="仿宋_GB2312" pitchFamily="49" charset="-122"/>
                <a:ea typeface="仿宋_GB2312" pitchFamily="49" charset="-122"/>
                <a:sym typeface="+mn-ea"/>
              </a:rPr>
              <a:t>软件体系结构</a:t>
            </a:r>
            <a:endParaRPr kumimoji="0" lang="zh-CN" altLang="en-US" sz="2800" b="1" i="0" u="none" strike="noStrike" kern="0" cap="none" spc="0" normalizeH="0" baseline="0" noProof="0">
              <a:ln>
                <a:noFill/>
              </a:ln>
              <a:solidFill>
                <a:srgbClr val="CC3300"/>
              </a:solidFill>
              <a:effectLst>
                <a:outerShdw blurRad="38100" dist="38100" dir="2700000" algn="tl">
                  <a:srgbClr val="C0C0C0"/>
                </a:outerShdw>
              </a:effectLst>
              <a:uLnTx/>
              <a:uFillTx/>
              <a:latin typeface="仿宋_GB2312" pitchFamily="49" charset="-122"/>
              <a:ea typeface="仿宋_GB2312" pitchFamily="49" charset="-122"/>
            </a:endParaRPr>
          </a:p>
          <a:p>
            <a:pPr marL="763905" marR="0" lvl="1" indent="-419100" algn="l" defTabSz="914400" rtl="0" eaLnBrk="1" fontAlgn="base" latinLnBrk="0" hangingPunct="1">
              <a:lnSpc>
                <a:spcPct val="100000"/>
              </a:lnSpc>
              <a:spcBef>
                <a:spcPct val="5000"/>
              </a:spcBef>
              <a:spcAft>
                <a:spcPct val="0"/>
              </a:spcAft>
              <a:buClr>
                <a:srgbClr val="CC3300"/>
              </a:buClr>
              <a:buSzPct val="85000"/>
              <a:buFont typeface="Wingdings" panose="05000000000000000000" pitchFamily="2" charset="2"/>
              <a:buChar char="l"/>
              <a:defRPr/>
            </a:pPr>
            <a:r>
              <a:rPr lang="zh-CN" altLang="en-US" sz="2800" kern="0" noProof="0">
                <a:ln>
                  <a:noFill/>
                </a:ln>
                <a:solidFill>
                  <a:srgbClr val="006600"/>
                </a:solidFill>
                <a:effectLst>
                  <a:outerShdw blurRad="38100" dist="38100" dir="2700000" algn="tl">
                    <a:srgbClr val="C0C0C0"/>
                  </a:outerShdw>
                </a:effectLst>
                <a:uLnTx/>
                <a:uFillTx/>
                <a:latin typeface="仿宋_GB2312" pitchFamily="49" charset="-122"/>
                <a:ea typeface="仿宋_GB2312" pitchFamily="49" charset="-122"/>
                <a:sym typeface="+mn-ea"/>
              </a:rPr>
              <a:t> </a:t>
            </a:r>
            <a:r>
              <a:rPr lang="zh-CN" altLang="en-US" sz="2800" kern="0" noProof="0">
                <a:ln>
                  <a:noFill/>
                </a:ln>
                <a:effectLst>
                  <a:outerShdw blurRad="38100" dist="38100" dir="2700000" algn="tl">
                    <a:srgbClr val="C0C0C0"/>
                  </a:outerShdw>
                </a:effectLst>
                <a:uLnTx/>
                <a:uFillTx/>
                <a:latin typeface="仿宋_GB2312" pitchFamily="49" charset="-122"/>
                <a:ea typeface="仿宋_GB2312" pitchFamily="49" charset="-122"/>
                <a:sym typeface="+mn-ea"/>
              </a:rPr>
              <a:t>确定</a:t>
            </a:r>
            <a:r>
              <a:rPr lang="zh-CN" altLang="en-US" sz="2800" kern="0" noProof="0">
                <a:ln>
                  <a:noFill/>
                </a:ln>
                <a:solidFill>
                  <a:srgbClr val="CC3300"/>
                </a:solidFill>
                <a:effectLst>
                  <a:outerShdw blurRad="38100" dist="38100" dir="2700000" algn="tl">
                    <a:srgbClr val="C0C0C0"/>
                  </a:outerShdw>
                </a:effectLst>
                <a:uLnTx/>
                <a:uFillTx/>
                <a:latin typeface="仿宋_GB2312" pitchFamily="49" charset="-122"/>
                <a:ea typeface="仿宋_GB2312" pitchFamily="49" charset="-122"/>
                <a:sym typeface="+mn-ea"/>
              </a:rPr>
              <a:t>系统级接口</a:t>
            </a:r>
            <a:endParaRPr kumimoji="0" lang="zh-CN" altLang="en-US" sz="2800" b="1" i="0" u="none" strike="noStrike" kern="0" cap="none" spc="0" normalizeH="0" baseline="0" noProof="0">
              <a:ln>
                <a:noFill/>
              </a:ln>
              <a:solidFill>
                <a:srgbClr val="CC3300"/>
              </a:solidFill>
              <a:effectLst>
                <a:outerShdw blurRad="38100" dist="38100" dir="2700000" algn="tl">
                  <a:srgbClr val="C0C0C0"/>
                </a:outerShdw>
              </a:effectLst>
              <a:uLnTx/>
              <a:uFillTx/>
              <a:latin typeface="仿宋_GB2312" pitchFamily="49" charset="-122"/>
              <a:ea typeface="仿宋_GB2312" pitchFamily="49" charset="-122"/>
            </a:endParaRPr>
          </a:p>
          <a:p>
            <a:pPr marL="763905" marR="0" lvl="1" indent="-419100" algn="l" defTabSz="914400" rtl="0" eaLnBrk="1" fontAlgn="base" latinLnBrk="0" hangingPunct="1">
              <a:lnSpc>
                <a:spcPct val="100000"/>
              </a:lnSpc>
              <a:spcBef>
                <a:spcPct val="5000"/>
              </a:spcBef>
              <a:spcAft>
                <a:spcPct val="0"/>
              </a:spcAft>
              <a:buClr>
                <a:srgbClr val="CC3300"/>
              </a:buClr>
              <a:buSzPct val="85000"/>
              <a:buFont typeface="Wingdings" panose="05000000000000000000" pitchFamily="2" charset="2"/>
              <a:buChar char="l"/>
              <a:defRPr/>
            </a:pPr>
            <a:r>
              <a:rPr lang="zh-CN" altLang="en-US" sz="2800" kern="0" noProof="0">
                <a:ln>
                  <a:noFill/>
                </a:ln>
                <a:solidFill>
                  <a:srgbClr val="006600"/>
                </a:solidFill>
                <a:effectLst>
                  <a:outerShdw blurRad="38100" dist="38100" dir="2700000" algn="tl">
                    <a:srgbClr val="C0C0C0"/>
                  </a:outerShdw>
                </a:effectLst>
                <a:uLnTx/>
                <a:uFillTx/>
                <a:latin typeface="仿宋_GB2312" pitchFamily="49" charset="-122"/>
                <a:ea typeface="仿宋_GB2312" pitchFamily="49" charset="-122"/>
                <a:sym typeface="+mn-ea"/>
              </a:rPr>
              <a:t> </a:t>
            </a:r>
            <a:r>
              <a:rPr lang="zh-CN" altLang="en-US" sz="2800" kern="0" noProof="0">
                <a:ln>
                  <a:noFill/>
                </a:ln>
                <a:effectLst>
                  <a:outerShdw blurRad="38100" dist="38100" dir="2700000" algn="tl">
                    <a:srgbClr val="C0C0C0"/>
                  </a:outerShdw>
                </a:effectLst>
                <a:uLnTx/>
                <a:uFillTx/>
                <a:latin typeface="仿宋_GB2312" pitchFamily="49" charset="-122"/>
                <a:ea typeface="仿宋_GB2312" pitchFamily="49" charset="-122"/>
                <a:sym typeface="+mn-ea"/>
              </a:rPr>
              <a:t>全局数据结构或数据库</a:t>
            </a:r>
            <a:r>
              <a:rPr lang="zh-CN" altLang="en-US" sz="2800" kern="0" noProof="0">
                <a:ln>
                  <a:noFill/>
                </a:ln>
                <a:solidFill>
                  <a:srgbClr val="CC3300"/>
                </a:solidFill>
                <a:effectLst>
                  <a:outerShdw blurRad="38100" dist="38100" dir="2700000" algn="tl">
                    <a:srgbClr val="C0C0C0"/>
                  </a:outerShdw>
                </a:effectLst>
                <a:uLnTx/>
                <a:uFillTx/>
                <a:latin typeface="仿宋_GB2312" pitchFamily="49" charset="-122"/>
                <a:ea typeface="仿宋_GB2312" pitchFamily="49" charset="-122"/>
                <a:sym typeface="+mn-ea"/>
              </a:rPr>
              <a:t>模式</a:t>
            </a:r>
            <a:endParaRPr kumimoji="0" lang="zh-CN" altLang="en-US" sz="2800" b="1" i="0" u="none" strike="noStrike" kern="0" cap="none" spc="0" normalizeH="0" baseline="0" noProof="0">
              <a:ln>
                <a:noFill/>
              </a:ln>
              <a:solidFill>
                <a:srgbClr val="CC3300"/>
              </a:solidFill>
              <a:effectLst>
                <a:outerShdw blurRad="38100" dist="38100" dir="2700000" algn="tl">
                  <a:srgbClr val="C0C0C0"/>
                </a:outerShdw>
              </a:effectLst>
              <a:uLnTx/>
              <a:uFillTx/>
              <a:latin typeface="仿宋_GB2312" pitchFamily="49" charset="-122"/>
              <a:ea typeface="仿宋_GB2312" pitchFamily="49" charset="-122"/>
            </a:endParaRPr>
          </a:p>
          <a:p>
            <a:pPr marL="763905" marR="0" lvl="1" indent="-419100" algn="l" defTabSz="914400" rtl="0" eaLnBrk="1" fontAlgn="base" latinLnBrk="0" hangingPunct="1">
              <a:lnSpc>
                <a:spcPct val="100000"/>
              </a:lnSpc>
              <a:spcBef>
                <a:spcPct val="5000"/>
              </a:spcBef>
              <a:spcAft>
                <a:spcPct val="0"/>
              </a:spcAft>
              <a:buClr>
                <a:srgbClr val="CC3300"/>
              </a:buClr>
              <a:buSzPct val="85000"/>
              <a:buFont typeface="Wingdings" panose="05000000000000000000" pitchFamily="2" charset="2"/>
              <a:buNone/>
              <a:defRPr/>
            </a:pPr>
            <a:endParaRPr kumimoji="0" lang="zh-CN" altLang="en-US" sz="2800" b="1" i="0" u="none" strike="noStrike" kern="0" cap="none" spc="0" normalizeH="0" baseline="0" noProof="0">
              <a:ln>
                <a:noFill/>
              </a:ln>
              <a:solidFill>
                <a:srgbClr val="006600"/>
              </a:solidFill>
              <a:effectLst>
                <a:outerShdw blurRad="38100" dist="38100" dir="2700000" algn="tl">
                  <a:srgbClr val="C0C0C0"/>
                </a:outerShdw>
              </a:effectLst>
              <a:uLnTx/>
              <a:uFillTx/>
              <a:latin typeface="仿宋_GB2312" pitchFamily="49" charset="-122"/>
              <a:ea typeface="仿宋_GB2312" pitchFamily="49" charset="-122"/>
            </a:endParaRPr>
          </a:p>
          <a:p>
            <a:pPr marL="495300" marR="0" lvl="0" indent="-495300" algn="l" defTabSz="914400" rtl="0" eaLnBrk="1" fontAlgn="base" latinLnBrk="0" hangingPunct="1">
              <a:lnSpc>
                <a:spcPct val="100000"/>
              </a:lnSpc>
              <a:spcBef>
                <a:spcPct val="5000"/>
              </a:spcBef>
              <a:spcAft>
                <a:spcPct val="0"/>
              </a:spcAft>
              <a:buClr>
                <a:srgbClr val="990099"/>
              </a:buClr>
              <a:buSzPct val="70000"/>
              <a:buFont typeface="Wingdings" panose="05000000000000000000" pitchFamily="2" charset="2"/>
              <a:buChar char="l"/>
              <a:defRPr/>
            </a:pPr>
            <a:r>
              <a:rPr lang="zh-CN" altLang="en-US" sz="2800" kern="0" noProof="0">
                <a:ln>
                  <a:noFill/>
                </a:ln>
                <a:effectLst>
                  <a:outerShdw blurRad="38100" dist="38100" dir="2700000" algn="tl">
                    <a:srgbClr val="C0C0C0"/>
                  </a:outerShdw>
                </a:effectLst>
                <a:uLnTx/>
                <a:uFillTx/>
                <a:latin typeface="仿宋_GB2312" pitchFamily="49" charset="-122"/>
                <a:ea typeface="仿宋_GB2312" pitchFamily="49" charset="-122"/>
                <a:sym typeface="+mn-ea"/>
              </a:rPr>
              <a:t>详细设计确立</a:t>
            </a:r>
            <a:endParaRPr kumimoji="0" lang="zh-CN" altLang="en-US" sz="2800" b="1" i="0" u="none" strike="noStrike" kern="0" cap="none" spc="0" normalizeH="0" baseline="0" noProof="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endParaRPr>
          </a:p>
          <a:p>
            <a:pPr marL="763905" marR="0" lvl="1" indent="-419100" algn="l" defTabSz="914400" rtl="0" eaLnBrk="1" fontAlgn="base" latinLnBrk="0" hangingPunct="1">
              <a:lnSpc>
                <a:spcPct val="100000"/>
              </a:lnSpc>
              <a:spcBef>
                <a:spcPct val="5000"/>
              </a:spcBef>
              <a:spcAft>
                <a:spcPct val="0"/>
              </a:spcAft>
              <a:buClr>
                <a:srgbClr val="CC3300"/>
              </a:buClr>
              <a:buSzPct val="85000"/>
              <a:buFont typeface="Wingdings" panose="05000000000000000000" pitchFamily="2" charset="2"/>
              <a:buChar char="l"/>
              <a:defRPr/>
            </a:pPr>
            <a:r>
              <a:rPr lang="zh-CN" altLang="en-US" sz="2800" kern="0" noProof="0">
                <a:ln>
                  <a:noFill/>
                </a:ln>
                <a:effectLst>
                  <a:outerShdw blurRad="38100" dist="38100" dir="2700000" algn="tl">
                    <a:srgbClr val="C0C0C0"/>
                  </a:outerShdw>
                </a:effectLst>
                <a:uLnTx/>
                <a:uFillTx/>
                <a:latin typeface="仿宋_GB2312" pitchFamily="49" charset="-122"/>
                <a:ea typeface="仿宋_GB2312" pitchFamily="49" charset="-122"/>
                <a:sym typeface="+mn-ea"/>
              </a:rPr>
              <a:t> 每个模块的</a:t>
            </a:r>
            <a:r>
              <a:rPr lang="zh-CN" altLang="en-US" sz="2800" kern="0" noProof="0">
                <a:ln>
                  <a:noFill/>
                </a:ln>
                <a:solidFill>
                  <a:srgbClr val="CC3300"/>
                </a:solidFill>
                <a:effectLst>
                  <a:outerShdw blurRad="38100" dist="38100" dir="2700000" algn="tl">
                    <a:srgbClr val="C0C0C0"/>
                  </a:outerShdw>
                </a:effectLst>
                <a:uLnTx/>
                <a:uFillTx/>
                <a:latin typeface="仿宋_GB2312" pitchFamily="49" charset="-122"/>
                <a:ea typeface="仿宋_GB2312" pitchFamily="49" charset="-122"/>
                <a:sym typeface="+mn-ea"/>
              </a:rPr>
              <a:t>实现算法</a:t>
            </a:r>
            <a:endParaRPr kumimoji="0" lang="zh-CN" altLang="en-US" sz="2800" b="1" i="0" u="none" strike="noStrike" kern="0" cap="none" spc="0" normalizeH="0" baseline="0" noProof="0">
              <a:ln>
                <a:noFill/>
              </a:ln>
              <a:solidFill>
                <a:srgbClr val="CC3300"/>
              </a:solidFill>
              <a:effectLst>
                <a:outerShdw blurRad="38100" dist="38100" dir="2700000" algn="tl">
                  <a:srgbClr val="C0C0C0"/>
                </a:outerShdw>
              </a:effectLst>
              <a:uLnTx/>
              <a:uFillTx/>
              <a:latin typeface="仿宋_GB2312" pitchFamily="49" charset="-122"/>
              <a:ea typeface="仿宋_GB2312" pitchFamily="49" charset="-122"/>
            </a:endParaRPr>
          </a:p>
          <a:p>
            <a:pPr marL="763905" marR="0" lvl="1" indent="-419100" algn="l" defTabSz="914400" rtl="0" eaLnBrk="1" fontAlgn="base" latinLnBrk="0" hangingPunct="1">
              <a:lnSpc>
                <a:spcPct val="100000"/>
              </a:lnSpc>
              <a:spcBef>
                <a:spcPct val="5000"/>
              </a:spcBef>
              <a:spcAft>
                <a:spcPct val="0"/>
              </a:spcAft>
              <a:buClr>
                <a:srgbClr val="CC3300"/>
              </a:buClr>
              <a:buSzPct val="85000"/>
              <a:buFont typeface="Wingdings" panose="05000000000000000000" pitchFamily="2" charset="2"/>
              <a:buChar char="l"/>
              <a:defRPr/>
            </a:pPr>
            <a:r>
              <a:rPr lang="zh-CN" altLang="en-US" sz="2800" kern="0" noProof="0">
                <a:ln>
                  <a:noFill/>
                </a:ln>
                <a:solidFill>
                  <a:srgbClr val="CC3300"/>
                </a:solidFill>
                <a:effectLst>
                  <a:outerShdw blurRad="38100" dist="38100" dir="2700000" algn="tl">
                    <a:srgbClr val="C0C0C0"/>
                  </a:outerShdw>
                </a:effectLst>
                <a:uLnTx/>
                <a:uFillTx/>
                <a:latin typeface="仿宋_GB2312" pitchFamily="49" charset="-122"/>
                <a:ea typeface="仿宋_GB2312" pitchFamily="49" charset="-122"/>
                <a:sym typeface="+mn-ea"/>
              </a:rPr>
              <a:t> 局部数据结构</a:t>
            </a:r>
            <a:endParaRPr kumimoji="0" lang="zh-CN" altLang="en-US" sz="2800" b="1" i="0" u="none" strike="noStrike" kern="0" cap="none" spc="0" normalizeH="0" baseline="0" noProof="0">
              <a:ln>
                <a:noFill/>
              </a:ln>
              <a:solidFill>
                <a:srgbClr val="CC3300"/>
              </a:solidFill>
              <a:effectLst>
                <a:outerShdw blurRad="38100" dist="38100" dir="2700000" algn="tl">
                  <a:srgbClr val="C0C0C0"/>
                </a:outerShdw>
              </a:effectLst>
              <a:uLnTx/>
              <a:uFillTx/>
              <a:latin typeface="仿宋_GB2312" pitchFamily="49" charset="-122"/>
              <a:ea typeface="仿宋_GB2312" pitchFamily="49" charset="-122"/>
            </a:endParaRPr>
          </a:p>
          <a:p>
            <a:pPr marL="763905" marR="0" lvl="1" indent="-419100" algn="l" defTabSz="914400" rtl="0" eaLnBrk="1" fontAlgn="base" latinLnBrk="0" hangingPunct="1">
              <a:lnSpc>
                <a:spcPct val="100000"/>
              </a:lnSpc>
              <a:spcBef>
                <a:spcPct val="5000"/>
              </a:spcBef>
              <a:spcAft>
                <a:spcPct val="0"/>
              </a:spcAft>
              <a:buClr>
                <a:srgbClr val="CC3300"/>
              </a:buClr>
              <a:buSzPct val="85000"/>
              <a:buFont typeface="Wingdings" panose="05000000000000000000" pitchFamily="2" charset="2"/>
              <a:buChar char="l"/>
              <a:defRPr/>
            </a:pPr>
            <a:r>
              <a:rPr lang="zh-CN" altLang="en-US" sz="2800" kern="0" noProof="0">
                <a:ln>
                  <a:noFill/>
                </a:ln>
                <a:solidFill>
                  <a:srgbClr val="006600"/>
                </a:solidFill>
                <a:effectLst>
                  <a:outerShdw blurRad="38100" dist="38100" dir="2700000" algn="tl">
                    <a:srgbClr val="C0C0C0"/>
                  </a:outerShdw>
                </a:effectLst>
                <a:uLnTx/>
                <a:uFillTx/>
                <a:latin typeface="仿宋_GB2312" pitchFamily="49" charset="-122"/>
                <a:ea typeface="仿宋_GB2312" pitchFamily="49" charset="-122"/>
                <a:sym typeface="+mn-ea"/>
              </a:rPr>
              <a:t> </a:t>
            </a:r>
            <a:r>
              <a:rPr lang="zh-CN" altLang="en-US" sz="2800" kern="0" noProof="0">
                <a:ln>
                  <a:noFill/>
                </a:ln>
                <a:effectLst>
                  <a:outerShdw blurRad="38100" dist="38100" dir="2700000" algn="tl">
                    <a:srgbClr val="C0C0C0"/>
                  </a:outerShdw>
                </a:effectLst>
                <a:uLnTx/>
                <a:uFillTx/>
                <a:latin typeface="仿宋_GB2312" pitchFamily="49" charset="-122"/>
                <a:ea typeface="仿宋_GB2312" pitchFamily="49" charset="-122"/>
                <a:sym typeface="+mn-ea"/>
              </a:rPr>
              <a:t>用适当方法表示</a:t>
            </a:r>
            <a:r>
              <a:rPr lang="zh-CN" altLang="en-US" sz="2800" kern="0" noProof="0">
                <a:ln>
                  <a:noFill/>
                </a:ln>
                <a:solidFill>
                  <a:srgbClr val="CC3300"/>
                </a:solidFill>
                <a:effectLst>
                  <a:outerShdw blurRad="38100" dist="38100" dir="2700000" algn="tl">
                    <a:srgbClr val="C0C0C0"/>
                  </a:outerShdw>
                </a:effectLst>
                <a:uLnTx/>
                <a:uFillTx/>
                <a:latin typeface="仿宋_GB2312" pitchFamily="49" charset="-122"/>
                <a:ea typeface="仿宋_GB2312" pitchFamily="49" charset="-122"/>
                <a:sym typeface="+mn-ea"/>
              </a:rPr>
              <a:t>算法和数据结构</a:t>
            </a:r>
            <a:r>
              <a:rPr lang="zh-CN" altLang="en-US" sz="2800" kern="0" noProof="0">
                <a:ln>
                  <a:noFill/>
                </a:ln>
                <a:effectLst>
                  <a:outerShdw blurRad="38100" dist="38100" dir="2700000" algn="tl">
                    <a:srgbClr val="C0C0C0"/>
                  </a:outerShdw>
                </a:effectLst>
                <a:uLnTx/>
                <a:uFillTx/>
                <a:latin typeface="仿宋_GB2312" pitchFamily="49" charset="-122"/>
                <a:ea typeface="仿宋_GB2312" pitchFamily="49" charset="-122"/>
                <a:sym typeface="+mn-ea"/>
              </a:rPr>
              <a:t>的</a:t>
            </a:r>
            <a:r>
              <a:rPr lang="zh-CN" altLang="en-US" sz="2800" kern="0" noProof="0">
                <a:ln>
                  <a:noFill/>
                </a:ln>
                <a:solidFill>
                  <a:srgbClr val="CC3300"/>
                </a:solidFill>
                <a:effectLst>
                  <a:outerShdw blurRad="38100" dist="38100" dir="2700000" algn="tl">
                    <a:srgbClr val="C0C0C0"/>
                  </a:outerShdw>
                </a:effectLst>
                <a:uLnTx/>
                <a:uFillTx/>
                <a:latin typeface="仿宋_GB2312" pitchFamily="49" charset="-122"/>
                <a:ea typeface="仿宋_GB2312" pitchFamily="49" charset="-122"/>
                <a:sym typeface="+mn-ea"/>
              </a:rPr>
              <a:t>细节</a:t>
            </a:r>
            <a:endParaRPr kumimoji="0" lang="zh-CN" altLang="en-US" sz="2800" b="1" i="0" u="none" strike="noStrike" kern="0" cap="none" spc="0" normalizeH="0" baseline="0" noProof="0">
              <a:ln>
                <a:noFill/>
              </a:ln>
              <a:solidFill>
                <a:srgbClr val="006600"/>
              </a:solidFill>
              <a:effectLst>
                <a:outerShdw blurRad="38100" dist="38100" dir="2700000" algn="tl">
                  <a:srgbClr val="C0C0C0"/>
                </a:outerShdw>
              </a:effectLst>
              <a:uLnTx/>
              <a:uFillTx/>
              <a:latin typeface="+mn-lt"/>
              <a:ea typeface="仿宋_GB2312" pitchFamily="49" charset="-122"/>
            </a:endParaRPr>
          </a:p>
          <a:p>
            <a:pPr marL="342900" marR="0" lvl="0" indent="-342900" algn="l" defTabSz="914400" rtl="0" eaLnBrk="1" fontAlgn="base" latinLnBrk="0" hangingPunct="1">
              <a:lnSpc>
                <a:spcPct val="110000"/>
              </a:lnSpc>
              <a:spcBef>
                <a:spcPct val="20000"/>
              </a:spcBef>
              <a:spcAft>
                <a:spcPct val="0"/>
              </a:spcAft>
              <a:buClr>
                <a:srgbClr val="990099"/>
              </a:buClr>
              <a:buSzPct val="70000"/>
              <a:buFont typeface="Wingdings" panose="05000000000000000000" pitchFamily="2" charset="2"/>
              <a:buChar char="l"/>
              <a:defRPr/>
            </a:pPr>
            <a:endParaRPr kumimoji="0" lang="zh-CN" altLang="en-US" sz="28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20204" pitchFamily="34" charset="0"/>
              <a:ea typeface="仿宋_GB2312" pitchFamily="49" charset="-122"/>
              <a:cs typeface="+mn-cs"/>
            </a:endParaRPr>
          </a:p>
          <a:p>
            <a:pPr eaLnBrk="1" hangingPunct="1">
              <a:lnSpc>
                <a:spcPct val="90000"/>
              </a:lnSpc>
            </a:pPr>
            <a:endParaRPr lang="zh-CN" altLang="en-US" sz="2800" dirty="0">
              <a:sym typeface="+mn-ea"/>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宋体" panose="02010600030101010101" pitchFamily="2" charset="-122"/>
                <a:cs typeface="Times New Roman" panose="02020603050405020304" pitchFamily="18" charset="0"/>
              </a:rPr>
              <a:t>2.2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结构化设计</a:t>
            </a:r>
            <a:endPar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13316"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
        <p:nvSpPr>
          <p:cNvPr id="28675" name="Rectangle 3"/>
          <p:cNvSpPr>
            <a:spLocks noChangeArrowheads="1"/>
          </p:cNvSpPr>
          <p:nvPr/>
        </p:nvSpPr>
        <p:spPr bwMode="auto">
          <a:xfrm>
            <a:off x="495618" y="1554480"/>
            <a:ext cx="6989763" cy="1216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p>
            <a:pPr marL="342900" marR="0" lvl="0" indent="-342900" algn="l" defTabSz="914400" rtl="0" eaLnBrk="1" fontAlgn="base" latinLnBrk="0" hangingPunct="1">
              <a:lnSpc>
                <a:spcPct val="105000"/>
              </a:lnSpc>
              <a:spcBef>
                <a:spcPct val="20000"/>
              </a:spcBef>
              <a:spcAft>
                <a:spcPct val="0"/>
              </a:spcAft>
              <a:buClr>
                <a:srgbClr val="990099"/>
              </a:buClr>
              <a:buSzTx/>
              <a:buFont typeface="Wingdings" panose="05000000000000000000" pitchFamily="2" charset="2"/>
              <a:buChar char="§"/>
              <a:defRPr/>
            </a:pPr>
            <a:r>
              <a:rPr kumimoji="1" lang="zh-CN" altLang="en-US"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cs typeface="+mn-cs"/>
              </a:rPr>
              <a:t>软件设计是后续开发步骤及软件维护工作的基础。如果没有设计，只能建立一个不稳定的系统结构。</a:t>
            </a:r>
            <a:endParaRPr kumimoji="1" lang="zh-CN" altLang="en-US"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cs typeface="+mn-cs"/>
            </a:endParaRPr>
          </a:p>
        </p:txBody>
      </p:sp>
      <p:pic>
        <p:nvPicPr>
          <p:cNvPr id="108549" name="Picture 2"/>
          <p:cNvPicPr>
            <a:picLocks noChangeAspect="1"/>
          </p:cNvPicPr>
          <p:nvPr/>
        </p:nvPicPr>
        <p:blipFill>
          <a:blip r:embed="rId1"/>
          <a:stretch>
            <a:fillRect/>
          </a:stretch>
        </p:blipFill>
        <p:spPr>
          <a:xfrm>
            <a:off x="358775" y="2677160"/>
            <a:ext cx="7655560" cy="3446780"/>
          </a:xfrm>
          <a:prstGeom prst="rect">
            <a:avLst/>
          </a:prstGeom>
          <a:noFill/>
          <a:ln w="9525">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宋体" panose="02010600030101010101" pitchFamily="2" charset="-122"/>
                <a:cs typeface="Times New Roman" panose="02020603050405020304" pitchFamily="18" charset="0"/>
              </a:rPr>
              <a:t>2.2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结构化设计</a:t>
            </a:r>
            <a:endPar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13316"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
        <p:nvSpPr>
          <p:cNvPr id="3" name="Rectangle 3"/>
          <p:cNvSpPr>
            <a:spLocks noGrp="1" noChangeArrowheads="1"/>
          </p:cNvSpPr>
          <p:nvPr>
            <p:ph idx="1"/>
          </p:nvPr>
        </p:nvSpPr>
        <p:spPr>
          <a:xfrm>
            <a:off x="483870" y="1467485"/>
            <a:ext cx="7772400" cy="5041900"/>
          </a:xfrm>
        </p:spPr>
        <p:txBody>
          <a:bodyPr vert="horz" wrap="square" lIns="91440" tIns="45720" rIns="91440" bIns="45720" numCol="1" anchor="t" anchorCtr="0" compatLnSpc="1">
            <a:normAutofit fontScale="92500"/>
          </a:bodyPr>
          <a:lstStyle/>
          <a:p>
            <a:pPr marL="0" marR="0" lvl="0" indent="0" algn="l" defTabSz="914400" rtl="0" eaLnBrk="1" fontAlgn="base" latinLnBrk="0" hangingPunct="1">
              <a:lnSpc>
                <a:spcPct val="105000"/>
              </a:lnSpc>
              <a:spcBef>
                <a:spcPct val="15000"/>
              </a:spcBef>
              <a:spcAft>
                <a:spcPct val="0"/>
              </a:spcAft>
              <a:buClr>
                <a:schemeClr val="tx2"/>
              </a:buClr>
              <a:buSzPct val="70000"/>
              <a:buFont typeface="Wingdings" panose="05000000000000000000" pitchFamily="2" charset="2"/>
              <a:buNone/>
              <a:defRPr/>
            </a:pPr>
            <a:r>
              <a:rPr kumimoji="0" lang="zh-CN" altLang="en-US" sz="2800" b="1" i="0" u="none" strike="noStrike" kern="0" cap="none" spc="0" normalizeH="0" baseline="0" noProof="0" dirty="0">
                <a:ln>
                  <a:noFill/>
                </a:ln>
                <a:solidFill>
                  <a:srgbClr val="FF0000"/>
                </a:solidFill>
                <a:effectLst>
                  <a:outerShdw blurRad="38100" dist="38100" dir="2700000" algn="tl">
                    <a:srgbClr val="C0C0C0"/>
                  </a:outerShdw>
                </a:effectLst>
                <a:uLnTx/>
                <a:uFillTx/>
                <a:latin typeface="+mn-ea"/>
                <a:cs typeface="+mn-ea"/>
              </a:rPr>
              <a:t>软件概要设计过程</a:t>
            </a:r>
            <a:endParaRPr kumimoji="0" lang="zh-CN" altLang="en-US" sz="2800" b="1" i="0" u="none" strike="noStrike" kern="0" cap="none" spc="0" normalizeH="0" baseline="0" noProof="0" dirty="0">
              <a:ln>
                <a:noFill/>
              </a:ln>
              <a:solidFill>
                <a:srgbClr val="FF0000"/>
              </a:solidFill>
              <a:effectLst>
                <a:outerShdw blurRad="38100" dist="38100" dir="2700000" algn="tl">
                  <a:srgbClr val="C0C0C0"/>
                </a:outerShdw>
              </a:effectLst>
              <a:uLnTx/>
              <a:uFillTx/>
              <a:latin typeface="+mn-ea"/>
              <a:cs typeface="+mn-ea"/>
            </a:endParaRPr>
          </a:p>
          <a:p>
            <a:pPr marL="400050" marR="0" lvl="0" indent="-400050" algn="l" defTabSz="914400" rtl="0" eaLnBrk="1" fontAlgn="base" latinLnBrk="0" hangingPunct="1">
              <a:lnSpc>
                <a:spcPct val="105000"/>
              </a:lnSpc>
              <a:spcBef>
                <a:spcPct val="15000"/>
              </a:spcBef>
              <a:spcAft>
                <a:spcPct val="0"/>
              </a:spcAft>
              <a:buClr>
                <a:schemeClr val="tx2"/>
              </a:buClr>
              <a:buSzPct val="70000"/>
              <a:buFont typeface="Wingdings" panose="05000000000000000000" pitchFamily="2" charset="2"/>
              <a:buAutoNum type="arabicPeriod"/>
              <a:defRPr/>
            </a:pPr>
            <a:r>
              <a:rPr kumimoji="0" lang="zh-CN" altLang="en-US" sz="2800" b="1" i="0" u="sng" strike="noStrike" kern="0" cap="none" spc="0" normalizeH="0" baseline="0" noProof="0" dirty="0">
                <a:ln>
                  <a:noFill/>
                </a:ln>
                <a:solidFill>
                  <a:srgbClr val="0070C0"/>
                </a:solidFill>
                <a:effectLst>
                  <a:outerShdw blurRad="38100" dist="38100" dir="2700000" algn="tl">
                    <a:srgbClr val="C0C0C0"/>
                  </a:outerShdw>
                </a:effectLst>
                <a:uLnTx/>
                <a:uFillTx/>
                <a:latin typeface="+mn-ea"/>
                <a:cs typeface="+mn-ea"/>
              </a:rPr>
              <a:t>制定规范</a:t>
            </a:r>
            <a:endParaRPr kumimoji="0" lang="zh-CN" altLang="en-US" sz="2800" b="1" i="0" u="sng" strike="noStrike" kern="0" cap="none" spc="0" normalizeH="0" baseline="0" noProof="0" dirty="0">
              <a:ln>
                <a:noFill/>
              </a:ln>
              <a:solidFill>
                <a:srgbClr val="0070C0"/>
              </a:solidFill>
              <a:effectLst>
                <a:outerShdw blurRad="38100" dist="38100" dir="2700000" algn="tl">
                  <a:srgbClr val="C0C0C0"/>
                </a:outerShdw>
              </a:effectLst>
              <a:uLnTx/>
              <a:uFillTx/>
              <a:latin typeface="+mn-ea"/>
              <a:cs typeface="+mn-ea"/>
            </a:endParaRPr>
          </a:p>
          <a:p>
            <a:pPr marL="400050" marR="0" lvl="0" indent="-400050" algn="l" defTabSz="914400" rtl="0" eaLnBrk="1" fontAlgn="base" latinLnBrk="0" hangingPunct="1">
              <a:lnSpc>
                <a:spcPct val="105000"/>
              </a:lnSpc>
              <a:spcBef>
                <a:spcPct val="15000"/>
              </a:spcBef>
              <a:spcAft>
                <a:spcPct val="0"/>
              </a:spcAft>
              <a:buClr>
                <a:srgbClr val="990099"/>
              </a:buClr>
              <a:buSzPct val="70000"/>
              <a:buFont typeface="Wingdings" panose="05000000000000000000" pitchFamily="2" charset="2"/>
              <a:buChar char="l"/>
              <a:defRPr/>
            </a:pPr>
            <a:r>
              <a:rPr kumimoji="0" lang="zh-CN" altLang="en-US" b="1" i="0" u="none" strike="noStrike" kern="0" cap="none" spc="0" normalizeH="0" baseline="0" noProof="0" dirty="0">
                <a:ln>
                  <a:noFill/>
                </a:ln>
                <a:solidFill>
                  <a:schemeClr val="tx1"/>
                </a:solidFill>
                <a:effectLst>
                  <a:outerShdw blurRad="38100" dist="38100" dir="2700000" algn="tl">
                    <a:srgbClr val="C0C0C0"/>
                  </a:outerShdw>
                </a:effectLst>
                <a:uLnTx/>
                <a:uFillTx/>
                <a:latin typeface="+mn-ea"/>
                <a:cs typeface="+mn-ea"/>
              </a:rPr>
              <a:t>在进入软件开发阶段之初，首先应为软件开发组制定在设计时应共同遵守的标准，以便协调组内各成员的工作。</a:t>
            </a:r>
            <a:endParaRPr kumimoji="0" lang="zh-CN" altLang="en-US" b="1" i="0" u="none" strike="noStrike" kern="0" cap="none" spc="0" normalizeH="0" baseline="0" noProof="0" dirty="0">
              <a:ln>
                <a:noFill/>
              </a:ln>
              <a:solidFill>
                <a:schemeClr val="tx1"/>
              </a:solidFill>
              <a:effectLst>
                <a:outerShdw blurRad="38100" dist="38100" dir="2700000" algn="tl">
                  <a:srgbClr val="C0C0C0"/>
                </a:outerShdw>
              </a:effectLst>
              <a:uLnTx/>
              <a:uFillTx/>
              <a:latin typeface="+mn-ea"/>
              <a:cs typeface="+mn-ea"/>
            </a:endParaRPr>
          </a:p>
          <a:p>
            <a:pPr marL="400050" marR="0" lvl="0" indent="-400050" algn="l" defTabSz="914400" rtl="0" eaLnBrk="1" fontAlgn="base" latinLnBrk="0" hangingPunct="1">
              <a:lnSpc>
                <a:spcPct val="105000"/>
              </a:lnSpc>
              <a:spcBef>
                <a:spcPct val="15000"/>
              </a:spcBef>
              <a:spcAft>
                <a:spcPct val="0"/>
              </a:spcAft>
              <a:buClr>
                <a:srgbClr val="990099"/>
              </a:buClr>
              <a:buSzPct val="70000"/>
              <a:buFont typeface="Wingdings" panose="05000000000000000000" pitchFamily="2" charset="2"/>
              <a:buChar char="l"/>
              <a:defRPr/>
            </a:pPr>
            <a:r>
              <a:rPr kumimoji="0" lang="zh-CN" altLang="en-US" b="1" i="0" u="none" strike="noStrike" kern="0" cap="none" spc="0" normalizeH="0" baseline="0" noProof="0" dirty="0">
                <a:ln>
                  <a:noFill/>
                </a:ln>
                <a:solidFill>
                  <a:schemeClr val="tx1"/>
                </a:solidFill>
                <a:effectLst>
                  <a:outerShdw blurRad="38100" dist="38100" dir="2700000" algn="tl">
                    <a:srgbClr val="C0C0C0"/>
                  </a:outerShdw>
                </a:effectLst>
                <a:uLnTx/>
                <a:uFillTx/>
                <a:latin typeface="+mn-ea"/>
                <a:cs typeface="+mn-ea"/>
              </a:rPr>
              <a:t>包括</a:t>
            </a:r>
            <a:r>
              <a:rPr kumimoji="0" lang="en-US" altLang="zh-CN" b="1" i="0" u="none" strike="noStrike" kern="0" cap="none" spc="0" normalizeH="0" baseline="0" noProof="0" dirty="0">
                <a:ln>
                  <a:noFill/>
                </a:ln>
                <a:solidFill>
                  <a:schemeClr val="tx1"/>
                </a:solidFill>
                <a:effectLst>
                  <a:outerShdw blurRad="38100" dist="38100" dir="2700000" algn="tl">
                    <a:srgbClr val="C0C0C0"/>
                  </a:outerShdw>
                </a:effectLst>
                <a:uLnTx/>
                <a:uFillTx/>
                <a:latin typeface="+mn-ea"/>
                <a:cs typeface="+mn-ea"/>
              </a:rPr>
              <a:t>:</a:t>
            </a:r>
            <a:endParaRPr kumimoji="0" lang="en-US" altLang="zh-CN" b="1" i="0" u="none" strike="noStrike" kern="0" cap="none" spc="0" normalizeH="0" baseline="0" noProof="0" dirty="0">
              <a:ln>
                <a:noFill/>
              </a:ln>
              <a:solidFill>
                <a:schemeClr val="tx1"/>
              </a:solidFill>
              <a:effectLst>
                <a:outerShdw blurRad="38100" dist="38100" dir="2700000" algn="tl">
                  <a:srgbClr val="C0C0C0"/>
                </a:outerShdw>
              </a:effectLst>
              <a:uLnTx/>
              <a:uFillTx/>
              <a:latin typeface="+mn-ea"/>
              <a:cs typeface="+mn-ea"/>
            </a:endParaRPr>
          </a:p>
          <a:p>
            <a:pPr marL="725805" marR="0" lvl="1" indent="-381000" algn="l" defTabSz="914400" rtl="0" eaLnBrk="1" fontAlgn="base" latinLnBrk="0" hangingPunct="1">
              <a:lnSpc>
                <a:spcPct val="105000"/>
              </a:lnSpc>
              <a:spcBef>
                <a:spcPct val="15000"/>
              </a:spcBef>
              <a:spcAft>
                <a:spcPct val="0"/>
              </a:spcAft>
              <a:buClr>
                <a:schemeClr val="accent2"/>
              </a:buClr>
              <a:buSzPct val="85000"/>
              <a:buFont typeface="Wingdings" panose="05000000000000000000" pitchFamily="2" charset="2"/>
              <a:buChar char="l"/>
              <a:defRPr/>
            </a:pPr>
            <a:r>
              <a:rPr kumimoji="0" lang="zh-CN" altLang="en-US" b="1" i="0" u="none" strike="noStrike" kern="0" cap="none" spc="0" normalizeH="0" baseline="0" noProof="0" dirty="0">
                <a:ln>
                  <a:noFill/>
                </a:ln>
                <a:solidFill>
                  <a:schemeClr val="tx1"/>
                </a:solidFill>
                <a:effectLst>
                  <a:outerShdw blurRad="38100" dist="38100" dir="2700000" algn="tl">
                    <a:srgbClr val="C0C0C0"/>
                  </a:outerShdw>
                </a:effectLst>
                <a:uLnTx/>
                <a:uFillTx/>
                <a:latin typeface="+mn-ea"/>
                <a:cs typeface="+mn-ea"/>
              </a:rPr>
              <a:t>阅读和理解软件需求说明，确认用户要求能否实现，明确实现的条件，从而确定设计的目标，以及它们的优先顺序。</a:t>
            </a:r>
            <a:endParaRPr kumimoji="0" lang="zh-CN" altLang="en-US" b="1" i="0" u="none" strike="noStrike" kern="0" cap="none" spc="0" normalizeH="0" baseline="0" noProof="0" dirty="0">
              <a:ln>
                <a:noFill/>
              </a:ln>
              <a:solidFill>
                <a:schemeClr val="tx1"/>
              </a:solidFill>
              <a:effectLst>
                <a:outerShdw blurRad="38100" dist="38100" dir="2700000" algn="tl">
                  <a:srgbClr val="C0C0C0"/>
                </a:outerShdw>
              </a:effectLst>
              <a:uLnTx/>
              <a:uFillTx/>
              <a:latin typeface="+mn-ea"/>
              <a:cs typeface="+mn-ea"/>
            </a:endParaRPr>
          </a:p>
          <a:p>
            <a:pPr marL="725805" marR="0" lvl="1" indent="-381000" algn="l" defTabSz="914400" rtl="0" eaLnBrk="1" fontAlgn="base" latinLnBrk="0" hangingPunct="1">
              <a:lnSpc>
                <a:spcPct val="105000"/>
              </a:lnSpc>
              <a:spcBef>
                <a:spcPct val="15000"/>
              </a:spcBef>
              <a:spcAft>
                <a:spcPct val="0"/>
              </a:spcAft>
              <a:buClr>
                <a:schemeClr val="accent2"/>
              </a:buClr>
              <a:buSzPct val="85000"/>
              <a:buFont typeface="Wingdings" panose="05000000000000000000" pitchFamily="2" charset="2"/>
              <a:buChar char="l"/>
              <a:defRPr/>
            </a:pPr>
            <a:r>
              <a:rPr kumimoji="0" lang="zh-CN" altLang="en-US" b="1" i="0" u="none" strike="noStrike" kern="0" cap="none" spc="0" normalizeH="0" baseline="0" noProof="0" dirty="0">
                <a:ln>
                  <a:noFill/>
                </a:ln>
                <a:solidFill>
                  <a:schemeClr val="tx1"/>
                </a:solidFill>
                <a:effectLst>
                  <a:outerShdw blurRad="38100" dist="38100" dir="2700000" algn="tl">
                    <a:srgbClr val="C0C0C0"/>
                  </a:outerShdw>
                </a:effectLst>
                <a:uLnTx/>
                <a:uFillTx/>
                <a:latin typeface="+mn-ea"/>
                <a:cs typeface="+mn-ea"/>
              </a:rPr>
              <a:t>根据目标确定最合适的设计方法。</a:t>
            </a:r>
            <a:endParaRPr kumimoji="0" lang="zh-CN" altLang="en-US" b="1" i="0" u="none" strike="noStrike" kern="0" cap="none" spc="0" normalizeH="0" baseline="0" noProof="0" dirty="0">
              <a:ln>
                <a:noFill/>
              </a:ln>
              <a:solidFill>
                <a:schemeClr val="tx1"/>
              </a:solidFill>
              <a:effectLst>
                <a:outerShdw blurRad="38100" dist="38100" dir="2700000" algn="tl">
                  <a:srgbClr val="C0C0C0"/>
                </a:outerShdw>
              </a:effectLst>
              <a:uLnTx/>
              <a:uFillTx/>
              <a:latin typeface="+mn-ea"/>
              <a:cs typeface="+mn-ea"/>
            </a:endParaRPr>
          </a:p>
          <a:p>
            <a:pPr marL="725805" marR="0" lvl="1" indent="-381000" algn="l" defTabSz="914400" rtl="0" eaLnBrk="1" fontAlgn="base" latinLnBrk="0" hangingPunct="1">
              <a:lnSpc>
                <a:spcPct val="105000"/>
              </a:lnSpc>
              <a:spcBef>
                <a:spcPct val="15000"/>
              </a:spcBef>
              <a:spcAft>
                <a:spcPct val="0"/>
              </a:spcAft>
              <a:buClr>
                <a:schemeClr val="accent2"/>
              </a:buClr>
              <a:buSzPct val="85000"/>
              <a:buFont typeface="Wingdings" panose="05000000000000000000" pitchFamily="2" charset="2"/>
              <a:buChar char="l"/>
              <a:defRPr/>
            </a:pPr>
            <a:r>
              <a:rPr kumimoji="0" lang="zh-CN" altLang="en-US" b="1" i="0" u="none" strike="noStrike" kern="0" cap="none" spc="0" normalizeH="0" baseline="0" noProof="0" dirty="0">
                <a:ln>
                  <a:noFill/>
                </a:ln>
                <a:solidFill>
                  <a:schemeClr val="tx1"/>
                </a:solidFill>
                <a:effectLst>
                  <a:outerShdw blurRad="38100" dist="38100" dir="2700000" algn="tl">
                    <a:srgbClr val="C0C0C0"/>
                  </a:outerShdw>
                </a:effectLst>
                <a:uLnTx/>
                <a:uFillTx/>
                <a:latin typeface="+mn-ea"/>
                <a:cs typeface="+mn-ea"/>
              </a:rPr>
              <a:t>规定设计文档的编制标准。</a:t>
            </a:r>
            <a:endParaRPr kumimoji="0" lang="zh-CN" altLang="en-US" b="1" i="0" u="none" strike="noStrike" kern="0" cap="none" spc="0" normalizeH="0" baseline="0" noProof="0" dirty="0">
              <a:ln>
                <a:noFill/>
              </a:ln>
              <a:solidFill>
                <a:schemeClr val="tx1"/>
              </a:solidFill>
              <a:effectLst>
                <a:outerShdw blurRad="38100" dist="38100" dir="2700000" algn="tl">
                  <a:srgbClr val="C0C0C0"/>
                </a:outerShdw>
              </a:effectLst>
              <a:uLnTx/>
              <a:uFillTx/>
              <a:latin typeface="+mn-ea"/>
              <a:cs typeface="+mn-ea"/>
            </a:endParaRPr>
          </a:p>
          <a:p>
            <a:pPr marL="725805" marR="0" lvl="1" indent="-381000" algn="l" defTabSz="914400" rtl="0" eaLnBrk="1" fontAlgn="base" latinLnBrk="0" hangingPunct="1">
              <a:lnSpc>
                <a:spcPct val="105000"/>
              </a:lnSpc>
              <a:spcBef>
                <a:spcPct val="15000"/>
              </a:spcBef>
              <a:spcAft>
                <a:spcPct val="0"/>
              </a:spcAft>
              <a:buClr>
                <a:schemeClr val="accent2"/>
              </a:buClr>
              <a:buSzPct val="85000"/>
              <a:buFont typeface="Wingdings" panose="05000000000000000000" pitchFamily="2" charset="2"/>
              <a:buChar char="l"/>
              <a:defRPr/>
            </a:pPr>
            <a:r>
              <a:rPr kumimoji="0" lang="zh-CN" altLang="en-US" b="1" i="0" u="none" strike="noStrike" kern="0" cap="none" spc="0" normalizeH="0" baseline="0" noProof="0" dirty="0">
                <a:ln>
                  <a:noFill/>
                </a:ln>
                <a:solidFill>
                  <a:schemeClr val="tx1"/>
                </a:solidFill>
                <a:effectLst>
                  <a:outerShdw blurRad="38100" dist="38100" dir="2700000" algn="tl">
                    <a:srgbClr val="C0C0C0"/>
                  </a:outerShdw>
                </a:effectLst>
                <a:uLnTx/>
                <a:uFillTx/>
                <a:latin typeface="+mn-ea"/>
                <a:cs typeface="+mn-ea"/>
              </a:rPr>
              <a:t>规定编码的信息形式，与硬件，操作系统的接口规约，命名规则。</a:t>
            </a:r>
            <a:endParaRPr kumimoji="0" lang="zh-CN" altLang="en-US" b="1" i="0" u="none" strike="noStrike" kern="0" cap="none" spc="0" normalizeH="0" baseline="0" noProof="0" dirty="0">
              <a:ln>
                <a:noFill/>
              </a:ln>
              <a:solidFill>
                <a:schemeClr val="tx1"/>
              </a:solidFill>
              <a:effectLst>
                <a:outerShdw blurRad="38100" dist="38100" dir="2700000" algn="tl">
                  <a:srgbClr val="C0C0C0"/>
                </a:outerShdw>
              </a:effectLst>
              <a:uLnTx/>
              <a:uFillTx/>
              <a:latin typeface="+mn-ea"/>
              <a:cs typeface="+mn-ea"/>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宋体" panose="02010600030101010101" pitchFamily="2" charset="-122"/>
                <a:cs typeface="Times New Roman" panose="02020603050405020304" pitchFamily="18" charset="0"/>
              </a:rPr>
              <a:t>2.2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结构化设计</a:t>
            </a:r>
            <a:endPar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13316"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
        <p:nvSpPr>
          <p:cNvPr id="3" name="Rectangle 3"/>
          <p:cNvSpPr>
            <a:spLocks noGrp="1" noChangeArrowheads="1"/>
          </p:cNvSpPr>
          <p:nvPr>
            <p:ph idx="1"/>
          </p:nvPr>
        </p:nvSpPr>
        <p:spPr>
          <a:xfrm>
            <a:off x="483870" y="1467485"/>
            <a:ext cx="7772400" cy="5041900"/>
          </a:xfrm>
        </p:spPr>
        <p:txBody>
          <a:bodyPr vert="horz" wrap="square" lIns="91440" tIns="45720" rIns="91440" bIns="45720" numCol="1" anchor="t" anchorCtr="0" compatLnSpc="1">
            <a:normAutofit fontScale="92500" lnSpcReduction="10000"/>
          </a:bodyPr>
          <a:lstStyle/>
          <a:p>
            <a:pPr marL="0" marR="0" lvl="0" indent="0" algn="l" defTabSz="914400" rtl="0" eaLnBrk="1" fontAlgn="base" latinLnBrk="0" hangingPunct="1">
              <a:lnSpc>
                <a:spcPct val="105000"/>
              </a:lnSpc>
              <a:spcBef>
                <a:spcPct val="15000"/>
              </a:spcBef>
              <a:spcAft>
                <a:spcPct val="0"/>
              </a:spcAft>
              <a:buClr>
                <a:schemeClr val="tx2"/>
              </a:buClr>
              <a:buSzPct val="70000"/>
              <a:buFont typeface="Wingdings" panose="05000000000000000000" pitchFamily="2" charset="2"/>
              <a:buNone/>
              <a:defRPr/>
            </a:pPr>
            <a:r>
              <a:rPr kumimoji="0" lang="zh-CN" altLang="en-US" sz="2800" b="1" i="0" u="none" strike="noStrike" kern="0" cap="none" spc="0" normalizeH="0" baseline="0" noProof="0">
                <a:ln>
                  <a:noFill/>
                </a:ln>
                <a:solidFill>
                  <a:srgbClr val="FF0000"/>
                </a:solidFill>
                <a:effectLst>
                  <a:outerShdw blurRad="38100" dist="38100" dir="2700000" algn="tl">
                    <a:srgbClr val="C0C0C0"/>
                  </a:outerShdw>
                </a:effectLst>
                <a:uLnTx/>
                <a:uFillTx/>
                <a:latin typeface="+mn-ea"/>
                <a:cs typeface="+mn-ea"/>
              </a:rPr>
              <a:t>软件概要设计过程</a:t>
            </a:r>
            <a:endParaRPr kumimoji="0" lang="zh-CN" altLang="en-US" sz="2800" b="1" i="0" u="none" strike="noStrike" kern="0" cap="none" spc="0" normalizeH="0" baseline="0" noProof="0">
              <a:ln>
                <a:noFill/>
              </a:ln>
              <a:solidFill>
                <a:srgbClr val="FF0000"/>
              </a:solidFill>
              <a:effectLst>
                <a:outerShdw blurRad="38100" dist="38100" dir="2700000" algn="tl">
                  <a:srgbClr val="C0C0C0"/>
                </a:outerShdw>
              </a:effectLst>
              <a:uLnTx/>
              <a:uFillTx/>
              <a:latin typeface="+mn-ea"/>
              <a:cs typeface="+mn-ea"/>
            </a:endParaRPr>
          </a:p>
          <a:p>
            <a:pPr marL="342900" marR="0" lvl="0" indent="-342900" algn="l" defTabSz="914400" rtl="0" eaLnBrk="1" fontAlgn="base" latinLnBrk="0" hangingPunct="1">
              <a:lnSpc>
                <a:spcPct val="105000"/>
              </a:lnSpc>
              <a:spcBef>
                <a:spcPct val="5000"/>
              </a:spcBef>
              <a:spcAft>
                <a:spcPct val="0"/>
              </a:spcAft>
              <a:buClr>
                <a:srgbClr val="FF9900"/>
              </a:buClr>
              <a:buSzPct val="60000"/>
              <a:buFont typeface="Wingdings" panose="05000000000000000000" pitchFamily="2" charset="2"/>
              <a:buNone/>
              <a:defRPr/>
            </a:pPr>
            <a:r>
              <a:rPr lang="en-US" altLang="zh-CN" sz="2800" u="sng" kern="0" noProof="0">
                <a:ln>
                  <a:noFill/>
                </a:ln>
                <a:solidFill>
                  <a:srgbClr val="0070C0"/>
                </a:solidFill>
                <a:effectLst>
                  <a:outerShdw blurRad="38100" dist="38100" dir="2700000" algn="tl">
                    <a:srgbClr val="C0C0C0"/>
                  </a:outerShdw>
                </a:effectLst>
                <a:uLnTx/>
                <a:uFillTx/>
                <a:latin typeface="+mn-ea"/>
                <a:cs typeface="+mn-ea"/>
                <a:sym typeface="+mn-ea"/>
              </a:rPr>
              <a:t>2. </a:t>
            </a:r>
            <a:r>
              <a:rPr lang="zh-CN" altLang="en-US" sz="2800" u="sng" kern="0" noProof="0">
                <a:ln>
                  <a:noFill/>
                </a:ln>
                <a:solidFill>
                  <a:srgbClr val="0070C0"/>
                </a:solidFill>
                <a:effectLst>
                  <a:outerShdw blurRad="38100" dist="38100" dir="2700000" algn="tl">
                    <a:srgbClr val="C0C0C0"/>
                  </a:outerShdw>
                </a:effectLst>
                <a:uLnTx/>
                <a:uFillTx/>
                <a:latin typeface="+mn-ea"/>
                <a:cs typeface="+mn-ea"/>
                <a:sym typeface="+mn-ea"/>
              </a:rPr>
              <a:t>软件系统结构的总体设计</a:t>
            </a:r>
            <a:endParaRPr lang="zh-CN" altLang="en-US" sz="2800" u="sng" kern="0" noProof="0">
              <a:ln>
                <a:noFill/>
              </a:ln>
              <a:solidFill>
                <a:srgbClr val="0070C0"/>
              </a:solidFill>
              <a:effectLst>
                <a:outerShdw blurRad="38100" dist="38100" dir="2700000" algn="tl">
                  <a:srgbClr val="C0C0C0"/>
                </a:outerShdw>
              </a:effectLst>
              <a:uLnTx/>
              <a:uFillTx/>
              <a:latin typeface="+mn-ea"/>
              <a:cs typeface="+mn-ea"/>
              <a:sym typeface="+mn-ea"/>
            </a:endParaRPr>
          </a:p>
          <a:p>
            <a:pPr marL="342900" marR="0" lvl="0" indent="-342900" algn="l" defTabSz="914400" rtl="0" eaLnBrk="1" fontAlgn="base" latinLnBrk="0" hangingPunct="1">
              <a:lnSpc>
                <a:spcPct val="105000"/>
              </a:lnSpc>
              <a:spcBef>
                <a:spcPct val="5000"/>
              </a:spcBef>
              <a:spcAft>
                <a:spcPct val="0"/>
              </a:spcAft>
              <a:buClr>
                <a:srgbClr val="FF9900"/>
              </a:buClr>
              <a:buSzPct val="60000"/>
              <a:buFont typeface="Wingdings" panose="05000000000000000000" pitchFamily="2" charset="2"/>
              <a:buNone/>
              <a:defRPr/>
            </a:pPr>
            <a:endParaRPr kumimoji="0" lang="zh-CN" altLang="en-US" sz="2800" b="1" i="0" u="none" strike="noStrike" kern="0" cap="none" spc="0" normalizeH="0" baseline="0" noProof="0">
              <a:ln>
                <a:noFill/>
              </a:ln>
              <a:solidFill>
                <a:schemeClr val="tx1"/>
              </a:solidFill>
              <a:effectLst>
                <a:outerShdw blurRad="38100" dist="38100" dir="2700000" algn="tl">
                  <a:srgbClr val="C0C0C0"/>
                </a:outerShdw>
              </a:effectLst>
              <a:uLnTx/>
              <a:uFillTx/>
              <a:latin typeface="+mn-ea"/>
              <a:cs typeface="+mn-ea"/>
            </a:endParaRPr>
          </a:p>
          <a:p>
            <a:pPr marL="342900" marR="0" lvl="0" indent="-342900" algn="l" defTabSz="914400" rtl="0" eaLnBrk="1" fontAlgn="base" latinLnBrk="0" hangingPunct="1">
              <a:lnSpc>
                <a:spcPct val="105000"/>
              </a:lnSpc>
              <a:spcBef>
                <a:spcPct val="5000"/>
              </a:spcBef>
              <a:spcAft>
                <a:spcPct val="0"/>
              </a:spcAft>
              <a:buClr>
                <a:srgbClr val="990099"/>
              </a:buClr>
              <a:buSzPct val="70000"/>
              <a:buFont typeface="Wingdings" panose="05000000000000000000" pitchFamily="2" charset="2"/>
              <a:buChar char="l"/>
              <a:defRPr/>
            </a:pPr>
            <a:r>
              <a:rPr lang="zh-CN" altLang="en-US" sz="2800" kern="0" noProof="0">
                <a:ln>
                  <a:noFill/>
                </a:ln>
                <a:effectLst>
                  <a:outerShdw blurRad="38100" dist="38100" dir="2700000" algn="tl">
                    <a:srgbClr val="C0C0C0"/>
                  </a:outerShdw>
                </a:effectLst>
                <a:uLnTx/>
                <a:uFillTx/>
                <a:latin typeface="+mn-ea"/>
                <a:cs typeface="+mn-ea"/>
                <a:sym typeface="+mn-ea"/>
              </a:rPr>
              <a:t>采用层次结构建立系统：</a:t>
            </a:r>
            <a:endParaRPr kumimoji="0" lang="zh-CN" altLang="en-US" sz="2800" b="1" i="0" u="none" strike="noStrike" kern="0" cap="none" spc="0" normalizeH="0" baseline="0" noProof="0">
              <a:ln>
                <a:noFill/>
              </a:ln>
              <a:solidFill>
                <a:schemeClr val="tx1"/>
              </a:solidFill>
              <a:effectLst>
                <a:outerShdw blurRad="38100" dist="38100" dir="2700000" algn="tl">
                  <a:srgbClr val="C0C0C0"/>
                </a:outerShdw>
              </a:effectLst>
              <a:uLnTx/>
              <a:uFillTx/>
              <a:latin typeface="+mn-ea"/>
              <a:cs typeface="+mn-ea"/>
            </a:endParaRPr>
          </a:p>
          <a:p>
            <a:pPr marL="692150" marR="0" lvl="1" indent="-347980" algn="l" defTabSz="914400" rtl="0" eaLnBrk="1" fontAlgn="base" latinLnBrk="0" hangingPunct="1">
              <a:lnSpc>
                <a:spcPct val="105000"/>
              </a:lnSpc>
              <a:spcBef>
                <a:spcPct val="5000"/>
              </a:spcBef>
              <a:spcAft>
                <a:spcPct val="0"/>
              </a:spcAft>
              <a:buClr>
                <a:schemeClr val="accent2"/>
              </a:buClr>
              <a:buSzPct val="85000"/>
              <a:buFont typeface="Wingdings" panose="05000000000000000000" pitchFamily="2" charset="2"/>
              <a:buChar char="l"/>
              <a:defRPr/>
            </a:pPr>
            <a:r>
              <a:rPr lang="zh-CN" altLang="en-US" sz="2800" kern="0" noProof="0">
                <a:ln>
                  <a:noFill/>
                </a:ln>
                <a:effectLst>
                  <a:outerShdw blurRad="38100" dist="38100" dir="2700000" algn="tl">
                    <a:srgbClr val="C0C0C0"/>
                  </a:outerShdw>
                </a:effectLst>
                <a:uLnTx/>
                <a:uFillTx/>
                <a:latin typeface="+mn-ea"/>
                <a:cs typeface="+mn-ea"/>
                <a:sym typeface="+mn-ea"/>
              </a:rPr>
              <a:t> 可以复用经标识的设计模式；</a:t>
            </a:r>
            <a:endParaRPr kumimoji="0" lang="zh-CN" altLang="en-US" sz="2800" b="1" i="0" u="none" strike="noStrike" kern="0" cap="none" spc="0" normalizeH="0" baseline="0" noProof="0">
              <a:ln>
                <a:noFill/>
              </a:ln>
              <a:solidFill>
                <a:schemeClr val="tx1"/>
              </a:solidFill>
              <a:effectLst>
                <a:outerShdw blurRad="38100" dist="38100" dir="2700000" algn="tl">
                  <a:srgbClr val="C0C0C0"/>
                </a:outerShdw>
              </a:effectLst>
              <a:uLnTx/>
              <a:uFillTx/>
              <a:latin typeface="+mn-ea"/>
              <a:cs typeface="+mn-ea"/>
            </a:endParaRPr>
          </a:p>
          <a:p>
            <a:pPr marL="692150" marR="0" lvl="1" indent="-347980" algn="l" defTabSz="914400" rtl="0" eaLnBrk="1" fontAlgn="base" latinLnBrk="0" hangingPunct="1">
              <a:lnSpc>
                <a:spcPct val="105000"/>
              </a:lnSpc>
              <a:spcBef>
                <a:spcPct val="5000"/>
              </a:spcBef>
              <a:spcAft>
                <a:spcPct val="0"/>
              </a:spcAft>
              <a:buClr>
                <a:schemeClr val="accent2"/>
              </a:buClr>
              <a:buSzPct val="85000"/>
              <a:buFont typeface="Wingdings" panose="05000000000000000000" pitchFamily="2" charset="2"/>
              <a:buChar char="l"/>
              <a:defRPr/>
            </a:pPr>
            <a:r>
              <a:rPr lang="zh-CN" altLang="en-US" sz="2800" kern="0" noProof="0">
                <a:ln>
                  <a:noFill/>
                </a:ln>
                <a:effectLst>
                  <a:outerShdw blurRad="38100" dist="38100" dir="2700000" algn="tl">
                    <a:srgbClr val="C0C0C0"/>
                  </a:outerShdw>
                </a:effectLst>
                <a:uLnTx/>
                <a:uFillTx/>
                <a:latin typeface="+mn-ea"/>
                <a:cs typeface="+mn-ea"/>
                <a:sym typeface="+mn-ea"/>
              </a:rPr>
              <a:t> 可以由表现良好设计特征的构件搭建；</a:t>
            </a:r>
            <a:endParaRPr kumimoji="0" lang="zh-CN" altLang="en-US" sz="2800" b="1" i="0" u="none" strike="noStrike" kern="0" cap="none" spc="0" normalizeH="0" baseline="0" noProof="0">
              <a:ln>
                <a:noFill/>
              </a:ln>
              <a:solidFill>
                <a:schemeClr val="tx1"/>
              </a:solidFill>
              <a:effectLst>
                <a:outerShdw blurRad="38100" dist="38100" dir="2700000" algn="tl">
                  <a:srgbClr val="C0C0C0"/>
                </a:outerShdw>
              </a:effectLst>
              <a:uLnTx/>
              <a:uFillTx/>
              <a:latin typeface="+mn-ea"/>
              <a:cs typeface="+mn-ea"/>
            </a:endParaRPr>
          </a:p>
          <a:p>
            <a:pPr marL="692150" marR="0" lvl="1" indent="-347980" algn="l" defTabSz="914400" rtl="0" eaLnBrk="1" fontAlgn="base" latinLnBrk="0" hangingPunct="1">
              <a:lnSpc>
                <a:spcPct val="105000"/>
              </a:lnSpc>
              <a:spcBef>
                <a:spcPct val="5000"/>
              </a:spcBef>
              <a:spcAft>
                <a:spcPct val="0"/>
              </a:spcAft>
              <a:buClr>
                <a:schemeClr val="accent2"/>
              </a:buClr>
              <a:buSzPct val="85000"/>
              <a:buFont typeface="Wingdings" panose="05000000000000000000" pitchFamily="2" charset="2"/>
              <a:buChar char="l"/>
              <a:defRPr/>
            </a:pPr>
            <a:r>
              <a:rPr lang="zh-CN" altLang="en-US" sz="2800" kern="0" noProof="0">
                <a:ln>
                  <a:noFill/>
                </a:ln>
                <a:effectLst>
                  <a:outerShdw blurRad="38100" dist="38100" dir="2700000" algn="tl">
                    <a:srgbClr val="C0C0C0"/>
                  </a:outerShdw>
                </a:effectLst>
                <a:uLnTx/>
                <a:uFillTx/>
                <a:latin typeface="+mn-ea"/>
                <a:cs typeface="+mn-ea"/>
                <a:sym typeface="+mn-ea"/>
              </a:rPr>
              <a:t> 可以用演化的方式实现。</a:t>
            </a:r>
            <a:endParaRPr kumimoji="0" lang="zh-CN" altLang="en-US" sz="2800" b="1" i="0" u="none" strike="noStrike" kern="0" cap="none" spc="0" normalizeH="0" baseline="0" noProof="0">
              <a:ln>
                <a:noFill/>
              </a:ln>
              <a:solidFill>
                <a:schemeClr val="tx1"/>
              </a:solidFill>
              <a:effectLst>
                <a:outerShdw blurRad="38100" dist="38100" dir="2700000" algn="tl">
                  <a:srgbClr val="C0C0C0"/>
                </a:outerShdw>
              </a:effectLst>
              <a:uLnTx/>
              <a:uFillTx/>
              <a:latin typeface="+mn-ea"/>
              <a:cs typeface="+mn-ea"/>
            </a:endParaRPr>
          </a:p>
          <a:p>
            <a:pPr marL="342900" marR="0" lvl="0" indent="-342900" algn="l" defTabSz="914400" rtl="0" eaLnBrk="1" fontAlgn="base" latinLnBrk="0" hangingPunct="1">
              <a:lnSpc>
                <a:spcPct val="105000"/>
              </a:lnSpc>
              <a:spcBef>
                <a:spcPct val="5000"/>
              </a:spcBef>
              <a:spcAft>
                <a:spcPct val="0"/>
              </a:spcAft>
              <a:buClr>
                <a:srgbClr val="990099"/>
              </a:buClr>
              <a:buSzPct val="70000"/>
              <a:buFont typeface="Wingdings" panose="05000000000000000000" pitchFamily="2" charset="2"/>
              <a:buChar char="l"/>
              <a:defRPr/>
            </a:pPr>
            <a:endParaRPr kumimoji="0" lang="zh-CN" altLang="en-US" sz="2800" b="1" i="0" u="none" strike="noStrike" kern="0" cap="none" spc="0" normalizeH="0" baseline="0" noProof="0">
              <a:ln>
                <a:noFill/>
              </a:ln>
              <a:solidFill>
                <a:schemeClr val="tx1"/>
              </a:solidFill>
              <a:effectLst>
                <a:outerShdw blurRad="38100" dist="38100" dir="2700000" algn="tl">
                  <a:srgbClr val="C0C0C0"/>
                </a:outerShdw>
              </a:effectLst>
              <a:uLnTx/>
              <a:uFillTx/>
              <a:latin typeface="+mn-ea"/>
              <a:cs typeface="+mn-ea"/>
            </a:endParaRPr>
          </a:p>
          <a:p>
            <a:pPr marL="342900" marR="0" lvl="0" indent="-342900" algn="l" defTabSz="914400" rtl="0" eaLnBrk="1" fontAlgn="base" latinLnBrk="0" hangingPunct="1">
              <a:lnSpc>
                <a:spcPct val="105000"/>
              </a:lnSpc>
              <a:spcBef>
                <a:spcPct val="5000"/>
              </a:spcBef>
              <a:spcAft>
                <a:spcPct val="0"/>
              </a:spcAft>
              <a:buClr>
                <a:srgbClr val="990099"/>
              </a:buClr>
              <a:buSzPct val="70000"/>
              <a:buFont typeface="Wingdings" panose="05000000000000000000" pitchFamily="2" charset="2"/>
              <a:buChar char="l"/>
              <a:defRPr/>
            </a:pPr>
            <a:r>
              <a:rPr lang="zh-CN" altLang="en-US" sz="2800" kern="0" noProof="0">
                <a:ln>
                  <a:noFill/>
                </a:ln>
                <a:effectLst>
                  <a:outerShdw blurRad="38100" dist="38100" dir="2700000" algn="tl">
                    <a:srgbClr val="C0C0C0"/>
                  </a:outerShdw>
                </a:effectLst>
                <a:uLnTx/>
                <a:uFillTx/>
                <a:latin typeface="+mn-ea"/>
                <a:cs typeface="+mn-ea"/>
                <a:sym typeface="+mn-ea"/>
              </a:rPr>
              <a:t>采用模块化方法，自顶向下划分层次结构：</a:t>
            </a:r>
            <a:endParaRPr kumimoji="0" lang="zh-CN" altLang="en-US" sz="2800" b="1" i="0" u="none" strike="noStrike" kern="0" cap="none" spc="0" normalizeH="0" baseline="0" noProof="0">
              <a:ln>
                <a:noFill/>
              </a:ln>
              <a:solidFill>
                <a:schemeClr val="tx1"/>
              </a:solidFill>
              <a:effectLst>
                <a:outerShdw blurRad="38100" dist="38100" dir="2700000" algn="tl">
                  <a:srgbClr val="C0C0C0"/>
                </a:outerShdw>
              </a:effectLst>
              <a:uLnTx/>
              <a:uFillTx/>
              <a:latin typeface="+mn-ea"/>
              <a:cs typeface="+mn-ea"/>
            </a:endParaRPr>
          </a:p>
          <a:p>
            <a:pPr marL="692150" marR="0" lvl="1" indent="-347980" algn="l" defTabSz="914400" rtl="0" eaLnBrk="1" fontAlgn="base" latinLnBrk="0" hangingPunct="1">
              <a:lnSpc>
                <a:spcPct val="105000"/>
              </a:lnSpc>
              <a:spcBef>
                <a:spcPct val="5000"/>
              </a:spcBef>
              <a:spcAft>
                <a:spcPct val="0"/>
              </a:spcAft>
              <a:buClr>
                <a:schemeClr val="accent2"/>
              </a:buClr>
              <a:buSzPct val="85000"/>
              <a:buFont typeface="Wingdings" panose="05000000000000000000" pitchFamily="2" charset="2"/>
              <a:buChar char="l"/>
              <a:defRPr/>
            </a:pPr>
            <a:r>
              <a:rPr lang="zh-CN" altLang="en-US" sz="2800" kern="0" noProof="0">
                <a:ln>
                  <a:noFill/>
                </a:ln>
                <a:effectLst>
                  <a:outerShdw blurRad="38100" dist="38100" dir="2700000" algn="tl">
                    <a:srgbClr val="C0C0C0"/>
                  </a:outerShdw>
                </a:effectLst>
                <a:uLnTx/>
                <a:uFillTx/>
                <a:latin typeface="+mn-ea"/>
                <a:cs typeface="+mn-ea"/>
                <a:sym typeface="+mn-ea"/>
              </a:rPr>
              <a:t> 确定模块功能；</a:t>
            </a:r>
            <a:endParaRPr kumimoji="0" lang="zh-CN" altLang="en-US" sz="2800" b="1" i="0" u="none" strike="noStrike" kern="0" cap="none" spc="0" normalizeH="0" baseline="0" noProof="0">
              <a:ln>
                <a:noFill/>
              </a:ln>
              <a:solidFill>
                <a:schemeClr val="tx1"/>
              </a:solidFill>
              <a:effectLst>
                <a:outerShdw blurRad="38100" dist="38100" dir="2700000" algn="tl">
                  <a:srgbClr val="C0C0C0"/>
                </a:outerShdw>
              </a:effectLst>
              <a:uLnTx/>
              <a:uFillTx/>
              <a:latin typeface="+mn-ea"/>
              <a:cs typeface="+mn-ea"/>
            </a:endParaRPr>
          </a:p>
          <a:p>
            <a:pPr marL="692150" marR="0" lvl="1" indent="-347980" algn="l" defTabSz="914400" rtl="0" eaLnBrk="1" fontAlgn="base" latinLnBrk="0" hangingPunct="1">
              <a:lnSpc>
                <a:spcPct val="105000"/>
              </a:lnSpc>
              <a:spcBef>
                <a:spcPct val="5000"/>
              </a:spcBef>
              <a:spcAft>
                <a:spcPct val="0"/>
              </a:spcAft>
              <a:buClr>
                <a:schemeClr val="accent2"/>
              </a:buClr>
              <a:buSzPct val="85000"/>
              <a:buFont typeface="Wingdings" panose="05000000000000000000" pitchFamily="2" charset="2"/>
              <a:buChar char="l"/>
              <a:defRPr/>
            </a:pPr>
            <a:r>
              <a:rPr lang="zh-CN" altLang="en-US" sz="2800" kern="0" noProof="0">
                <a:ln>
                  <a:noFill/>
                </a:ln>
                <a:solidFill>
                  <a:schemeClr val="accent2"/>
                </a:solidFill>
                <a:effectLst>
                  <a:outerShdw blurRad="38100" dist="38100" dir="2700000" algn="tl">
                    <a:srgbClr val="C0C0C0"/>
                  </a:outerShdw>
                </a:effectLst>
                <a:uLnTx/>
                <a:uFillTx/>
                <a:latin typeface="+mn-ea"/>
                <a:cs typeface="+mn-ea"/>
                <a:sym typeface="+mn-ea"/>
              </a:rPr>
              <a:t> </a:t>
            </a:r>
            <a:r>
              <a:rPr lang="zh-CN" altLang="en-US" sz="2800" kern="0" noProof="0">
                <a:ln>
                  <a:noFill/>
                </a:ln>
                <a:effectLst>
                  <a:outerShdw blurRad="38100" dist="38100" dir="2700000" algn="tl">
                    <a:srgbClr val="C0C0C0"/>
                  </a:outerShdw>
                </a:effectLst>
                <a:uLnTx/>
                <a:uFillTx/>
                <a:latin typeface="+mn-ea"/>
                <a:cs typeface="+mn-ea"/>
                <a:sym typeface="+mn-ea"/>
              </a:rPr>
              <a:t>确定模块间的调用关系和接口；</a:t>
            </a:r>
            <a:endParaRPr kumimoji="0" lang="zh-CN" altLang="en-US" sz="2800" b="1" i="0" u="none" strike="noStrike" kern="0" cap="none" spc="0" normalizeH="0" baseline="0" noProof="0">
              <a:ln>
                <a:noFill/>
              </a:ln>
              <a:solidFill>
                <a:schemeClr val="tx1"/>
              </a:solidFill>
              <a:effectLst>
                <a:outerShdw blurRad="38100" dist="38100" dir="2700000" algn="tl">
                  <a:srgbClr val="C0C0C0"/>
                </a:outerShdw>
              </a:effectLst>
              <a:uLnTx/>
              <a:uFillTx/>
              <a:latin typeface="+mn-ea"/>
              <a:cs typeface="+mn-ea"/>
            </a:endParaRPr>
          </a:p>
          <a:p>
            <a:pPr marL="692150" marR="0" lvl="1" indent="-347980" algn="l" defTabSz="914400" rtl="0" eaLnBrk="1" fontAlgn="base" latinLnBrk="0" hangingPunct="1">
              <a:lnSpc>
                <a:spcPct val="105000"/>
              </a:lnSpc>
              <a:spcBef>
                <a:spcPct val="5000"/>
              </a:spcBef>
              <a:spcAft>
                <a:spcPct val="0"/>
              </a:spcAft>
              <a:buClr>
                <a:schemeClr val="accent2"/>
              </a:buClr>
              <a:buSzPct val="85000"/>
              <a:buFont typeface="Wingdings" panose="05000000000000000000" pitchFamily="2" charset="2"/>
              <a:buChar char="l"/>
              <a:defRPr/>
            </a:pPr>
            <a:r>
              <a:rPr lang="zh-CN" altLang="en-US" sz="2800" kern="0" noProof="0">
                <a:ln>
                  <a:noFill/>
                </a:ln>
                <a:effectLst>
                  <a:outerShdw blurRad="38100" dist="38100" dir="2700000" algn="tl">
                    <a:srgbClr val="C0C0C0"/>
                  </a:outerShdw>
                </a:effectLst>
                <a:uLnTx/>
                <a:uFillTx/>
                <a:latin typeface="+mn-ea"/>
                <a:cs typeface="+mn-ea"/>
                <a:sym typeface="+mn-ea"/>
              </a:rPr>
              <a:t> 评估模块划分的质量。</a:t>
            </a:r>
            <a:endParaRPr kumimoji="0" lang="zh-CN" altLang="en-US" sz="2100" b="1" i="0" u="none" strike="noStrike" kern="0" cap="none" spc="0" normalizeH="0" baseline="0" noProof="0">
              <a:ln>
                <a:noFill/>
              </a:ln>
              <a:solidFill>
                <a:schemeClr val="tx1"/>
              </a:solidFill>
              <a:effectLst>
                <a:outerShdw blurRad="38100" dist="38100" dir="2700000" algn="tl">
                  <a:srgbClr val="C0C0C0"/>
                </a:outerShdw>
              </a:effectLst>
              <a:uLnTx/>
              <a:uFillTx/>
              <a:latin typeface="+mn-ea"/>
              <a:cs typeface="+mn-ea"/>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宋体" panose="02010600030101010101" pitchFamily="2" charset="-122"/>
                <a:cs typeface="Times New Roman" panose="02020603050405020304" pitchFamily="18" charset="0"/>
              </a:rPr>
              <a:t>2.2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结构化设计</a:t>
            </a:r>
            <a:endPar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13316"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
        <p:nvSpPr>
          <p:cNvPr id="3" name="Rectangle 3"/>
          <p:cNvSpPr>
            <a:spLocks noGrp="1" noChangeArrowheads="1"/>
          </p:cNvSpPr>
          <p:nvPr>
            <p:ph idx="1"/>
          </p:nvPr>
        </p:nvSpPr>
        <p:spPr>
          <a:xfrm>
            <a:off x="483870" y="1467485"/>
            <a:ext cx="7772400" cy="5041900"/>
          </a:xfrm>
        </p:spPr>
        <p:txBody>
          <a:bodyPr vert="horz" wrap="square" lIns="91440" tIns="45720" rIns="91440" bIns="45720" numCol="1" anchor="t" anchorCtr="0" compatLnSpc="1">
            <a:normAutofit fontScale="90000" lnSpcReduction="20000"/>
          </a:bodyPr>
          <a:lstStyle/>
          <a:p>
            <a:pPr marL="0" marR="0" lvl="0" indent="0" algn="l" defTabSz="914400" rtl="0" eaLnBrk="1" fontAlgn="base" latinLnBrk="0" hangingPunct="1">
              <a:lnSpc>
                <a:spcPct val="105000"/>
              </a:lnSpc>
              <a:spcBef>
                <a:spcPct val="15000"/>
              </a:spcBef>
              <a:spcAft>
                <a:spcPct val="0"/>
              </a:spcAft>
              <a:buClr>
                <a:schemeClr val="tx2"/>
              </a:buClr>
              <a:buSzPct val="70000"/>
              <a:buFont typeface="Wingdings" panose="05000000000000000000" pitchFamily="2" charset="2"/>
              <a:buNone/>
              <a:defRPr/>
            </a:pPr>
            <a:r>
              <a:rPr kumimoji="0" lang="zh-CN" altLang="en-US" sz="2800" b="1" i="0" u="none" strike="noStrike" kern="0" cap="none" spc="0" normalizeH="0" baseline="0" noProof="0" dirty="0">
                <a:ln>
                  <a:noFill/>
                </a:ln>
                <a:solidFill>
                  <a:srgbClr val="FF0000"/>
                </a:solidFill>
                <a:effectLst>
                  <a:outerShdw blurRad="38100" dist="38100" dir="2700000" algn="tl">
                    <a:srgbClr val="C0C0C0"/>
                  </a:outerShdw>
                </a:effectLst>
                <a:uLnTx/>
                <a:uFillTx/>
                <a:latin typeface="+mn-ea"/>
                <a:cs typeface="+mn-ea"/>
              </a:rPr>
              <a:t>软件概要设计过程</a:t>
            </a:r>
            <a:endParaRPr kumimoji="0" lang="zh-CN" altLang="en-US" sz="2800" b="1" i="0" u="none" strike="noStrike" kern="0" cap="none" spc="0" normalizeH="0" baseline="0" noProof="0" dirty="0">
              <a:ln>
                <a:noFill/>
              </a:ln>
              <a:solidFill>
                <a:srgbClr val="FF0000"/>
              </a:solidFill>
              <a:effectLst>
                <a:outerShdw blurRad="38100" dist="38100" dir="2700000" algn="tl">
                  <a:srgbClr val="C0C0C0"/>
                </a:outerShdw>
              </a:effectLst>
              <a:uLnTx/>
              <a:uFillTx/>
              <a:latin typeface="+mn-ea"/>
              <a:cs typeface="+mn-ea"/>
            </a:endParaRPr>
          </a:p>
          <a:p>
            <a:pPr marL="342900" marR="0" lvl="0" indent="-342900" algn="l" defTabSz="914400" rtl="0" eaLnBrk="1" fontAlgn="base" latinLnBrk="0" hangingPunct="1">
              <a:lnSpc>
                <a:spcPct val="105000"/>
              </a:lnSpc>
              <a:spcBef>
                <a:spcPct val="15000"/>
              </a:spcBef>
              <a:spcAft>
                <a:spcPct val="0"/>
              </a:spcAft>
              <a:buClr>
                <a:schemeClr val="tx2"/>
              </a:buClr>
              <a:buSzPct val="70000"/>
              <a:buFont typeface="Wingdings" panose="05000000000000000000" pitchFamily="2" charset="2"/>
              <a:buNone/>
              <a:defRPr/>
            </a:pPr>
            <a:r>
              <a:rPr lang="en-US" altLang="zh-CN" sz="2800" u="sng" kern="0" noProof="0" dirty="0">
                <a:ln>
                  <a:noFill/>
                </a:ln>
                <a:solidFill>
                  <a:srgbClr val="0070C0"/>
                </a:solidFill>
                <a:effectLst>
                  <a:outerShdw blurRad="38100" dist="38100" dir="2700000" algn="tl">
                    <a:srgbClr val="C0C0C0"/>
                  </a:outerShdw>
                </a:effectLst>
                <a:uLnTx/>
                <a:uFillTx/>
                <a:latin typeface="+mn-ea"/>
                <a:cs typeface="+mn-ea"/>
                <a:sym typeface="+mn-ea"/>
              </a:rPr>
              <a:t>3. </a:t>
            </a:r>
            <a:r>
              <a:rPr lang="zh-CN" altLang="en-US" sz="2800" u="sng" kern="0" noProof="0" dirty="0">
                <a:ln>
                  <a:noFill/>
                </a:ln>
                <a:solidFill>
                  <a:srgbClr val="0070C0"/>
                </a:solidFill>
                <a:effectLst>
                  <a:outerShdw blurRad="38100" dist="38100" dir="2700000" algn="tl">
                    <a:srgbClr val="C0C0C0"/>
                  </a:outerShdw>
                </a:effectLst>
                <a:uLnTx/>
                <a:uFillTx/>
                <a:latin typeface="+mn-ea"/>
                <a:cs typeface="+mn-ea"/>
                <a:sym typeface="+mn-ea"/>
              </a:rPr>
              <a:t>处理方式设计</a:t>
            </a:r>
            <a:endParaRPr kumimoji="0" lang="zh-CN" altLang="en-US" sz="2800" b="1" i="0" u="sng" strike="noStrike" kern="0" cap="none" spc="0" normalizeH="0" baseline="0" noProof="0" dirty="0">
              <a:ln>
                <a:noFill/>
              </a:ln>
              <a:solidFill>
                <a:srgbClr val="0070C0"/>
              </a:solidFill>
              <a:effectLst>
                <a:outerShdw blurRad="38100" dist="38100" dir="2700000" algn="tl">
                  <a:srgbClr val="C0C0C0"/>
                </a:outerShdw>
              </a:effectLst>
              <a:uLnTx/>
              <a:uFillTx/>
              <a:latin typeface="+mn-ea"/>
              <a:cs typeface="+mn-ea"/>
            </a:endParaRPr>
          </a:p>
          <a:p>
            <a:pPr marL="342900" marR="0" lvl="0" indent="-342900" algn="l" defTabSz="914400" rtl="0" eaLnBrk="1" fontAlgn="base" latinLnBrk="0" hangingPunct="1">
              <a:lnSpc>
                <a:spcPct val="105000"/>
              </a:lnSpc>
              <a:spcBef>
                <a:spcPct val="15000"/>
              </a:spcBef>
              <a:spcAft>
                <a:spcPct val="0"/>
              </a:spcAft>
              <a:buClr>
                <a:srgbClr val="990099"/>
              </a:buClr>
              <a:buSzPct val="70000"/>
              <a:buFont typeface="Wingdings" panose="05000000000000000000" pitchFamily="2" charset="2"/>
              <a:buChar char="l"/>
              <a:defRPr/>
            </a:pPr>
            <a:r>
              <a:rPr lang="zh-CN" altLang="en-US" sz="2800" kern="0" noProof="0" dirty="0">
                <a:ln>
                  <a:noFill/>
                </a:ln>
                <a:effectLst>
                  <a:outerShdw blurRad="38100" dist="38100" dir="2700000" algn="tl">
                    <a:srgbClr val="C0C0C0"/>
                  </a:outerShdw>
                </a:effectLst>
                <a:uLnTx/>
                <a:uFillTx/>
                <a:latin typeface="+mn-ea"/>
                <a:cs typeface="+mn-ea"/>
                <a:sym typeface="+mn-ea"/>
              </a:rPr>
              <a:t>确定为实现系统的功能需求所必需的算法，评估算法的性能</a:t>
            </a:r>
            <a:endParaRPr kumimoji="0" lang="zh-CN" altLang="en-US"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ea"/>
              <a:cs typeface="+mn-ea"/>
            </a:endParaRPr>
          </a:p>
          <a:p>
            <a:pPr marL="342900" marR="0" lvl="0" indent="-342900" algn="l" defTabSz="914400" rtl="0" eaLnBrk="1" fontAlgn="base" latinLnBrk="0" hangingPunct="1">
              <a:lnSpc>
                <a:spcPct val="105000"/>
              </a:lnSpc>
              <a:spcBef>
                <a:spcPct val="15000"/>
              </a:spcBef>
              <a:spcAft>
                <a:spcPct val="0"/>
              </a:spcAft>
              <a:buClr>
                <a:srgbClr val="990099"/>
              </a:buClr>
              <a:buSzPct val="70000"/>
              <a:buFont typeface="Wingdings" panose="05000000000000000000" pitchFamily="2" charset="2"/>
              <a:buChar char="l"/>
              <a:defRPr/>
            </a:pPr>
            <a:endParaRPr kumimoji="0" lang="zh-CN" altLang="en-US"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ea"/>
              <a:cs typeface="+mn-ea"/>
            </a:endParaRPr>
          </a:p>
          <a:p>
            <a:pPr marL="342900" marR="0" lvl="0" indent="-342900" algn="l" defTabSz="914400" rtl="0" eaLnBrk="1" fontAlgn="base" latinLnBrk="0" hangingPunct="1">
              <a:lnSpc>
                <a:spcPct val="105000"/>
              </a:lnSpc>
              <a:spcBef>
                <a:spcPct val="15000"/>
              </a:spcBef>
              <a:spcAft>
                <a:spcPct val="0"/>
              </a:spcAft>
              <a:buClr>
                <a:srgbClr val="990099"/>
              </a:buClr>
              <a:buSzPct val="70000"/>
              <a:buFont typeface="Wingdings" panose="05000000000000000000" pitchFamily="2" charset="2"/>
              <a:buChar char="l"/>
              <a:defRPr/>
            </a:pPr>
            <a:r>
              <a:rPr lang="zh-CN" altLang="en-US" sz="2800" kern="0" noProof="0" dirty="0">
                <a:ln>
                  <a:noFill/>
                </a:ln>
                <a:effectLst>
                  <a:outerShdw blurRad="38100" dist="38100" dir="2700000" algn="tl">
                    <a:srgbClr val="C0C0C0"/>
                  </a:outerShdw>
                </a:effectLst>
                <a:uLnTx/>
                <a:uFillTx/>
                <a:latin typeface="+mn-ea"/>
                <a:cs typeface="+mn-ea"/>
                <a:sym typeface="+mn-ea"/>
              </a:rPr>
              <a:t>确定为满足系统的性能需求所必需的算法和模块间的控制方式</a:t>
            </a:r>
            <a:endParaRPr kumimoji="0" lang="zh-CN" altLang="en-US"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ea"/>
              <a:cs typeface="+mn-ea"/>
            </a:endParaRPr>
          </a:p>
          <a:p>
            <a:pPr marL="692150" marR="0" lvl="1" indent="-347980" algn="l" defTabSz="914400" rtl="0" eaLnBrk="1" fontAlgn="base" latinLnBrk="0" hangingPunct="1">
              <a:lnSpc>
                <a:spcPct val="105000"/>
              </a:lnSpc>
              <a:spcBef>
                <a:spcPct val="15000"/>
              </a:spcBef>
              <a:spcAft>
                <a:spcPct val="0"/>
              </a:spcAft>
              <a:buClr>
                <a:srgbClr val="990099"/>
              </a:buClr>
              <a:buSzPct val="70000"/>
              <a:buFont typeface="Wingdings" panose="05000000000000000000" pitchFamily="2" charset="2"/>
              <a:buChar char="§"/>
              <a:defRPr/>
            </a:pPr>
            <a:r>
              <a:rPr lang="zh-CN" altLang="en-US" sz="2800" kern="0" noProof="0" dirty="0">
                <a:ln>
                  <a:noFill/>
                </a:ln>
                <a:effectLst>
                  <a:outerShdw blurRad="38100" dist="38100" dir="2700000" algn="tl">
                    <a:srgbClr val="C0C0C0"/>
                  </a:outerShdw>
                </a:effectLst>
                <a:uLnTx/>
                <a:uFillTx/>
                <a:latin typeface="+mn-ea"/>
                <a:cs typeface="+mn-ea"/>
                <a:sym typeface="+mn-ea"/>
              </a:rPr>
              <a:t> 周转时间</a:t>
            </a:r>
            <a:endParaRPr kumimoji="0" lang="zh-CN" altLang="en-US"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ea"/>
              <a:cs typeface="+mn-ea"/>
            </a:endParaRPr>
          </a:p>
          <a:p>
            <a:pPr marL="692150" marR="0" lvl="1" indent="-347980" algn="l" defTabSz="914400" rtl="0" eaLnBrk="1" fontAlgn="base" latinLnBrk="0" hangingPunct="1">
              <a:lnSpc>
                <a:spcPct val="105000"/>
              </a:lnSpc>
              <a:spcBef>
                <a:spcPct val="15000"/>
              </a:spcBef>
              <a:spcAft>
                <a:spcPct val="0"/>
              </a:spcAft>
              <a:buClr>
                <a:srgbClr val="990099"/>
              </a:buClr>
              <a:buSzPct val="70000"/>
              <a:buFont typeface="Wingdings" panose="05000000000000000000" pitchFamily="2" charset="2"/>
              <a:buChar char="§"/>
              <a:defRPr/>
            </a:pPr>
            <a:r>
              <a:rPr lang="zh-CN" altLang="en-US" sz="2800" kern="0" noProof="0" dirty="0">
                <a:ln>
                  <a:noFill/>
                </a:ln>
                <a:effectLst>
                  <a:outerShdw blurRad="38100" dist="38100" dir="2700000" algn="tl">
                    <a:srgbClr val="C0C0C0"/>
                  </a:outerShdw>
                </a:effectLst>
                <a:uLnTx/>
                <a:uFillTx/>
                <a:latin typeface="+mn-ea"/>
                <a:cs typeface="+mn-ea"/>
                <a:sym typeface="+mn-ea"/>
              </a:rPr>
              <a:t> 响应时间</a:t>
            </a:r>
            <a:endParaRPr kumimoji="0" lang="zh-CN" altLang="en-US"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ea"/>
              <a:cs typeface="+mn-ea"/>
            </a:endParaRPr>
          </a:p>
          <a:p>
            <a:pPr marL="692150" marR="0" lvl="1" indent="-347980" algn="l" defTabSz="914400" rtl="0" eaLnBrk="1" fontAlgn="base" latinLnBrk="0" hangingPunct="1">
              <a:lnSpc>
                <a:spcPct val="105000"/>
              </a:lnSpc>
              <a:spcBef>
                <a:spcPct val="15000"/>
              </a:spcBef>
              <a:spcAft>
                <a:spcPct val="0"/>
              </a:spcAft>
              <a:buClr>
                <a:srgbClr val="990099"/>
              </a:buClr>
              <a:buSzPct val="70000"/>
              <a:buFont typeface="Wingdings" panose="05000000000000000000" pitchFamily="2" charset="2"/>
              <a:buChar char="§"/>
              <a:defRPr/>
            </a:pPr>
            <a:r>
              <a:rPr lang="zh-CN" altLang="en-US" sz="2800" kern="0" noProof="0" dirty="0">
                <a:ln>
                  <a:noFill/>
                </a:ln>
                <a:effectLst>
                  <a:outerShdw blurRad="38100" dist="38100" dir="2700000" algn="tl">
                    <a:srgbClr val="C0C0C0"/>
                  </a:outerShdw>
                </a:effectLst>
                <a:uLnTx/>
                <a:uFillTx/>
                <a:latin typeface="+mn-ea"/>
                <a:cs typeface="+mn-ea"/>
                <a:sym typeface="+mn-ea"/>
              </a:rPr>
              <a:t> 吞吐量</a:t>
            </a:r>
            <a:endParaRPr kumimoji="0" lang="zh-CN" altLang="en-US"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ea"/>
              <a:cs typeface="+mn-ea"/>
            </a:endParaRPr>
          </a:p>
          <a:p>
            <a:pPr marL="692150" marR="0" lvl="1" indent="-347980" algn="l" defTabSz="914400" rtl="0" eaLnBrk="1" fontAlgn="base" latinLnBrk="0" hangingPunct="1">
              <a:lnSpc>
                <a:spcPct val="105000"/>
              </a:lnSpc>
              <a:spcBef>
                <a:spcPct val="15000"/>
              </a:spcBef>
              <a:spcAft>
                <a:spcPct val="0"/>
              </a:spcAft>
              <a:buClr>
                <a:srgbClr val="990099"/>
              </a:buClr>
              <a:buSzPct val="70000"/>
              <a:buFont typeface="Wingdings" panose="05000000000000000000" pitchFamily="2" charset="2"/>
              <a:buChar char="§"/>
              <a:defRPr/>
            </a:pPr>
            <a:r>
              <a:rPr lang="zh-CN" altLang="en-US" sz="2800" kern="0" noProof="0" dirty="0">
                <a:ln>
                  <a:noFill/>
                </a:ln>
                <a:effectLst>
                  <a:outerShdw blurRad="38100" dist="38100" dir="2700000" algn="tl">
                    <a:srgbClr val="C0C0C0"/>
                  </a:outerShdw>
                </a:effectLst>
                <a:uLnTx/>
                <a:uFillTx/>
                <a:latin typeface="+mn-ea"/>
                <a:cs typeface="+mn-ea"/>
                <a:sym typeface="+mn-ea"/>
              </a:rPr>
              <a:t> 精度</a:t>
            </a:r>
            <a:endParaRPr kumimoji="0" lang="zh-CN" altLang="en-US"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ea"/>
              <a:cs typeface="+mn-ea"/>
            </a:endParaRPr>
          </a:p>
          <a:p>
            <a:pPr marL="692150" marR="0" lvl="1" indent="-347980" algn="l" defTabSz="914400" rtl="0" eaLnBrk="1" fontAlgn="base" latinLnBrk="0" hangingPunct="1">
              <a:lnSpc>
                <a:spcPct val="105000"/>
              </a:lnSpc>
              <a:spcBef>
                <a:spcPct val="15000"/>
              </a:spcBef>
              <a:spcAft>
                <a:spcPct val="0"/>
              </a:spcAft>
              <a:buClr>
                <a:srgbClr val="990099"/>
              </a:buClr>
              <a:buSzPct val="70000"/>
              <a:buFont typeface="Wingdings" panose="05000000000000000000" pitchFamily="2" charset="2"/>
              <a:buChar char="§"/>
              <a:defRPr/>
            </a:pPr>
            <a:endParaRPr kumimoji="0" lang="zh-CN" altLang="en-US"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ea"/>
              <a:cs typeface="+mn-ea"/>
            </a:endParaRPr>
          </a:p>
          <a:p>
            <a:pPr marL="342900" marR="0" lvl="0" indent="-342900" algn="l" defTabSz="914400" rtl="0" eaLnBrk="1" fontAlgn="base" latinLnBrk="0" hangingPunct="1">
              <a:lnSpc>
                <a:spcPct val="105000"/>
              </a:lnSpc>
              <a:spcBef>
                <a:spcPct val="15000"/>
              </a:spcBef>
              <a:spcAft>
                <a:spcPct val="0"/>
              </a:spcAft>
              <a:buClr>
                <a:srgbClr val="990099"/>
              </a:buClr>
              <a:buSzPct val="70000"/>
              <a:buFont typeface="Wingdings" panose="05000000000000000000" pitchFamily="2" charset="2"/>
              <a:buChar char="l"/>
              <a:defRPr/>
            </a:pPr>
            <a:r>
              <a:rPr lang="zh-CN" altLang="en-US" sz="2800" kern="0" noProof="0" dirty="0">
                <a:ln>
                  <a:noFill/>
                </a:ln>
                <a:effectLst>
                  <a:outerShdw blurRad="38100" dist="38100" dir="2700000" algn="tl">
                    <a:srgbClr val="C0C0C0"/>
                  </a:outerShdw>
                </a:effectLst>
                <a:uLnTx/>
                <a:uFillTx/>
                <a:latin typeface="+mn-ea"/>
                <a:cs typeface="+mn-ea"/>
                <a:sym typeface="+mn-ea"/>
              </a:rPr>
              <a:t>确定外部信号的接收发送形式</a:t>
            </a:r>
            <a:endParaRPr kumimoji="0" lang="zh-CN" altLang="en-US" sz="21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ea"/>
              <a:cs typeface="+mn-ea"/>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宋体" panose="02010600030101010101" pitchFamily="2" charset="-122"/>
                <a:cs typeface="Times New Roman" panose="02020603050405020304" pitchFamily="18" charset="0"/>
              </a:rPr>
              <a:t>2.2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结构化设计</a:t>
            </a:r>
            <a:endPar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13316"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
        <p:nvSpPr>
          <p:cNvPr id="3" name="Rectangle 3"/>
          <p:cNvSpPr>
            <a:spLocks noGrp="1" noChangeArrowheads="1"/>
          </p:cNvSpPr>
          <p:nvPr>
            <p:ph idx="1"/>
          </p:nvPr>
        </p:nvSpPr>
        <p:spPr>
          <a:xfrm>
            <a:off x="483870" y="1467485"/>
            <a:ext cx="7772400" cy="5041900"/>
          </a:xfrm>
        </p:spPr>
        <p:txBody>
          <a:bodyPr vert="horz" wrap="square" lIns="91440" tIns="45720" rIns="91440" bIns="45720" numCol="1" anchor="t" anchorCtr="0" compatLnSpc="1">
            <a:noAutofit/>
          </a:bodyPr>
          <a:lstStyle/>
          <a:p>
            <a:pPr marL="0" marR="0" lvl="0" indent="0" algn="l" defTabSz="914400" rtl="0" eaLnBrk="1" fontAlgn="base" latinLnBrk="0" hangingPunct="1">
              <a:lnSpc>
                <a:spcPct val="105000"/>
              </a:lnSpc>
              <a:spcBef>
                <a:spcPct val="15000"/>
              </a:spcBef>
              <a:spcAft>
                <a:spcPct val="0"/>
              </a:spcAft>
              <a:buClr>
                <a:schemeClr val="tx2"/>
              </a:buClr>
              <a:buSzPct val="70000"/>
              <a:buFont typeface="Wingdings" panose="05000000000000000000" pitchFamily="2" charset="2"/>
              <a:buNone/>
              <a:defRPr/>
            </a:pPr>
            <a:r>
              <a:rPr kumimoji="0" lang="zh-CN" altLang="en-US" sz="2800" b="1" i="0" u="none" strike="noStrike" kern="0" cap="none" spc="0" normalizeH="0" baseline="0" noProof="0">
                <a:ln>
                  <a:noFill/>
                </a:ln>
                <a:solidFill>
                  <a:srgbClr val="FF0000"/>
                </a:solidFill>
                <a:effectLst>
                  <a:outerShdw blurRad="38100" dist="38100" dir="2700000" algn="tl">
                    <a:srgbClr val="C0C0C0"/>
                  </a:outerShdw>
                </a:effectLst>
                <a:uLnTx/>
                <a:uFillTx/>
                <a:latin typeface="+mn-ea"/>
                <a:cs typeface="+mn-ea"/>
              </a:rPr>
              <a:t>软件概要设计过程</a:t>
            </a:r>
            <a:endParaRPr kumimoji="0" lang="zh-CN" altLang="en-US" sz="2800" b="1" i="0" u="none" strike="noStrike" kern="0" cap="none" spc="0" normalizeH="0" baseline="0" noProof="0">
              <a:ln>
                <a:noFill/>
              </a:ln>
              <a:solidFill>
                <a:srgbClr val="FF0000"/>
              </a:solidFill>
              <a:effectLst>
                <a:outerShdw blurRad="38100" dist="38100" dir="2700000" algn="tl">
                  <a:srgbClr val="C0C0C0"/>
                </a:outerShdw>
              </a:effectLst>
              <a:uLnTx/>
              <a:uFillTx/>
              <a:latin typeface="+mn-ea"/>
              <a:cs typeface="+mn-ea"/>
            </a:endParaRPr>
          </a:p>
          <a:p>
            <a:pPr marL="342900" marR="0" lvl="0" indent="-342900" algn="l" defTabSz="914400" rtl="0" eaLnBrk="1" fontAlgn="base" latinLnBrk="0" hangingPunct="1">
              <a:lnSpc>
                <a:spcPct val="105000"/>
              </a:lnSpc>
              <a:spcBef>
                <a:spcPct val="15000"/>
              </a:spcBef>
              <a:spcAft>
                <a:spcPct val="0"/>
              </a:spcAft>
              <a:buClr>
                <a:schemeClr val="tx2"/>
              </a:buClr>
              <a:buSzPct val="70000"/>
              <a:buFont typeface="Wingdings" panose="05000000000000000000" pitchFamily="2" charset="2"/>
              <a:buNone/>
              <a:defRPr/>
            </a:pPr>
            <a:r>
              <a:rPr lang="en-US" altLang="zh-CN" u="sng" kern="0" noProof="0">
                <a:ln>
                  <a:noFill/>
                </a:ln>
                <a:solidFill>
                  <a:srgbClr val="0070C0"/>
                </a:solidFill>
                <a:effectLst>
                  <a:outerShdw blurRad="38100" dist="38100" dir="2700000" algn="tl">
                    <a:srgbClr val="C0C0C0"/>
                  </a:outerShdw>
                </a:effectLst>
                <a:uLnTx/>
                <a:uFillTx/>
                <a:latin typeface="+mn-ea"/>
                <a:cs typeface="+mn-ea"/>
                <a:sym typeface="+mn-ea"/>
              </a:rPr>
              <a:t>4. </a:t>
            </a:r>
            <a:r>
              <a:rPr lang="zh-CN" altLang="en-US" u="sng" kern="0" noProof="0">
                <a:ln>
                  <a:noFill/>
                </a:ln>
                <a:solidFill>
                  <a:srgbClr val="0070C0"/>
                </a:solidFill>
                <a:effectLst>
                  <a:outerShdw blurRad="38100" dist="38100" dir="2700000" algn="tl">
                    <a:srgbClr val="C0C0C0"/>
                  </a:outerShdw>
                </a:effectLst>
                <a:uLnTx/>
                <a:uFillTx/>
                <a:latin typeface="+mn-ea"/>
                <a:cs typeface="+mn-ea"/>
                <a:sym typeface="+mn-ea"/>
              </a:rPr>
              <a:t>数据结构设计</a:t>
            </a:r>
            <a:endParaRPr kumimoji="0" lang="zh-CN" altLang="en-US" b="1" i="0" u="sng" strike="noStrike" kern="0" cap="none" spc="0" normalizeH="0" baseline="0" noProof="0">
              <a:ln>
                <a:noFill/>
              </a:ln>
              <a:solidFill>
                <a:srgbClr val="0070C0"/>
              </a:solidFill>
              <a:effectLst>
                <a:outerShdw blurRad="38100" dist="38100" dir="2700000" algn="tl">
                  <a:srgbClr val="C0C0C0"/>
                </a:outerShdw>
              </a:effectLst>
              <a:uLnTx/>
              <a:uFillTx/>
              <a:latin typeface="+mn-ea"/>
              <a:cs typeface="+mn-ea"/>
            </a:endParaRPr>
          </a:p>
          <a:p>
            <a:pPr marL="342900" marR="0" lvl="0" indent="-342900" algn="l" defTabSz="914400" rtl="0" eaLnBrk="1" fontAlgn="base" latinLnBrk="0" hangingPunct="1">
              <a:lnSpc>
                <a:spcPct val="105000"/>
              </a:lnSpc>
              <a:spcBef>
                <a:spcPct val="15000"/>
              </a:spcBef>
              <a:spcAft>
                <a:spcPct val="0"/>
              </a:spcAft>
              <a:buClr>
                <a:srgbClr val="990099"/>
              </a:buClr>
              <a:buSzPct val="70000"/>
              <a:buFont typeface="Wingdings" panose="05000000000000000000" pitchFamily="2" charset="2"/>
              <a:buChar char="l"/>
              <a:defRPr/>
            </a:pPr>
            <a:r>
              <a:rPr lang="zh-CN" altLang="en-US" kern="0" noProof="0">
                <a:ln>
                  <a:noFill/>
                </a:ln>
                <a:effectLst>
                  <a:outerShdw blurRad="38100" dist="38100" dir="2700000" algn="tl">
                    <a:srgbClr val="C0C0C0"/>
                  </a:outerShdw>
                </a:effectLst>
                <a:uLnTx/>
                <a:uFillTx/>
                <a:latin typeface="+mn-ea"/>
                <a:cs typeface="+mn-ea"/>
                <a:sym typeface="+mn-ea"/>
              </a:rPr>
              <a:t>确定软件涉及的文件系统的结构以及数据库的模式、子模式，进行数据完整性和安全性的设计；</a:t>
            </a:r>
            <a:endParaRPr kumimoji="0" lang="zh-CN" altLang="en-US" b="1" i="0" u="none" strike="noStrike" kern="0" cap="none" spc="0" normalizeH="0" baseline="0" noProof="0">
              <a:ln>
                <a:noFill/>
              </a:ln>
              <a:solidFill>
                <a:schemeClr val="tx1"/>
              </a:solidFill>
              <a:effectLst>
                <a:outerShdw blurRad="38100" dist="38100" dir="2700000" algn="tl">
                  <a:srgbClr val="C0C0C0"/>
                </a:outerShdw>
              </a:effectLst>
              <a:uLnTx/>
              <a:uFillTx/>
              <a:latin typeface="+mn-ea"/>
              <a:cs typeface="+mn-ea"/>
            </a:endParaRPr>
          </a:p>
          <a:p>
            <a:pPr marL="342900" marR="0" lvl="0" indent="-342900" algn="l" defTabSz="914400" rtl="0" eaLnBrk="1" fontAlgn="base" latinLnBrk="0" hangingPunct="1">
              <a:lnSpc>
                <a:spcPct val="105000"/>
              </a:lnSpc>
              <a:spcBef>
                <a:spcPct val="15000"/>
              </a:spcBef>
              <a:spcAft>
                <a:spcPct val="0"/>
              </a:spcAft>
              <a:buClr>
                <a:srgbClr val="990099"/>
              </a:buClr>
              <a:buSzPct val="70000"/>
              <a:buFont typeface="Wingdings" panose="05000000000000000000" pitchFamily="2" charset="2"/>
              <a:buChar char="l"/>
              <a:defRPr/>
            </a:pPr>
            <a:r>
              <a:rPr lang="zh-CN" altLang="en-US" kern="0" noProof="0">
                <a:ln>
                  <a:noFill/>
                </a:ln>
                <a:effectLst>
                  <a:outerShdw blurRad="38100" dist="38100" dir="2700000" algn="tl">
                    <a:srgbClr val="C0C0C0"/>
                  </a:outerShdw>
                </a:effectLst>
                <a:uLnTx/>
                <a:uFillTx/>
                <a:latin typeface="+mn-ea"/>
                <a:cs typeface="+mn-ea"/>
                <a:sym typeface="+mn-ea"/>
              </a:rPr>
              <a:t>确定输入，输出文件的详细的数据结构；</a:t>
            </a:r>
            <a:endParaRPr kumimoji="0" lang="zh-CN" altLang="en-US" b="1" i="0" u="none" strike="noStrike" kern="0" cap="none" spc="0" normalizeH="0" baseline="0" noProof="0">
              <a:ln>
                <a:noFill/>
              </a:ln>
              <a:solidFill>
                <a:schemeClr val="tx1"/>
              </a:solidFill>
              <a:effectLst>
                <a:outerShdw blurRad="38100" dist="38100" dir="2700000" algn="tl">
                  <a:srgbClr val="C0C0C0"/>
                </a:outerShdw>
              </a:effectLst>
              <a:uLnTx/>
              <a:uFillTx/>
              <a:latin typeface="+mn-ea"/>
              <a:cs typeface="+mn-ea"/>
            </a:endParaRPr>
          </a:p>
          <a:p>
            <a:pPr marL="342900" marR="0" lvl="0" indent="-342900" algn="l" defTabSz="914400" rtl="0" eaLnBrk="1" fontAlgn="base" latinLnBrk="0" hangingPunct="1">
              <a:lnSpc>
                <a:spcPct val="105000"/>
              </a:lnSpc>
              <a:spcBef>
                <a:spcPct val="15000"/>
              </a:spcBef>
              <a:spcAft>
                <a:spcPct val="0"/>
              </a:spcAft>
              <a:buClr>
                <a:srgbClr val="990099"/>
              </a:buClr>
              <a:buSzPct val="70000"/>
              <a:buFont typeface="Wingdings" panose="05000000000000000000" pitchFamily="2" charset="2"/>
              <a:buChar char="l"/>
              <a:defRPr/>
            </a:pPr>
            <a:r>
              <a:rPr lang="zh-CN" altLang="en-US" kern="0" noProof="0">
                <a:ln>
                  <a:noFill/>
                </a:ln>
                <a:effectLst>
                  <a:outerShdw blurRad="38100" dist="38100" dir="2700000" algn="tl">
                    <a:srgbClr val="C0C0C0"/>
                  </a:outerShdw>
                </a:effectLst>
                <a:uLnTx/>
                <a:uFillTx/>
                <a:latin typeface="+mn-ea"/>
                <a:cs typeface="+mn-ea"/>
                <a:sym typeface="+mn-ea"/>
              </a:rPr>
              <a:t>结合算法设计，确定算法所必需的逻辑数据结构及其操作；</a:t>
            </a:r>
            <a:endParaRPr kumimoji="0" lang="zh-CN" altLang="en-US" b="1" i="0" u="none" strike="noStrike" kern="0" cap="none" spc="0" normalizeH="0" baseline="0" noProof="0">
              <a:ln>
                <a:noFill/>
              </a:ln>
              <a:solidFill>
                <a:schemeClr val="tx1"/>
              </a:solidFill>
              <a:effectLst>
                <a:outerShdw blurRad="38100" dist="38100" dir="2700000" algn="tl">
                  <a:srgbClr val="C0C0C0"/>
                </a:outerShdw>
              </a:effectLst>
              <a:uLnTx/>
              <a:uFillTx/>
              <a:latin typeface="+mn-ea"/>
              <a:cs typeface="+mn-ea"/>
            </a:endParaRPr>
          </a:p>
          <a:p>
            <a:pPr marL="342900" marR="0" lvl="0" indent="-342900" algn="l" defTabSz="914400" rtl="0" eaLnBrk="1" fontAlgn="base" latinLnBrk="0" hangingPunct="1">
              <a:lnSpc>
                <a:spcPct val="105000"/>
              </a:lnSpc>
              <a:spcBef>
                <a:spcPct val="15000"/>
              </a:spcBef>
              <a:spcAft>
                <a:spcPct val="0"/>
              </a:spcAft>
              <a:buClr>
                <a:srgbClr val="990099"/>
              </a:buClr>
              <a:buSzPct val="70000"/>
              <a:buFont typeface="Wingdings" panose="05000000000000000000" pitchFamily="2" charset="2"/>
              <a:buChar char="l"/>
              <a:defRPr/>
            </a:pPr>
            <a:r>
              <a:rPr lang="zh-CN" altLang="en-US" kern="0" noProof="0">
                <a:ln>
                  <a:noFill/>
                </a:ln>
                <a:effectLst>
                  <a:outerShdw blurRad="38100" dist="38100" dir="2700000" algn="tl">
                    <a:srgbClr val="C0C0C0"/>
                  </a:outerShdw>
                </a:effectLst>
                <a:uLnTx/>
                <a:uFillTx/>
                <a:latin typeface="+mn-ea"/>
                <a:cs typeface="+mn-ea"/>
                <a:sym typeface="+mn-ea"/>
              </a:rPr>
              <a:t>确定对逻辑数据结构所必需的那些操作的程序模块</a:t>
            </a:r>
            <a:r>
              <a:rPr lang="en-US" altLang="zh-CN" kern="0" noProof="0">
                <a:ln>
                  <a:noFill/>
                </a:ln>
                <a:effectLst>
                  <a:outerShdw blurRad="38100" dist="38100" dir="2700000" algn="tl">
                    <a:srgbClr val="C0C0C0"/>
                  </a:outerShdw>
                </a:effectLst>
                <a:uLnTx/>
                <a:uFillTx/>
                <a:latin typeface="+mn-ea"/>
                <a:cs typeface="+mn-ea"/>
                <a:sym typeface="+mn-ea"/>
              </a:rPr>
              <a:t>(</a:t>
            </a:r>
            <a:r>
              <a:rPr lang="zh-CN" altLang="en-US" kern="0" noProof="0">
                <a:ln>
                  <a:noFill/>
                </a:ln>
                <a:effectLst>
                  <a:outerShdw blurRad="38100" dist="38100" dir="2700000" algn="tl">
                    <a:srgbClr val="C0C0C0"/>
                  </a:outerShdw>
                </a:effectLst>
                <a:uLnTx/>
                <a:uFillTx/>
                <a:latin typeface="+mn-ea"/>
                <a:cs typeface="+mn-ea"/>
                <a:sym typeface="+mn-ea"/>
              </a:rPr>
              <a:t>软件包</a:t>
            </a:r>
            <a:r>
              <a:rPr lang="en-US" altLang="zh-CN" kern="0" noProof="0">
                <a:ln>
                  <a:noFill/>
                </a:ln>
                <a:effectLst>
                  <a:outerShdw blurRad="38100" dist="38100" dir="2700000" algn="tl">
                    <a:srgbClr val="C0C0C0"/>
                  </a:outerShdw>
                </a:effectLst>
                <a:uLnTx/>
                <a:uFillTx/>
                <a:latin typeface="+mn-ea"/>
                <a:cs typeface="+mn-ea"/>
                <a:sym typeface="+mn-ea"/>
              </a:rPr>
              <a:t>)</a:t>
            </a:r>
            <a:r>
              <a:rPr lang="zh-CN" altLang="en-US" kern="0" noProof="0">
                <a:ln>
                  <a:noFill/>
                </a:ln>
                <a:effectLst>
                  <a:outerShdw blurRad="38100" dist="38100" dir="2700000" algn="tl">
                    <a:srgbClr val="C0C0C0"/>
                  </a:outerShdw>
                </a:effectLst>
                <a:uLnTx/>
                <a:uFillTx/>
                <a:latin typeface="+mn-ea"/>
                <a:cs typeface="+mn-ea"/>
                <a:sym typeface="+mn-ea"/>
              </a:rPr>
              <a:t>；</a:t>
            </a:r>
            <a:endParaRPr kumimoji="0" lang="zh-CN" altLang="en-US" b="1" i="0" u="none" strike="noStrike" kern="0" cap="none" spc="0" normalizeH="0" baseline="0" noProof="0">
              <a:ln>
                <a:noFill/>
              </a:ln>
              <a:solidFill>
                <a:schemeClr val="tx1"/>
              </a:solidFill>
              <a:effectLst>
                <a:outerShdw blurRad="38100" dist="38100" dir="2700000" algn="tl">
                  <a:srgbClr val="C0C0C0"/>
                </a:outerShdw>
              </a:effectLst>
              <a:uLnTx/>
              <a:uFillTx/>
              <a:latin typeface="+mn-ea"/>
              <a:cs typeface="+mn-ea"/>
            </a:endParaRPr>
          </a:p>
          <a:p>
            <a:pPr marL="342900" marR="0" lvl="0" indent="-342900" algn="l" defTabSz="914400" rtl="0" eaLnBrk="1" fontAlgn="base" latinLnBrk="0" hangingPunct="1">
              <a:lnSpc>
                <a:spcPct val="105000"/>
              </a:lnSpc>
              <a:spcBef>
                <a:spcPct val="15000"/>
              </a:spcBef>
              <a:spcAft>
                <a:spcPct val="0"/>
              </a:spcAft>
              <a:buClr>
                <a:srgbClr val="990099"/>
              </a:buClr>
              <a:buSzPct val="70000"/>
              <a:buFont typeface="Wingdings" panose="05000000000000000000" pitchFamily="2" charset="2"/>
              <a:buChar char="l"/>
              <a:defRPr/>
            </a:pPr>
            <a:r>
              <a:rPr lang="zh-CN" altLang="en-US" kern="0" noProof="0">
                <a:ln>
                  <a:noFill/>
                </a:ln>
                <a:effectLst>
                  <a:outerShdw blurRad="38100" dist="38100" dir="2700000" algn="tl">
                    <a:srgbClr val="C0C0C0"/>
                  </a:outerShdw>
                </a:effectLst>
                <a:uLnTx/>
                <a:uFillTx/>
                <a:latin typeface="+mn-ea"/>
                <a:cs typeface="+mn-ea"/>
                <a:sym typeface="+mn-ea"/>
              </a:rPr>
              <a:t>限制和确定各个数据设计决策的影响范围；</a:t>
            </a:r>
            <a:endParaRPr kumimoji="0" lang="zh-CN" altLang="en-US" b="1" i="0" u="none" strike="noStrike" kern="0" cap="none" spc="0" normalizeH="0" baseline="0" noProof="0">
              <a:ln>
                <a:noFill/>
              </a:ln>
              <a:solidFill>
                <a:schemeClr val="tx1"/>
              </a:solidFill>
              <a:effectLst>
                <a:outerShdw blurRad="38100" dist="38100" dir="2700000" algn="tl">
                  <a:srgbClr val="C0C0C0"/>
                </a:outerShdw>
              </a:effectLst>
              <a:uLnTx/>
              <a:uFillTx/>
              <a:latin typeface="+mn-ea"/>
              <a:cs typeface="+mn-ea"/>
            </a:endParaRPr>
          </a:p>
          <a:p>
            <a:pPr marL="342900" marR="0" lvl="0" indent="-342900" algn="l" defTabSz="914400" rtl="0" eaLnBrk="0" fontAlgn="base" latinLnBrk="0" hangingPunct="0">
              <a:lnSpc>
                <a:spcPct val="105000"/>
              </a:lnSpc>
              <a:spcBef>
                <a:spcPct val="20000"/>
              </a:spcBef>
              <a:spcAft>
                <a:spcPct val="0"/>
              </a:spcAft>
              <a:buClr>
                <a:schemeClr val="tx2"/>
              </a:buClr>
              <a:buSzPct val="70000"/>
              <a:buFont typeface="Wingdings" panose="05000000000000000000" pitchFamily="2" charset="2"/>
              <a:buChar char="l"/>
              <a:defRPr/>
            </a:pPr>
            <a:r>
              <a:rPr lang="zh-CN" altLang="en-US" kern="0" noProof="0">
                <a:ln>
                  <a:noFill/>
                </a:ln>
                <a:effectLst>
                  <a:outerShdw blurRad="38100" dist="38100" dir="2700000" algn="tl">
                    <a:srgbClr val="C0C0C0"/>
                  </a:outerShdw>
                </a:effectLst>
                <a:uLnTx/>
                <a:uFillTx/>
                <a:latin typeface="+mn-ea"/>
                <a:cs typeface="+mn-ea"/>
                <a:sym typeface="+mn-ea"/>
              </a:rPr>
              <a:t>若需要与操作系统或调度程序接口所必须的控制表等数据时，确定其详细的数据结构和使用规则。</a:t>
            </a:r>
            <a:endParaRPr kumimoji="0" lang="zh-CN" altLang="en-US" b="1" i="0" u="none" strike="noStrike" kern="0" cap="none" spc="0" normalizeH="0" baseline="0" noProof="0">
              <a:ln>
                <a:noFill/>
              </a:ln>
              <a:solidFill>
                <a:schemeClr val="tx1"/>
              </a:solidFill>
              <a:effectLst>
                <a:outerShdw blurRad="38100" dist="38100" dir="2700000" algn="tl">
                  <a:srgbClr val="C0C0C0"/>
                </a:outerShdw>
              </a:effectLst>
              <a:uLnTx/>
              <a:uFillTx/>
              <a:latin typeface="+mn-ea"/>
              <a:cs typeface="+mn-ea"/>
              <a:sym typeface="+mn-ea"/>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宋体" panose="02010600030101010101" pitchFamily="2" charset="-122"/>
                <a:cs typeface="Times New Roman" panose="02020603050405020304" pitchFamily="18" charset="0"/>
              </a:rPr>
              <a:t>2.2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结构化设计</a:t>
            </a:r>
            <a:endPar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13316"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
        <p:nvSpPr>
          <p:cNvPr id="3" name="Rectangle 3"/>
          <p:cNvSpPr>
            <a:spLocks noGrp="1" noChangeArrowheads="1"/>
          </p:cNvSpPr>
          <p:nvPr>
            <p:ph idx="1"/>
          </p:nvPr>
        </p:nvSpPr>
        <p:spPr>
          <a:xfrm>
            <a:off x="483870" y="1467485"/>
            <a:ext cx="7772400" cy="5041900"/>
          </a:xfrm>
        </p:spPr>
        <p:txBody>
          <a:bodyPr vert="horz" wrap="square" lIns="91440" tIns="45720" rIns="91440" bIns="45720" numCol="1" anchor="t" anchorCtr="0" compatLnSpc="1">
            <a:noAutofit/>
          </a:bodyPr>
          <a:lstStyle/>
          <a:p>
            <a:pPr marL="0" marR="0" lvl="0" indent="0" algn="l" defTabSz="914400" rtl="0" eaLnBrk="1" fontAlgn="base" latinLnBrk="0" hangingPunct="1">
              <a:lnSpc>
                <a:spcPct val="105000"/>
              </a:lnSpc>
              <a:spcBef>
                <a:spcPct val="15000"/>
              </a:spcBef>
              <a:spcAft>
                <a:spcPct val="0"/>
              </a:spcAft>
              <a:buClr>
                <a:schemeClr val="tx2"/>
              </a:buClr>
              <a:buSzPct val="70000"/>
              <a:buFont typeface="Wingdings" panose="05000000000000000000" pitchFamily="2" charset="2"/>
              <a:buNone/>
              <a:defRPr/>
            </a:pPr>
            <a:r>
              <a:rPr kumimoji="0" lang="zh-CN" altLang="en-US" sz="2800" b="1" i="0" u="none" strike="noStrike" kern="0" cap="none" spc="0" normalizeH="0" baseline="0" noProof="0">
                <a:ln>
                  <a:noFill/>
                </a:ln>
                <a:solidFill>
                  <a:srgbClr val="FF0000"/>
                </a:solidFill>
                <a:effectLst>
                  <a:outerShdw blurRad="38100" dist="38100" dir="2700000" algn="tl">
                    <a:srgbClr val="C0C0C0"/>
                  </a:outerShdw>
                </a:effectLst>
                <a:uLnTx/>
                <a:uFillTx/>
                <a:latin typeface="+mn-ea"/>
                <a:cs typeface="+mn-ea"/>
              </a:rPr>
              <a:t>软件概要设计过程</a:t>
            </a:r>
            <a:endParaRPr kumimoji="0" lang="zh-CN" altLang="en-US" sz="2800" b="1" i="0" u="none" strike="noStrike" kern="0" cap="none" spc="0" normalizeH="0" baseline="0" noProof="0">
              <a:ln>
                <a:noFill/>
              </a:ln>
              <a:solidFill>
                <a:srgbClr val="FF0000"/>
              </a:solidFill>
              <a:effectLst>
                <a:outerShdw blurRad="38100" dist="38100" dir="2700000" algn="tl">
                  <a:srgbClr val="C0C0C0"/>
                </a:outerShdw>
              </a:effectLst>
              <a:uLnTx/>
              <a:uFillTx/>
              <a:latin typeface="+mn-ea"/>
              <a:cs typeface="+mn-ea"/>
            </a:endParaRPr>
          </a:p>
          <a:p>
            <a:pPr marL="342900" marR="0" lvl="0" indent="-342900" algn="l" defTabSz="914400" rtl="0" eaLnBrk="0" fontAlgn="base" latinLnBrk="0" hangingPunct="0">
              <a:lnSpc>
                <a:spcPct val="105000"/>
              </a:lnSpc>
              <a:spcBef>
                <a:spcPct val="20000"/>
              </a:spcBef>
              <a:spcAft>
                <a:spcPct val="0"/>
              </a:spcAft>
              <a:buClrTx/>
              <a:buSzPct val="70000"/>
              <a:buFontTx/>
              <a:buNone/>
              <a:defRPr/>
            </a:pPr>
            <a:r>
              <a:rPr lang="en-US" altLang="zh-CN" u="sng" kern="0" noProof="0">
                <a:ln>
                  <a:noFill/>
                </a:ln>
                <a:solidFill>
                  <a:srgbClr val="0070C0"/>
                </a:solidFill>
                <a:effectLst>
                  <a:outerShdw blurRad="38100" dist="38100" dir="2700000" algn="tl">
                    <a:srgbClr val="C0C0C0"/>
                  </a:outerShdw>
                </a:effectLst>
                <a:uLnTx/>
                <a:uFillTx/>
                <a:latin typeface="+mn-ea"/>
                <a:cs typeface="+mn-ea"/>
                <a:sym typeface="+mn-ea"/>
              </a:rPr>
              <a:t>5. </a:t>
            </a:r>
            <a:r>
              <a:rPr lang="zh-CN" altLang="en-US" u="sng" kern="0" noProof="0">
                <a:ln>
                  <a:noFill/>
                </a:ln>
                <a:solidFill>
                  <a:srgbClr val="0070C0"/>
                </a:solidFill>
                <a:effectLst>
                  <a:outerShdw blurRad="38100" dist="38100" dir="2700000" algn="tl">
                    <a:srgbClr val="C0C0C0"/>
                  </a:outerShdw>
                </a:effectLst>
                <a:uLnTx/>
                <a:uFillTx/>
                <a:latin typeface="+mn-ea"/>
                <a:cs typeface="+mn-ea"/>
                <a:sym typeface="+mn-ea"/>
              </a:rPr>
              <a:t>质量设计</a:t>
            </a:r>
            <a:endParaRPr kumimoji="0" lang="zh-CN" altLang="en-US" b="1" i="0" u="sng" strike="noStrike" kern="0" cap="none" spc="0" normalizeH="0" baseline="0" noProof="0">
              <a:ln>
                <a:noFill/>
              </a:ln>
              <a:solidFill>
                <a:srgbClr val="0070C0"/>
              </a:solidFill>
              <a:effectLst>
                <a:outerShdw blurRad="38100" dist="38100" dir="2700000" algn="tl">
                  <a:srgbClr val="C0C0C0"/>
                </a:outerShdw>
              </a:effectLst>
              <a:uLnTx/>
              <a:uFillTx/>
              <a:latin typeface="+mn-ea"/>
              <a:cs typeface="+mn-ea"/>
            </a:endParaRPr>
          </a:p>
          <a:p>
            <a:pPr marL="342900" marR="0" lvl="0" indent="-342900" algn="l" defTabSz="914400" rtl="0" eaLnBrk="1" fontAlgn="base" latinLnBrk="0" hangingPunct="1">
              <a:lnSpc>
                <a:spcPct val="105000"/>
              </a:lnSpc>
              <a:spcBef>
                <a:spcPct val="20000"/>
              </a:spcBef>
              <a:spcAft>
                <a:spcPct val="0"/>
              </a:spcAft>
              <a:buClr>
                <a:srgbClr val="990099"/>
              </a:buClr>
              <a:buSzPct val="70000"/>
              <a:buFont typeface="Wingdings" panose="05000000000000000000" pitchFamily="2" charset="2"/>
              <a:buChar char="l"/>
              <a:defRPr/>
            </a:pPr>
            <a:endParaRPr kumimoji="0" lang="zh-CN" altLang="en-US" b="1" i="0" u="none" strike="noStrike" kern="0" cap="none" spc="0" normalizeH="0" baseline="0" noProof="0">
              <a:ln>
                <a:noFill/>
              </a:ln>
              <a:solidFill>
                <a:schemeClr val="tx1"/>
              </a:solidFill>
              <a:effectLst>
                <a:outerShdw blurRad="38100" dist="38100" dir="2700000" algn="tl">
                  <a:srgbClr val="C0C0C0"/>
                </a:outerShdw>
              </a:effectLst>
              <a:uLnTx/>
              <a:uFillTx/>
              <a:latin typeface="+mn-ea"/>
              <a:cs typeface="+mn-ea"/>
            </a:endParaRPr>
          </a:p>
          <a:p>
            <a:pPr marL="342900" marR="0" lvl="0" indent="-342900" algn="l" defTabSz="914400" rtl="0" eaLnBrk="1" fontAlgn="base" latinLnBrk="0" hangingPunct="1">
              <a:lnSpc>
                <a:spcPct val="105000"/>
              </a:lnSpc>
              <a:spcBef>
                <a:spcPct val="20000"/>
              </a:spcBef>
              <a:spcAft>
                <a:spcPct val="0"/>
              </a:spcAft>
              <a:buClr>
                <a:srgbClr val="990099"/>
              </a:buClr>
              <a:buSzPct val="70000"/>
              <a:buFont typeface="Wingdings" panose="05000000000000000000" pitchFamily="2" charset="2"/>
              <a:buChar char="l"/>
              <a:defRPr/>
            </a:pPr>
            <a:r>
              <a:rPr lang="zh-CN" altLang="en-US" kern="0" noProof="0">
                <a:ln>
                  <a:noFill/>
                </a:ln>
                <a:effectLst>
                  <a:outerShdw blurRad="38100" dist="38100" dir="2700000" algn="tl">
                    <a:srgbClr val="C0C0C0"/>
                  </a:outerShdw>
                </a:effectLst>
                <a:uLnTx/>
                <a:uFillTx/>
                <a:latin typeface="+mn-ea"/>
                <a:cs typeface="+mn-ea"/>
                <a:sym typeface="+mn-ea"/>
              </a:rPr>
              <a:t>在软件开发初期就要确定各种质量指标，考虑相应措施，使得软件易于修改和易于维护：</a:t>
            </a:r>
            <a:endParaRPr kumimoji="0" lang="zh-CN" altLang="en-US" b="1" i="0" u="none" strike="noStrike" kern="0" cap="none" spc="0" normalizeH="0" baseline="0" noProof="0">
              <a:ln>
                <a:noFill/>
              </a:ln>
              <a:solidFill>
                <a:schemeClr val="tx1"/>
              </a:solidFill>
              <a:effectLst>
                <a:outerShdw blurRad="38100" dist="38100" dir="2700000" algn="tl">
                  <a:srgbClr val="C0C0C0"/>
                </a:outerShdw>
              </a:effectLst>
              <a:uLnTx/>
              <a:uFillTx/>
              <a:latin typeface="+mn-ea"/>
              <a:cs typeface="+mn-ea"/>
            </a:endParaRPr>
          </a:p>
          <a:p>
            <a:pPr marL="692150" marR="0" lvl="1" indent="-347980" algn="l" defTabSz="914400" rtl="0" eaLnBrk="1" fontAlgn="base" latinLnBrk="0" hangingPunct="1">
              <a:lnSpc>
                <a:spcPct val="105000"/>
              </a:lnSpc>
              <a:spcBef>
                <a:spcPct val="20000"/>
              </a:spcBef>
              <a:spcAft>
                <a:spcPct val="0"/>
              </a:spcAft>
              <a:buClr>
                <a:schemeClr val="accent2"/>
              </a:buClr>
              <a:buSzPct val="85000"/>
              <a:buFont typeface="Wingdings" panose="05000000000000000000" pitchFamily="2" charset="2"/>
              <a:buChar char="l"/>
              <a:defRPr/>
            </a:pPr>
            <a:r>
              <a:rPr lang="zh-CN" altLang="en-US" kern="0" noProof="0">
                <a:ln>
                  <a:noFill/>
                </a:ln>
                <a:effectLst>
                  <a:outerShdw blurRad="38100" dist="38100" dir="2700000" algn="tl">
                    <a:srgbClr val="C0C0C0"/>
                  </a:outerShdw>
                </a:effectLst>
                <a:uLnTx/>
                <a:uFillTx/>
                <a:latin typeface="+mn-ea"/>
                <a:cs typeface="+mn-ea"/>
                <a:sym typeface="+mn-ea"/>
              </a:rPr>
              <a:t> 可靠性</a:t>
            </a:r>
            <a:endParaRPr kumimoji="0" lang="zh-CN" altLang="en-US" b="1" i="0" u="none" strike="noStrike" kern="0" cap="none" spc="0" normalizeH="0" baseline="0" noProof="0">
              <a:ln>
                <a:noFill/>
              </a:ln>
              <a:solidFill>
                <a:schemeClr val="tx1"/>
              </a:solidFill>
              <a:effectLst>
                <a:outerShdw blurRad="38100" dist="38100" dir="2700000" algn="tl">
                  <a:srgbClr val="C0C0C0"/>
                </a:outerShdw>
              </a:effectLst>
              <a:uLnTx/>
              <a:uFillTx/>
              <a:latin typeface="+mn-ea"/>
              <a:cs typeface="+mn-ea"/>
            </a:endParaRPr>
          </a:p>
          <a:p>
            <a:pPr marL="692150" marR="0" lvl="1" indent="-347980" algn="l" defTabSz="914400" rtl="0" eaLnBrk="1" fontAlgn="base" latinLnBrk="0" hangingPunct="1">
              <a:lnSpc>
                <a:spcPct val="105000"/>
              </a:lnSpc>
              <a:spcBef>
                <a:spcPct val="20000"/>
              </a:spcBef>
              <a:spcAft>
                <a:spcPct val="0"/>
              </a:spcAft>
              <a:buClr>
                <a:schemeClr val="accent2"/>
              </a:buClr>
              <a:buSzPct val="85000"/>
              <a:buFont typeface="Wingdings" panose="05000000000000000000" pitchFamily="2" charset="2"/>
              <a:buChar char="l"/>
              <a:defRPr/>
            </a:pPr>
            <a:r>
              <a:rPr lang="zh-CN" altLang="en-US" kern="0" noProof="0">
                <a:ln>
                  <a:noFill/>
                </a:ln>
                <a:effectLst>
                  <a:outerShdw blurRad="38100" dist="38100" dir="2700000" algn="tl">
                    <a:srgbClr val="C0C0C0"/>
                  </a:outerShdw>
                </a:effectLst>
                <a:uLnTx/>
                <a:uFillTx/>
                <a:latin typeface="+mn-ea"/>
                <a:cs typeface="+mn-ea"/>
                <a:sym typeface="+mn-ea"/>
              </a:rPr>
              <a:t> 可使用性</a:t>
            </a:r>
            <a:endParaRPr kumimoji="0" lang="zh-CN" altLang="en-US" b="1" i="0" u="none" strike="noStrike" kern="0" cap="none" spc="0" normalizeH="0" baseline="0" noProof="0">
              <a:ln>
                <a:noFill/>
              </a:ln>
              <a:solidFill>
                <a:schemeClr val="tx1"/>
              </a:solidFill>
              <a:effectLst>
                <a:outerShdw blurRad="38100" dist="38100" dir="2700000" algn="tl">
                  <a:srgbClr val="C0C0C0"/>
                </a:outerShdw>
              </a:effectLst>
              <a:uLnTx/>
              <a:uFillTx/>
              <a:latin typeface="+mn-ea"/>
              <a:cs typeface="+mn-ea"/>
            </a:endParaRPr>
          </a:p>
          <a:p>
            <a:pPr marL="692150" marR="0" lvl="1" indent="-347980" algn="l" defTabSz="914400" rtl="0" eaLnBrk="1" fontAlgn="base" latinLnBrk="0" hangingPunct="1">
              <a:lnSpc>
                <a:spcPct val="105000"/>
              </a:lnSpc>
              <a:spcBef>
                <a:spcPct val="20000"/>
              </a:spcBef>
              <a:spcAft>
                <a:spcPct val="0"/>
              </a:spcAft>
              <a:buClr>
                <a:schemeClr val="accent2"/>
              </a:buClr>
              <a:buSzPct val="85000"/>
              <a:buFont typeface="Wingdings" panose="05000000000000000000" pitchFamily="2" charset="2"/>
              <a:buChar char="l"/>
              <a:defRPr/>
            </a:pPr>
            <a:r>
              <a:rPr lang="zh-CN" altLang="en-US" kern="0" noProof="0">
                <a:ln>
                  <a:noFill/>
                </a:ln>
                <a:effectLst>
                  <a:outerShdw blurRad="38100" dist="38100" dir="2700000" algn="tl">
                    <a:srgbClr val="C0C0C0"/>
                  </a:outerShdw>
                </a:effectLst>
                <a:uLnTx/>
                <a:uFillTx/>
                <a:latin typeface="+mn-ea"/>
                <a:cs typeface="+mn-ea"/>
                <a:sym typeface="+mn-ea"/>
              </a:rPr>
              <a:t> 可移植性</a:t>
            </a:r>
            <a:endParaRPr kumimoji="0" lang="zh-CN" altLang="en-US" b="1" i="0" u="none" strike="noStrike" kern="0" cap="none" spc="0" normalizeH="0" baseline="0" noProof="0">
              <a:ln>
                <a:noFill/>
              </a:ln>
              <a:solidFill>
                <a:schemeClr val="tx1"/>
              </a:solidFill>
              <a:effectLst>
                <a:outerShdw blurRad="38100" dist="38100" dir="2700000" algn="tl">
                  <a:srgbClr val="C0C0C0"/>
                </a:outerShdw>
              </a:effectLst>
              <a:uLnTx/>
              <a:uFillTx/>
              <a:latin typeface="+mn-ea"/>
              <a:cs typeface="+mn-ea"/>
            </a:endParaRPr>
          </a:p>
          <a:p>
            <a:pPr marL="692150" marR="0" lvl="1" indent="-347980" algn="l" defTabSz="914400" rtl="0" eaLnBrk="1" fontAlgn="base" latinLnBrk="0" hangingPunct="1">
              <a:lnSpc>
                <a:spcPct val="105000"/>
              </a:lnSpc>
              <a:spcBef>
                <a:spcPct val="20000"/>
              </a:spcBef>
              <a:spcAft>
                <a:spcPct val="0"/>
              </a:spcAft>
              <a:buClr>
                <a:schemeClr val="accent2"/>
              </a:buClr>
              <a:buSzPct val="85000"/>
              <a:buFont typeface="Wingdings" panose="05000000000000000000" pitchFamily="2" charset="2"/>
              <a:buChar char="l"/>
              <a:defRPr/>
            </a:pPr>
            <a:r>
              <a:rPr lang="zh-CN" altLang="en-US" kern="0" noProof="0">
                <a:ln>
                  <a:noFill/>
                </a:ln>
                <a:effectLst>
                  <a:outerShdw blurRad="38100" dist="38100" dir="2700000" algn="tl">
                    <a:srgbClr val="C0C0C0"/>
                  </a:outerShdw>
                </a:effectLst>
                <a:uLnTx/>
                <a:uFillTx/>
                <a:latin typeface="+mn-ea"/>
                <a:cs typeface="+mn-ea"/>
                <a:sym typeface="+mn-ea"/>
              </a:rPr>
              <a:t> 可维护性</a:t>
            </a:r>
            <a:endParaRPr kumimoji="0" lang="zh-CN" altLang="en-US" b="1" i="0" u="none" strike="noStrike" kern="0" cap="none" spc="0" normalizeH="0" baseline="0" noProof="0">
              <a:ln>
                <a:noFill/>
              </a:ln>
              <a:solidFill>
                <a:schemeClr val="tx1"/>
              </a:solidFill>
              <a:effectLst>
                <a:outerShdw blurRad="38100" dist="38100" dir="2700000" algn="tl">
                  <a:srgbClr val="C0C0C0"/>
                </a:outerShdw>
              </a:effectLst>
              <a:uLnTx/>
              <a:uFillTx/>
              <a:latin typeface="+mn-ea"/>
              <a:cs typeface="+mn-ea"/>
            </a:endParaRPr>
          </a:p>
          <a:p>
            <a:pPr marL="342900" marR="0" lvl="0" indent="-342900" algn="l" defTabSz="914400" rtl="0" eaLnBrk="1" fontAlgn="base" latinLnBrk="0" hangingPunct="1">
              <a:lnSpc>
                <a:spcPct val="105000"/>
              </a:lnSpc>
              <a:spcBef>
                <a:spcPct val="15000"/>
              </a:spcBef>
              <a:spcAft>
                <a:spcPct val="0"/>
              </a:spcAft>
              <a:buClr>
                <a:schemeClr val="tx2"/>
              </a:buClr>
              <a:buSzPct val="70000"/>
              <a:buFont typeface="Wingdings" panose="05000000000000000000" pitchFamily="2" charset="2"/>
              <a:buNone/>
              <a:defRPr/>
            </a:pPr>
            <a:endParaRPr kumimoji="0" lang="zh-CN" altLang="en-US" b="1" i="0" u="none" strike="noStrike" kern="0" cap="none" spc="0" normalizeH="0" baseline="0" noProof="0">
              <a:ln>
                <a:noFill/>
              </a:ln>
              <a:solidFill>
                <a:schemeClr val="tx1"/>
              </a:solidFill>
              <a:effectLst>
                <a:outerShdw blurRad="38100" dist="38100" dir="2700000" algn="tl">
                  <a:srgbClr val="C0C0C0"/>
                </a:outerShdw>
              </a:effectLst>
              <a:uLnTx/>
              <a:uFillTx/>
              <a:latin typeface="+mn-ea"/>
              <a:cs typeface="+mn-ea"/>
              <a:sym typeface="+mn-ea"/>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宋体" panose="02010600030101010101" pitchFamily="2" charset="-122"/>
                <a:cs typeface="Times New Roman" panose="02020603050405020304" pitchFamily="18" charset="0"/>
              </a:rPr>
              <a:t>2.2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结构化设计</a:t>
            </a:r>
            <a:endPar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13316"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
        <p:nvSpPr>
          <p:cNvPr id="3" name="Rectangle 3"/>
          <p:cNvSpPr>
            <a:spLocks noGrp="1" noChangeArrowheads="1"/>
          </p:cNvSpPr>
          <p:nvPr>
            <p:ph idx="1"/>
          </p:nvPr>
        </p:nvSpPr>
        <p:spPr>
          <a:xfrm>
            <a:off x="483870" y="1467485"/>
            <a:ext cx="7772400" cy="5041900"/>
          </a:xfrm>
        </p:spPr>
        <p:txBody>
          <a:bodyPr vert="horz" wrap="square" lIns="91440" tIns="45720" rIns="91440" bIns="45720" numCol="1" anchor="t" anchorCtr="0" compatLnSpc="1">
            <a:noAutofit/>
          </a:bodyPr>
          <a:lstStyle/>
          <a:p>
            <a:pPr marL="0" marR="0" lvl="0" indent="0" algn="l" defTabSz="914400" rtl="0" eaLnBrk="1" fontAlgn="base" latinLnBrk="0" hangingPunct="1">
              <a:lnSpc>
                <a:spcPct val="105000"/>
              </a:lnSpc>
              <a:spcBef>
                <a:spcPct val="15000"/>
              </a:spcBef>
              <a:spcAft>
                <a:spcPct val="0"/>
              </a:spcAft>
              <a:buClr>
                <a:schemeClr val="tx2"/>
              </a:buClr>
              <a:buSzPct val="70000"/>
              <a:buFont typeface="Wingdings" panose="05000000000000000000" pitchFamily="2" charset="2"/>
              <a:buNone/>
              <a:defRPr/>
            </a:pPr>
            <a:r>
              <a:rPr kumimoji="0" lang="zh-CN" altLang="en-US" sz="2800" b="1" i="0" u="none" strike="noStrike" kern="0" cap="none" spc="0" normalizeH="0" baseline="0" noProof="0">
                <a:ln>
                  <a:noFill/>
                </a:ln>
                <a:solidFill>
                  <a:srgbClr val="FF0000"/>
                </a:solidFill>
                <a:effectLst>
                  <a:outerShdw blurRad="38100" dist="38100" dir="2700000" algn="tl">
                    <a:srgbClr val="C0C0C0"/>
                  </a:outerShdw>
                </a:effectLst>
                <a:uLnTx/>
                <a:uFillTx/>
                <a:latin typeface="+mn-ea"/>
                <a:cs typeface="+mn-ea"/>
              </a:rPr>
              <a:t>软件概要设计过程</a:t>
            </a:r>
            <a:endParaRPr kumimoji="0" lang="zh-CN" altLang="en-US" sz="2800" b="1" i="0" u="none" strike="noStrike" kern="0" cap="none" spc="0" normalizeH="0" baseline="0" noProof="0">
              <a:ln>
                <a:noFill/>
              </a:ln>
              <a:solidFill>
                <a:srgbClr val="FF0000"/>
              </a:solidFill>
              <a:effectLst>
                <a:outerShdw blurRad="38100" dist="38100" dir="2700000" algn="tl">
                  <a:srgbClr val="C0C0C0"/>
                </a:outerShdw>
              </a:effectLst>
              <a:uLnTx/>
              <a:uFillTx/>
              <a:latin typeface="+mn-ea"/>
              <a:cs typeface="+mn-ea"/>
            </a:endParaRPr>
          </a:p>
          <a:p>
            <a:pPr marL="342900" marR="0" lvl="0" indent="-342900" algn="l" defTabSz="914400" rtl="0" eaLnBrk="1" fontAlgn="base" latinLnBrk="0" hangingPunct="1">
              <a:lnSpc>
                <a:spcPct val="105000"/>
              </a:lnSpc>
              <a:spcBef>
                <a:spcPct val="15000"/>
              </a:spcBef>
              <a:spcAft>
                <a:spcPct val="0"/>
              </a:spcAft>
              <a:buClr>
                <a:schemeClr val="tx2"/>
              </a:buClr>
              <a:buSzPct val="70000"/>
              <a:buFont typeface="Wingdings" panose="05000000000000000000" pitchFamily="2" charset="2"/>
              <a:buNone/>
              <a:defRPr/>
            </a:pPr>
            <a:r>
              <a:rPr lang="en-US" altLang="zh-CN" u="sng" kern="0" noProof="0">
                <a:ln>
                  <a:noFill/>
                </a:ln>
                <a:solidFill>
                  <a:srgbClr val="0070C0"/>
                </a:solidFill>
                <a:effectLst>
                  <a:outerShdw blurRad="38100" dist="38100" dir="2700000" algn="tl">
                    <a:srgbClr val="C0C0C0"/>
                  </a:outerShdw>
                </a:effectLst>
                <a:uLnTx/>
                <a:uFillTx/>
                <a:latin typeface="+mn-ea"/>
                <a:cs typeface="+mn-ea"/>
                <a:sym typeface="+mn-ea"/>
              </a:rPr>
              <a:t>6. </a:t>
            </a:r>
            <a:r>
              <a:rPr lang="zh-CN" altLang="en-US" u="sng" kern="0" noProof="0">
                <a:ln>
                  <a:noFill/>
                </a:ln>
                <a:solidFill>
                  <a:srgbClr val="0070C0"/>
                </a:solidFill>
                <a:effectLst>
                  <a:outerShdw blurRad="38100" dist="38100" dir="2700000" algn="tl">
                    <a:srgbClr val="C0C0C0"/>
                  </a:outerShdw>
                </a:effectLst>
                <a:uLnTx/>
                <a:uFillTx/>
                <a:latin typeface="+mn-ea"/>
                <a:cs typeface="+mn-ea"/>
                <a:sym typeface="+mn-ea"/>
              </a:rPr>
              <a:t>编写概要设计阶段的文档</a:t>
            </a:r>
            <a:endParaRPr kumimoji="0" lang="zh-CN" altLang="en-US" b="1" i="0" u="sng" strike="noStrike" kern="0" cap="none" spc="0" normalizeH="0" baseline="0" noProof="0">
              <a:ln>
                <a:noFill/>
              </a:ln>
              <a:solidFill>
                <a:srgbClr val="0070C0"/>
              </a:solidFill>
              <a:effectLst>
                <a:outerShdw blurRad="38100" dist="38100" dir="2700000" algn="tl">
                  <a:srgbClr val="C0C0C0"/>
                </a:outerShdw>
              </a:effectLst>
              <a:uLnTx/>
              <a:uFillTx/>
              <a:latin typeface="+mn-ea"/>
              <a:cs typeface="+mn-ea"/>
            </a:endParaRPr>
          </a:p>
          <a:p>
            <a:pPr marL="342900" marR="0" lvl="0" indent="-342900" algn="l" defTabSz="914400" rtl="0" eaLnBrk="1" fontAlgn="base" latinLnBrk="0" hangingPunct="1">
              <a:lnSpc>
                <a:spcPct val="105000"/>
              </a:lnSpc>
              <a:spcBef>
                <a:spcPct val="15000"/>
              </a:spcBef>
              <a:spcAft>
                <a:spcPct val="0"/>
              </a:spcAft>
              <a:buClr>
                <a:schemeClr val="tx2"/>
              </a:buClr>
              <a:buSzPct val="70000"/>
              <a:buFont typeface="Wingdings" panose="05000000000000000000" pitchFamily="2" charset="2"/>
              <a:buNone/>
              <a:defRPr/>
            </a:pPr>
            <a:endParaRPr kumimoji="0" lang="zh-CN" altLang="en-US" b="1" i="0" u="none" strike="noStrike" kern="0" cap="none" spc="0" normalizeH="0" baseline="0" noProof="0">
              <a:ln>
                <a:noFill/>
              </a:ln>
              <a:solidFill>
                <a:srgbClr val="FF3300"/>
              </a:solidFill>
              <a:effectLst>
                <a:outerShdw blurRad="38100" dist="38100" dir="2700000" algn="tl">
                  <a:srgbClr val="C0C0C0"/>
                </a:outerShdw>
              </a:effectLst>
              <a:uLnTx/>
              <a:uFillTx/>
              <a:latin typeface="+mn-ea"/>
              <a:cs typeface="+mn-ea"/>
            </a:endParaRPr>
          </a:p>
          <a:p>
            <a:pPr marL="342900" marR="0" lvl="0" indent="-342900" algn="l" defTabSz="914400" rtl="0" eaLnBrk="1" fontAlgn="base" latinLnBrk="0" hangingPunct="1">
              <a:lnSpc>
                <a:spcPct val="105000"/>
              </a:lnSpc>
              <a:spcBef>
                <a:spcPct val="15000"/>
              </a:spcBef>
              <a:spcAft>
                <a:spcPct val="0"/>
              </a:spcAft>
              <a:buClr>
                <a:srgbClr val="990099"/>
              </a:buClr>
              <a:buSzPct val="70000"/>
              <a:buFont typeface="Wingdings" panose="05000000000000000000" pitchFamily="2" charset="2"/>
              <a:buChar char="l"/>
              <a:defRPr/>
            </a:pPr>
            <a:r>
              <a:rPr lang="zh-CN" altLang="en-US" kern="0" noProof="0">
                <a:ln>
                  <a:noFill/>
                </a:ln>
                <a:effectLst/>
                <a:uLnTx/>
                <a:uFillTx/>
                <a:latin typeface="+mn-ea"/>
                <a:cs typeface="+mn-ea"/>
                <a:sym typeface="+mn-ea"/>
              </a:rPr>
              <a:t>概要设计阶段完成时应编写以下文档：</a:t>
            </a:r>
            <a:endParaRPr kumimoji="0" lang="zh-CN" altLang="en-US" b="1" i="0" u="none" strike="noStrike" kern="0" cap="none" spc="0" normalizeH="0" baseline="0" noProof="0">
              <a:ln>
                <a:noFill/>
              </a:ln>
              <a:solidFill>
                <a:schemeClr val="tx1"/>
              </a:solidFill>
              <a:effectLst/>
              <a:uLnTx/>
              <a:uFillTx/>
              <a:latin typeface="+mn-ea"/>
              <a:cs typeface="+mn-ea"/>
            </a:endParaRPr>
          </a:p>
          <a:p>
            <a:pPr marL="742950" marR="0" lvl="1" indent="-285750" algn="l" defTabSz="914400" rtl="0" eaLnBrk="1" fontAlgn="base" latinLnBrk="0" hangingPunct="1">
              <a:lnSpc>
                <a:spcPct val="105000"/>
              </a:lnSpc>
              <a:spcBef>
                <a:spcPct val="15000"/>
              </a:spcBef>
              <a:spcAft>
                <a:spcPct val="0"/>
              </a:spcAft>
              <a:buClr>
                <a:schemeClr val="accent2"/>
              </a:buClr>
              <a:buSzPct val="85000"/>
              <a:buFont typeface="Wingdings" panose="05000000000000000000" pitchFamily="2" charset="2"/>
              <a:buChar char="l"/>
              <a:defRPr/>
            </a:pPr>
            <a:r>
              <a:rPr lang="zh-CN" altLang="en-US" kern="0" noProof="0">
                <a:ln>
                  <a:noFill/>
                </a:ln>
                <a:effectLst/>
                <a:uLnTx/>
                <a:uFillTx/>
                <a:latin typeface="+mn-ea"/>
                <a:cs typeface="+mn-ea"/>
                <a:sym typeface="+mn-ea"/>
              </a:rPr>
              <a:t> 概要设计说明书</a:t>
            </a:r>
            <a:endParaRPr kumimoji="0" lang="zh-CN" altLang="en-US" b="1" i="0" u="none" strike="noStrike" kern="0" cap="none" spc="0" normalizeH="0" baseline="0" noProof="0">
              <a:ln>
                <a:noFill/>
              </a:ln>
              <a:solidFill>
                <a:schemeClr val="tx1"/>
              </a:solidFill>
              <a:effectLst/>
              <a:uLnTx/>
              <a:uFillTx/>
              <a:latin typeface="+mn-ea"/>
              <a:cs typeface="+mn-ea"/>
            </a:endParaRPr>
          </a:p>
          <a:p>
            <a:pPr marL="742950" marR="0" lvl="1" indent="-285750" algn="l" defTabSz="914400" rtl="0" eaLnBrk="1" fontAlgn="base" latinLnBrk="0" hangingPunct="1">
              <a:lnSpc>
                <a:spcPct val="105000"/>
              </a:lnSpc>
              <a:spcBef>
                <a:spcPct val="15000"/>
              </a:spcBef>
              <a:spcAft>
                <a:spcPct val="0"/>
              </a:spcAft>
              <a:buClr>
                <a:schemeClr val="accent2"/>
              </a:buClr>
              <a:buSzPct val="85000"/>
              <a:buFont typeface="Wingdings" panose="05000000000000000000" pitchFamily="2" charset="2"/>
              <a:buChar char="l"/>
              <a:defRPr/>
            </a:pPr>
            <a:r>
              <a:rPr lang="zh-CN" altLang="en-US" kern="0" noProof="0">
                <a:ln>
                  <a:noFill/>
                </a:ln>
                <a:effectLst/>
                <a:uLnTx/>
                <a:uFillTx/>
                <a:latin typeface="+mn-ea"/>
                <a:cs typeface="+mn-ea"/>
                <a:sym typeface="+mn-ea"/>
              </a:rPr>
              <a:t> 数据库设计说明书</a:t>
            </a:r>
            <a:endParaRPr kumimoji="0" lang="zh-CN" altLang="en-US" b="1" i="0" u="none" strike="noStrike" kern="0" cap="none" spc="0" normalizeH="0" baseline="0" noProof="0">
              <a:ln>
                <a:noFill/>
              </a:ln>
              <a:solidFill>
                <a:schemeClr val="tx1"/>
              </a:solidFill>
              <a:effectLst/>
              <a:uLnTx/>
              <a:uFillTx/>
              <a:latin typeface="+mn-ea"/>
              <a:cs typeface="+mn-ea"/>
            </a:endParaRPr>
          </a:p>
          <a:p>
            <a:pPr marL="742950" marR="0" lvl="1" indent="-285750" algn="l" defTabSz="914400" rtl="0" eaLnBrk="1" fontAlgn="base" latinLnBrk="0" hangingPunct="1">
              <a:lnSpc>
                <a:spcPct val="105000"/>
              </a:lnSpc>
              <a:spcBef>
                <a:spcPct val="15000"/>
              </a:spcBef>
              <a:spcAft>
                <a:spcPct val="0"/>
              </a:spcAft>
              <a:buClr>
                <a:schemeClr val="accent2"/>
              </a:buClr>
              <a:buSzPct val="85000"/>
              <a:buFont typeface="Wingdings" panose="05000000000000000000" pitchFamily="2" charset="2"/>
              <a:buChar char="l"/>
              <a:defRPr/>
            </a:pPr>
            <a:r>
              <a:rPr lang="zh-CN" altLang="en-US" kern="0" noProof="0">
                <a:ln>
                  <a:noFill/>
                </a:ln>
                <a:effectLst/>
                <a:uLnTx/>
                <a:uFillTx/>
                <a:latin typeface="+mn-ea"/>
                <a:cs typeface="+mn-ea"/>
                <a:sym typeface="+mn-ea"/>
              </a:rPr>
              <a:t> 用户手册</a:t>
            </a:r>
            <a:endParaRPr kumimoji="0" lang="zh-CN" altLang="en-US" b="1" i="0" u="none" strike="noStrike" kern="0" cap="none" spc="0" normalizeH="0" baseline="0" noProof="0">
              <a:ln>
                <a:noFill/>
              </a:ln>
              <a:solidFill>
                <a:schemeClr val="tx1"/>
              </a:solidFill>
              <a:effectLst/>
              <a:uLnTx/>
              <a:uFillTx/>
              <a:latin typeface="+mn-ea"/>
              <a:cs typeface="+mn-ea"/>
            </a:endParaRPr>
          </a:p>
          <a:p>
            <a:pPr marL="742950" marR="0" lvl="1" indent="-285750" algn="l" defTabSz="914400" rtl="0" eaLnBrk="1" fontAlgn="base" latinLnBrk="0" hangingPunct="1">
              <a:lnSpc>
                <a:spcPct val="105000"/>
              </a:lnSpc>
              <a:spcBef>
                <a:spcPct val="15000"/>
              </a:spcBef>
              <a:spcAft>
                <a:spcPct val="0"/>
              </a:spcAft>
              <a:buClr>
                <a:schemeClr val="accent2"/>
              </a:buClr>
              <a:buSzPct val="85000"/>
              <a:buFont typeface="Wingdings" panose="05000000000000000000" pitchFamily="2" charset="2"/>
              <a:buChar char="l"/>
              <a:defRPr/>
            </a:pPr>
            <a:r>
              <a:rPr lang="zh-CN" altLang="en-US" kern="0" noProof="0">
                <a:ln>
                  <a:noFill/>
                </a:ln>
                <a:effectLst/>
                <a:uLnTx/>
                <a:uFillTx/>
                <a:latin typeface="+mn-ea"/>
                <a:cs typeface="+mn-ea"/>
                <a:sym typeface="+mn-ea"/>
              </a:rPr>
              <a:t> 集成测试计划</a:t>
            </a:r>
            <a:endParaRPr kumimoji="0" lang="zh-CN" altLang="en-US" b="1" i="0" u="none" strike="noStrike" kern="0" cap="none" spc="0" normalizeH="0" baseline="0" noProof="0">
              <a:ln>
                <a:noFill/>
              </a:ln>
              <a:solidFill>
                <a:schemeClr val="tx1"/>
              </a:solidFill>
              <a:effectLst/>
              <a:uLnTx/>
              <a:uFillTx/>
              <a:latin typeface="+mn-ea"/>
              <a:cs typeface="+mn-ea"/>
            </a:endParaRPr>
          </a:p>
          <a:p>
            <a:pPr marL="342900" marR="0" lvl="0" indent="-342900" algn="l" defTabSz="914400" rtl="0" eaLnBrk="1" fontAlgn="base" latinLnBrk="0" hangingPunct="1">
              <a:lnSpc>
                <a:spcPct val="105000"/>
              </a:lnSpc>
              <a:spcBef>
                <a:spcPct val="15000"/>
              </a:spcBef>
              <a:spcAft>
                <a:spcPct val="0"/>
              </a:spcAft>
              <a:buClr>
                <a:schemeClr val="tx2"/>
              </a:buClr>
              <a:buSzPct val="70000"/>
              <a:buFont typeface="Wingdings" panose="05000000000000000000" pitchFamily="2" charset="2"/>
              <a:buNone/>
              <a:defRPr/>
            </a:pPr>
            <a:endParaRPr kumimoji="0" lang="zh-CN" altLang="en-US" b="1" i="0" u="none" strike="noStrike" kern="0" cap="none" spc="0" normalizeH="0" baseline="0" noProof="0">
              <a:ln>
                <a:noFill/>
              </a:ln>
              <a:solidFill>
                <a:schemeClr val="tx1"/>
              </a:solidFill>
              <a:effectLst>
                <a:outerShdw blurRad="38100" dist="38100" dir="2700000" algn="tl">
                  <a:srgbClr val="C0C0C0"/>
                </a:outerShdw>
              </a:effectLst>
              <a:uLnTx/>
              <a:uFillTx/>
              <a:latin typeface="+mn-ea"/>
              <a:cs typeface="+mn-ea"/>
              <a:sym typeface="+mn-ea"/>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宋体" panose="02010600030101010101" pitchFamily="2" charset="-122"/>
                <a:cs typeface="Times New Roman" panose="02020603050405020304" pitchFamily="18" charset="0"/>
              </a:rPr>
              <a:t>2.2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结构化设计</a:t>
            </a:r>
            <a:endPar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13316"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
        <p:nvSpPr>
          <p:cNvPr id="3" name="Rectangle 3"/>
          <p:cNvSpPr>
            <a:spLocks noGrp="1" noChangeArrowheads="1"/>
          </p:cNvSpPr>
          <p:nvPr>
            <p:ph idx="1"/>
          </p:nvPr>
        </p:nvSpPr>
        <p:spPr>
          <a:xfrm>
            <a:off x="483870" y="1467485"/>
            <a:ext cx="7772400" cy="5041900"/>
          </a:xfrm>
        </p:spPr>
        <p:txBody>
          <a:bodyPr vert="horz" wrap="square" lIns="91440" tIns="45720" rIns="91440" bIns="45720" numCol="1" anchor="t" anchorCtr="0" compatLnSpc="1">
            <a:noAutofit/>
          </a:bodyPr>
          <a:lstStyle/>
          <a:p>
            <a:pPr marL="0" marR="0" lvl="0" indent="0" algn="l" defTabSz="914400" rtl="0" eaLnBrk="1" fontAlgn="base" latinLnBrk="0" hangingPunct="1">
              <a:lnSpc>
                <a:spcPct val="105000"/>
              </a:lnSpc>
              <a:spcBef>
                <a:spcPct val="15000"/>
              </a:spcBef>
              <a:spcAft>
                <a:spcPct val="0"/>
              </a:spcAft>
              <a:buClr>
                <a:schemeClr val="tx2"/>
              </a:buClr>
              <a:buSzPct val="70000"/>
              <a:buFont typeface="Wingdings" panose="05000000000000000000" pitchFamily="2" charset="2"/>
              <a:buNone/>
              <a:defRPr/>
            </a:pPr>
            <a:r>
              <a:rPr kumimoji="0" lang="zh-CN" altLang="en-US" sz="2800" b="1" i="0" u="none" strike="noStrike" kern="0" cap="none" spc="0" normalizeH="0" baseline="0" noProof="0" dirty="0">
                <a:ln>
                  <a:noFill/>
                </a:ln>
                <a:solidFill>
                  <a:srgbClr val="FF0000"/>
                </a:solidFill>
                <a:effectLst>
                  <a:outerShdw blurRad="38100" dist="38100" dir="2700000" algn="tl">
                    <a:srgbClr val="C0C0C0"/>
                  </a:outerShdw>
                </a:effectLst>
                <a:uLnTx/>
                <a:uFillTx/>
                <a:latin typeface="+mn-ea"/>
                <a:cs typeface="+mn-ea"/>
              </a:rPr>
              <a:t>软件概要设计过程</a:t>
            </a:r>
            <a:endParaRPr kumimoji="0" lang="zh-CN" altLang="en-US" sz="2800" b="1" i="0" u="none" strike="noStrike" kern="0" cap="none" spc="0" normalizeH="0" baseline="0" noProof="0" dirty="0">
              <a:ln>
                <a:noFill/>
              </a:ln>
              <a:solidFill>
                <a:srgbClr val="FF0000"/>
              </a:solidFill>
              <a:effectLst>
                <a:outerShdw blurRad="38100" dist="38100" dir="2700000" algn="tl">
                  <a:srgbClr val="C0C0C0"/>
                </a:outerShdw>
              </a:effectLst>
              <a:uLnTx/>
              <a:uFillTx/>
              <a:latin typeface="+mn-ea"/>
              <a:cs typeface="+mn-ea"/>
            </a:endParaRPr>
          </a:p>
          <a:p>
            <a:pPr marL="342900" marR="0" lvl="0" indent="-342900" algn="l" defTabSz="914400" rtl="0" eaLnBrk="1" fontAlgn="base" latinLnBrk="0" hangingPunct="1">
              <a:lnSpc>
                <a:spcPct val="105000"/>
              </a:lnSpc>
              <a:spcBef>
                <a:spcPct val="15000"/>
              </a:spcBef>
              <a:spcAft>
                <a:spcPct val="0"/>
              </a:spcAft>
              <a:buClr>
                <a:srgbClr val="990099"/>
              </a:buClr>
              <a:buSzPct val="85000"/>
              <a:buFont typeface="Wingdings" panose="05000000000000000000" pitchFamily="2" charset="2"/>
              <a:buNone/>
              <a:defRPr/>
            </a:pPr>
            <a:r>
              <a:rPr lang="en-US" altLang="zh-CN" u="sng" kern="0" noProof="0" dirty="0">
                <a:ln>
                  <a:noFill/>
                </a:ln>
                <a:solidFill>
                  <a:srgbClr val="0070C0"/>
                </a:solidFill>
                <a:effectLst>
                  <a:outerShdw blurRad="38100" dist="38100" dir="2700000" algn="tl">
                    <a:srgbClr val="C0C0C0"/>
                  </a:outerShdw>
                </a:effectLst>
                <a:uLnTx/>
                <a:uFillTx/>
                <a:latin typeface="+mn-ea"/>
                <a:cs typeface="+mn-ea"/>
                <a:sym typeface="+mn-ea"/>
              </a:rPr>
              <a:t>7.</a:t>
            </a:r>
            <a:r>
              <a:rPr lang="zh-CN" altLang="en-US" u="sng" kern="0" noProof="0" dirty="0">
                <a:ln>
                  <a:noFill/>
                </a:ln>
                <a:solidFill>
                  <a:srgbClr val="0070C0"/>
                </a:solidFill>
                <a:effectLst>
                  <a:outerShdw blurRad="38100" dist="38100" dir="2700000" algn="tl">
                    <a:srgbClr val="C0C0C0"/>
                  </a:outerShdw>
                </a:effectLst>
                <a:uLnTx/>
                <a:uFillTx/>
                <a:latin typeface="+mn-ea"/>
                <a:cs typeface="+mn-ea"/>
                <a:sym typeface="+mn-ea"/>
              </a:rPr>
              <a:t>概要设计评审</a:t>
            </a:r>
            <a:endParaRPr kumimoji="0" lang="zh-CN" altLang="en-US" b="1" i="0" u="sng" strike="noStrike" kern="0" cap="none" spc="0" normalizeH="0" baseline="0" noProof="0" dirty="0">
              <a:ln>
                <a:noFill/>
              </a:ln>
              <a:solidFill>
                <a:srgbClr val="0070C0"/>
              </a:solidFill>
              <a:effectLst>
                <a:outerShdw blurRad="38100" dist="38100" dir="2700000" algn="tl">
                  <a:srgbClr val="C0C0C0"/>
                </a:outerShdw>
              </a:effectLst>
              <a:uLnTx/>
              <a:uFillTx/>
              <a:latin typeface="+mn-ea"/>
              <a:cs typeface="+mn-ea"/>
            </a:endParaRPr>
          </a:p>
          <a:p>
            <a:pPr marL="342900" marR="0" lvl="0" indent="-342900" algn="l" defTabSz="914400" rtl="0" eaLnBrk="1" fontAlgn="base" latinLnBrk="0" hangingPunct="1">
              <a:lnSpc>
                <a:spcPct val="105000"/>
              </a:lnSpc>
              <a:spcBef>
                <a:spcPct val="15000"/>
              </a:spcBef>
              <a:spcAft>
                <a:spcPct val="0"/>
              </a:spcAft>
              <a:buClr>
                <a:srgbClr val="990099"/>
              </a:buClr>
              <a:buSzPct val="85000"/>
              <a:buFont typeface="Wingdings" panose="05000000000000000000" pitchFamily="2" charset="2"/>
              <a:buNone/>
              <a:defRPr/>
            </a:pPr>
            <a:endParaRPr kumimoji="0" lang="zh-CN" altLang="en-US" b="1" i="0" u="none" strike="noStrike" kern="0" cap="none" spc="0" normalizeH="0" baseline="0" noProof="0" dirty="0">
              <a:ln>
                <a:noFill/>
              </a:ln>
              <a:solidFill>
                <a:srgbClr val="FF0000"/>
              </a:solidFill>
              <a:effectLst>
                <a:outerShdw blurRad="38100" dist="38100" dir="2700000" algn="tl">
                  <a:srgbClr val="C0C0C0"/>
                </a:outerShdw>
              </a:effectLst>
              <a:uLnTx/>
              <a:uFillTx/>
              <a:latin typeface="+mn-ea"/>
              <a:cs typeface="+mn-ea"/>
            </a:endParaRPr>
          </a:p>
          <a:p>
            <a:pPr marL="342900" marR="0" lvl="0" indent="-342900" algn="l" defTabSz="914400" rtl="0" eaLnBrk="1" fontAlgn="base" latinLnBrk="0" hangingPunct="1">
              <a:lnSpc>
                <a:spcPct val="105000"/>
              </a:lnSpc>
              <a:spcBef>
                <a:spcPct val="15000"/>
              </a:spcBef>
              <a:spcAft>
                <a:spcPct val="0"/>
              </a:spcAft>
              <a:buClr>
                <a:srgbClr val="990099"/>
              </a:buClr>
              <a:buSzPct val="70000"/>
              <a:buFont typeface="Wingdings" panose="05000000000000000000" pitchFamily="2" charset="2"/>
              <a:buChar char="l"/>
              <a:defRPr/>
            </a:pPr>
            <a:r>
              <a:rPr lang="zh-CN" altLang="en-US" u="sng" kern="0" noProof="0" dirty="0">
                <a:ln>
                  <a:noFill/>
                </a:ln>
                <a:solidFill>
                  <a:srgbClr val="FF0000"/>
                </a:solidFill>
                <a:effectLst>
                  <a:outerShdw blurRad="38100" dist="38100" dir="2700000" algn="tl">
                    <a:srgbClr val="C0C0C0"/>
                  </a:outerShdw>
                </a:effectLst>
                <a:uLnTx/>
                <a:uFillTx/>
                <a:latin typeface="+mn-ea"/>
                <a:cs typeface="+mn-ea"/>
                <a:sym typeface="+mn-ea"/>
              </a:rPr>
              <a:t>可追溯性</a:t>
            </a:r>
            <a:r>
              <a:rPr lang="zh-CN" altLang="en-US" kern="0" noProof="0" dirty="0">
                <a:ln>
                  <a:noFill/>
                </a:ln>
                <a:effectLst>
                  <a:outerShdw blurRad="38100" dist="38100" dir="2700000" algn="tl">
                    <a:srgbClr val="C0C0C0"/>
                  </a:outerShdw>
                </a:effectLst>
                <a:uLnTx/>
                <a:uFillTx/>
                <a:latin typeface="+mn-ea"/>
                <a:cs typeface="+mn-ea"/>
                <a:sym typeface="+mn-ea"/>
              </a:rPr>
              <a:t>：确认该设计是否复盖了所有已确定的软件需求，软件每一成份是否可追溯到某一项需求</a:t>
            </a:r>
            <a:r>
              <a:rPr lang="en-US" altLang="zh-CN" kern="0" noProof="0" dirty="0">
                <a:ln>
                  <a:noFill/>
                </a:ln>
                <a:effectLst>
                  <a:outerShdw blurRad="38100" dist="38100" dir="2700000" algn="tl">
                    <a:srgbClr val="C0C0C0"/>
                  </a:outerShdw>
                </a:effectLst>
                <a:uLnTx/>
                <a:uFillTx/>
                <a:latin typeface="+mn-ea"/>
                <a:cs typeface="+mn-ea"/>
                <a:sym typeface="+mn-ea"/>
              </a:rPr>
              <a:t>;</a:t>
            </a:r>
            <a:endParaRPr kumimoji="0" lang="en-US" altLang="zh-CN" b="0" i="0" u="none" strike="noStrike" kern="0" cap="none" spc="0" normalizeH="0" baseline="0" noProof="0" dirty="0">
              <a:ln>
                <a:noFill/>
              </a:ln>
              <a:solidFill>
                <a:schemeClr val="tx1"/>
              </a:solidFill>
              <a:effectLst>
                <a:outerShdw blurRad="38100" dist="38100" dir="2700000" algn="tl">
                  <a:srgbClr val="C0C0C0"/>
                </a:outerShdw>
              </a:effectLst>
              <a:uLnTx/>
              <a:uFillTx/>
              <a:latin typeface="+mn-ea"/>
              <a:cs typeface="+mn-ea"/>
            </a:endParaRPr>
          </a:p>
          <a:p>
            <a:pPr marL="342900" marR="0" lvl="0" indent="-342900" algn="l" defTabSz="914400" rtl="0" eaLnBrk="1" fontAlgn="base" latinLnBrk="0" hangingPunct="1">
              <a:lnSpc>
                <a:spcPct val="105000"/>
              </a:lnSpc>
              <a:spcBef>
                <a:spcPct val="15000"/>
              </a:spcBef>
              <a:spcAft>
                <a:spcPct val="0"/>
              </a:spcAft>
              <a:buClr>
                <a:srgbClr val="990099"/>
              </a:buClr>
              <a:buSzPct val="70000"/>
              <a:buFont typeface="Wingdings" panose="05000000000000000000" pitchFamily="2" charset="2"/>
              <a:buChar char="l"/>
              <a:defRPr/>
            </a:pPr>
            <a:r>
              <a:rPr lang="zh-CN" altLang="en-US" u="sng" kern="0" noProof="0" dirty="0">
                <a:ln>
                  <a:noFill/>
                </a:ln>
                <a:solidFill>
                  <a:srgbClr val="FF0000"/>
                </a:solidFill>
                <a:effectLst>
                  <a:outerShdw blurRad="38100" dist="38100" dir="2700000" algn="tl">
                    <a:srgbClr val="C0C0C0"/>
                  </a:outerShdw>
                </a:effectLst>
                <a:uLnTx/>
                <a:uFillTx/>
                <a:latin typeface="+mn-ea"/>
                <a:cs typeface="+mn-ea"/>
                <a:sym typeface="+mn-ea"/>
              </a:rPr>
              <a:t>接口</a:t>
            </a:r>
            <a:r>
              <a:rPr lang="zh-CN" altLang="en-US" kern="0" noProof="0" dirty="0">
                <a:ln>
                  <a:noFill/>
                </a:ln>
                <a:effectLst>
                  <a:outerShdw blurRad="38100" dist="38100" dir="2700000" algn="tl">
                    <a:srgbClr val="C0C0C0"/>
                  </a:outerShdw>
                </a:effectLst>
                <a:uLnTx/>
                <a:uFillTx/>
                <a:latin typeface="+mn-ea"/>
                <a:cs typeface="+mn-ea"/>
                <a:sym typeface="+mn-ea"/>
              </a:rPr>
              <a:t>：确认该软件的内部接口与外部接口是否已经明确定义。模块是否满足</a:t>
            </a:r>
            <a:r>
              <a:rPr lang="zh-CN" altLang="en-US" kern="0" noProof="0" dirty="0">
                <a:ln>
                  <a:noFill/>
                </a:ln>
                <a:solidFill>
                  <a:schemeClr val="accent2"/>
                </a:solidFill>
                <a:effectLst>
                  <a:outerShdw blurRad="38100" dist="38100" dir="2700000" algn="tl">
                    <a:srgbClr val="C0C0C0"/>
                  </a:outerShdw>
                </a:effectLst>
                <a:uLnTx/>
                <a:uFillTx/>
                <a:latin typeface="+mn-ea"/>
                <a:cs typeface="+mn-ea"/>
                <a:sym typeface="+mn-ea"/>
              </a:rPr>
              <a:t>高内聚和低耦合</a:t>
            </a:r>
            <a:r>
              <a:rPr lang="zh-CN" altLang="en-US" kern="0" noProof="0" dirty="0">
                <a:ln>
                  <a:noFill/>
                </a:ln>
                <a:effectLst>
                  <a:outerShdw blurRad="38100" dist="38100" dir="2700000" algn="tl">
                    <a:srgbClr val="C0C0C0"/>
                  </a:outerShdw>
                </a:effectLst>
                <a:uLnTx/>
                <a:uFillTx/>
                <a:latin typeface="+mn-ea"/>
                <a:cs typeface="+mn-ea"/>
                <a:sym typeface="+mn-ea"/>
              </a:rPr>
              <a:t>的要求。模块作用范围是否在其控制范围之内</a:t>
            </a:r>
            <a:r>
              <a:rPr lang="en-US" altLang="zh-CN" kern="0" noProof="0" dirty="0">
                <a:ln>
                  <a:noFill/>
                </a:ln>
                <a:effectLst>
                  <a:outerShdw blurRad="38100" dist="38100" dir="2700000" algn="tl">
                    <a:srgbClr val="C0C0C0"/>
                  </a:outerShdw>
                </a:effectLst>
                <a:uLnTx/>
                <a:uFillTx/>
                <a:latin typeface="+mn-ea"/>
                <a:cs typeface="+mn-ea"/>
                <a:sym typeface="+mn-ea"/>
              </a:rPr>
              <a:t>;</a:t>
            </a:r>
            <a:endParaRPr kumimoji="0" lang="en-US" altLang="zh-CN" b="1" i="0" u="none" strike="noStrike" kern="0" cap="none" spc="0" normalizeH="0" baseline="0" noProof="0" dirty="0">
              <a:ln>
                <a:noFill/>
              </a:ln>
              <a:solidFill>
                <a:schemeClr val="tx1"/>
              </a:solidFill>
              <a:effectLst>
                <a:outerShdw blurRad="38100" dist="38100" dir="2700000" algn="tl">
                  <a:srgbClr val="C0C0C0"/>
                </a:outerShdw>
              </a:effectLst>
              <a:uLnTx/>
              <a:uFillTx/>
              <a:latin typeface="+mn-ea"/>
              <a:cs typeface="+mn-ea"/>
            </a:endParaRPr>
          </a:p>
          <a:p>
            <a:pPr marL="342900" marR="0" lvl="0" indent="-342900" algn="l" defTabSz="914400" rtl="0" eaLnBrk="1" fontAlgn="base" latinLnBrk="0" hangingPunct="1">
              <a:lnSpc>
                <a:spcPct val="105000"/>
              </a:lnSpc>
              <a:spcBef>
                <a:spcPct val="15000"/>
              </a:spcBef>
              <a:spcAft>
                <a:spcPct val="0"/>
              </a:spcAft>
              <a:buClr>
                <a:srgbClr val="990099"/>
              </a:buClr>
              <a:buSzPct val="70000"/>
              <a:buFont typeface="Wingdings" panose="05000000000000000000" pitchFamily="2" charset="2"/>
              <a:buChar char="l"/>
              <a:defRPr/>
            </a:pPr>
            <a:r>
              <a:rPr lang="zh-CN" altLang="en-US" u="sng" kern="0" noProof="0" dirty="0">
                <a:ln>
                  <a:noFill/>
                </a:ln>
                <a:solidFill>
                  <a:srgbClr val="FF0000"/>
                </a:solidFill>
                <a:effectLst>
                  <a:outerShdw blurRad="38100" dist="38100" dir="2700000" algn="tl">
                    <a:srgbClr val="C0C0C0"/>
                  </a:outerShdw>
                </a:effectLst>
                <a:uLnTx/>
                <a:uFillTx/>
                <a:latin typeface="+mn-ea"/>
                <a:cs typeface="+mn-ea"/>
                <a:sym typeface="+mn-ea"/>
              </a:rPr>
              <a:t>风险</a:t>
            </a:r>
            <a:r>
              <a:rPr lang="zh-CN" altLang="en-US" kern="0" noProof="0" dirty="0">
                <a:ln>
                  <a:noFill/>
                </a:ln>
                <a:effectLst>
                  <a:outerShdw blurRad="38100" dist="38100" dir="2700000" algn="tl">
                    <a:srgbClr val="C0C0C0"/>
                  </a:outerShdw>
                </a:effectLst>
                <a:uLnTx/>
                <a:uFillTx/>
                <a:latin typeface="+mn-ea"/>
                <a:cs typeface="+mn-ea"/>
                <a:sym typeface="+mn-ea"/>
              </a:rPr>
              <a:t>：确认该设计在现有技术条件下和预算范围内是否能按时实现</a:t>
            </a:r>
            <a:r>
              <a:rPr lang="en-US" altLang="zh-CN" kern="0" noProof="0" dirty="0">
                <a:ln>
                  <a:noFill/>
                </a:ln>
                <a:effectLst>
                  <a:outerShdw blurRad="38100" dist="38100" dir="2700000" algn="tl">
                    <a:srgbClr val="C0C0C0"/>
                  </a:outerShdw>
                </a:effectLst>
                <a:uLnTx/>
                <a:uFillTx/>
                <a:latin typeface="+mn-ea"/>
                <a:cs typeface="+mn-ea"/>
                <a:sym typeface="+mn-ea"/>
              </a:rPr>
              <a:t>;</a:t>
            </a:r>
            <a:endParaRPr kumimoji="0" lang="en-US" altLang="zh-CN" b="1" i="0" u="none" strike="noStrike" kern="0" cap="none" spc="0" normalizeH="0" baseline="0" noProof="0" dirty="0">
              <a:ln>
                <a:noFill/>
              </a:ln>
              <a:solidFill>
                <a:schemeClr val="tx1"/>
              </a:solidFill>
              <a:effectLst>
                <a:outerShdw blurRad="38100" dist="38100" dir="2700000" algn="tl">
                  <a:srgbClr val="C0C0C0"/>
                </a:outerShdw>
              </a:effectLst>
              <a:uLnTx/>
              <a:uFillTx/>
              <a:latin typeface="+mn-ea"/>
              <a:cs typeface="+mn-ea"/>
            </a:endParaRPr>
          </a:p>
          <a:p>
            <a:pPr marL="342900" marR="0" lvl="0" indent="-342900" algn="l" defTabSz="914400" rtl="0" eaLnBrk="1" fontAlgn="base" latinLnBrk="0" hangingPunct="1">
              <a:lnSpc>
                <a:spcPct val="105000"/>
              </a:lnSpc>
              <a:spcBef>
                <a:spcPct val="15000"/>
              </a:spcBef>
              <a:spcAft>
                <a:spcPct val="0"/>
              </a:spcAft>
              <a:buClr>
                <a:schemeClr val="tx2"/>
              </a:buClr>
              <a:buSzPct val="70000"/>
              <a:buFont typeface="Wingdings" panose="05000000000000000000" pitchFamily="2" charset="2"/>
              <a:buNone/>
              <a:defRPr/>
            </a:pPr>
            <a:endParaRPr kumimoji="0" lang="zh-CN" altLang="en-US" b="1" i="0" u="none" strike="noStrike" kern="0" cap="none" spc="0" normalizeH="0" baseline="0" noProof="0" dirty="0">
              <a:ln>
                <a:noFill/>
              </a:ln>
              <a:solidFill>
                <a:schemeClr val="tx1"/>
              </a:solidFill>
              <a:effectLst>
                <a:outerShdw blurRad="38100" dist="38100" dir="2700000" algn="tl">
                  <a:srgbClr val="C0C0C0"/>
                </a:outerShdw>
              </a:effectLst>
              <a:uLnTx/>
              <a:uFillTx/>
              <a:latin typeface="+mn-ea"/>
              <a:cs typeface="+mn-ea"/>
              <a:sym typeface="+mn-ea"/>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宋体" panose="02010600030101010101" pitchFamily="2" charset="-122"/>
                <a:cs typeface="Times New Roman" panose="02020603050405020304" pitchFamily="18" charset="0"/>
              </a:rPr>
              <a:t>2.2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结构化设计</a:t>
            </a:r>
            <a:endPar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13316"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
        <p:nvSpPr>
          <p:cNvPr id="3" name="Rectangle 3"/>
          <p:cNvSpPr>
            <a:spLocks noGrp="1" noChangeArrowheads="1"/>
          </p:cNvSpPr>
          <p:nvPr>
            <p:ph idx="1"/>
          </p:nvPr>
        </p:nvSpPr>
        <p:spPr>
          <a:xfrm>
            <a:off x="483870" y="1467485"/>
            <a:ext cx="7772400" cy="5041900"/>
          </a:xfrm>
        </p:spPr>
        <p:txBody>
          <a:bodyPr vert="horz" wrap="square" lIns="91440" tIns="45720" rIns="91440" bIns="45720" numCol="1" anchor="t" anchorCtr="0" compatLnSpc="1">
            <a:noAutofit/>
          </a:bodyPr>
          <a:lstStyle/>
          <a:p>
            <a:pPr marL="0" marR="0" lvl="0" indent="0" algn="l" defTabSz="914400" rtl="0" eaLnBrk="1" fontAlgn="base" latinLnBrk="0" hangingPunct="1">
              <a:lnSpc>
                <a:spcPct val="105000"/>
              </a:lnSpc>
              <a:spcBef>
                <a:spcPct val="15000"/>
              </a:spcBef>
              <a:spcAft>
                <a:spcPct val="0"/>
              </a:spcAft>
              <a:buClr>
                <a:schemeClr val="tx2"/>
              </a:buClr>
              <a:buSzPct val="70000"/>
              <a:buFont typeface="Wingdings" panose="05000000000000000000" pitchFamily="2" charset="2"/>
              <a:buNone/>
              <a:defRPr/>
            </a:pPr>
            <a:r>
              <a:rPr kumimoji="0" lang="zh-CN" altLang="en-US" sz="2800" b="1" i="0" u="none" strike="noStrike" kern="0" cap="none" spc="0" normalizeH="0" baseline="0" noProof="0">
                <a:ln>
                  <a:noFill/>
                </a:ln>
                <a:solidFill>
                  <a:srgbClr val="FF0000"/>
                </a:solidFill>
                <a:effectLst>
                  <a:outerShdw blurRad="38100" dist="38100" dir="2700000" algn="tl">
                    <a:srgbClr val="C0C0C0"/>
                  </a:outerShdw>
                </a:effectLst>
                <a:uLnTx/>
                <a:uFillTx/>
                <a:latin typeface="+mn-ea"/>
                <a:cs typeface="+mn-ea"/>
              </a:rPr>
              <a:t>软件概要设计过程</a:t>
            </a:r>
            <a:endParaRPr kumimoji="0" lang="zh-CN" altLang="en-US" sz="2800" b="1" i="0" u="none" strike="noStrike" kern="0" cap="none" spc="0" normalizeH="0" baseline="0" noProof="0">
              <a:ln>
                <a:noFill/>
              </a:ln>
              <a:solidFill>
                <a:srgbClr val="FF0000"/>
              </a:solidFill>
              <a:effectLst>
                <a:outerShdw blurRad="38100" dist="38100" dir="2700000" algn="tl">
                  <a:srgbClr val="C0C0C0"/>
                </a:outerShdw>
              </a:effectLst>
              <a:uLnTx/>
              <a:uFillTx/>
              <a:latin typeface="+mn-ea"/>
              <a:cs typeface="+mn-ea"/>
            </a:endParaRPr>
          </a:p>
          <a:p>
            <a:pPr marL="342900" marR="0" lvl="0" indent="-342900" algn="l" defTabSz="914400" rtl="0" eaLnBrk="1" fontAlgn="base" latinLnBrk="0" hangingPunct="1">
              <a:lnSpc>
                <a:spcPct val="105000"/>
              </a:lnSpc>
              <a:spcBef>
                <a:spcPct val="15000"/>
              </a:spcBef>
              <a:spcAft>
                <a:spcPct val="0"/>
              </a:spcAft>
              <a:buClr>
                <a:srgbClr val="990099"/>
              </a:buClr>
              <a:buSzPct val="85000"/>
              <a:buFont typeface="Wingdings" panose="05000000000000000000" pitchFamily="2" charset="2"/>
              <a:buNone/>
              <a:defRPr/>
            </a:pPr>
            <a:r>
              <a:rPr lang="en-US" altLang="zh-CN" u="sng" kern="0" noProof="0">
                <a:ln>
                  <a:noFill/>
                </a:ln>
                <a:solidFill>
                  <a:srgbClr val="0070C0"/>
                </a:solidFill>
                <a:effectLst>
                  <a:outerShdw blurRad="38100" dist="38100" dir="2700000" algn="tl">
                    <a:srgbClr val="C0C0C0"/>
                  </a:outerShdw>
                </a:effectLst>
                <a:uLnTx/>
                <a:uFillTx/>
                <a:latin typeface="+mn-ea"/>
                <a:cs typeface="+mn-ea"/>
                <a:sym typeface="+mn-ea"/>
              </a:rPr>
              <a:t>7.</a:t>
            </a:r>
            <a:r>
              <a:rPr lang="zh-CN" altLang="en-US" u="sng" kern="0" noProof="0">
                <a:ln>
                  <a:noFill/>
                </a:ln>
                <a:solidFill>
                  <a:srgbClr val="0070C0"/>
                </a:solidFill>
                <a:effectLst>
                  <a:outerShdw blurRad="38100" dist="38100" dir="2700000" algn="tl">
                    <a:srgbClr val="C0C0C0"/>
                  </a:outerShdw>
                </a:effectLst>
                <a:uLnTx/>
                <a:uFillTx/>
                <a:latin typeface="+mn-ea"/>
                <a:cs typeface="+mn-ea"/>
                <a:sym typeface="+mn-ea"/>
              </a:rPr>
              <a:t>概要设计评审</a:t>
            </a:r>
            <a:endParaRPr kumimoji="0" lang="zh-CN" altLang="en-US" b="1" i="0" u="sng" strike="noStrike" kern="0" cap="none" spc="0" normalizeH="0" baseline="0" noProof="0">
              <a:ln>
                <a:noFill/>
              </a:ln>
              <a:solidFill>
                <a:srgbClr val="0070C0"/>
              </a:solidFill>
              <a:effectLst>
                <a:outerShdw blurRad="38100" dist="38100" dir="2700000" algn="tl">
                  <a:srgbClr val="C0C0C0"/>
                </a:outerShdw>
              </a:effectLst>
              <a:uLnTx/>
              <a:uFillTx/>
              <a:latin typeface="+mn-ea"/>
              <a:cs typeface="+mn-ea"/>
            </a:endParaRPr>
          </a:p>
          <a:p>
            <a:pPr marL="342900" marR="0" lvl="0" indent="-342900" algn="l" defTabSz="914400" rtl="0" eaLnBrk="1" fontAlgn="base" latinLnBrk="0" hangingPunct="1">
              <a:lnSpc>
                <a:spcPct val="105000"/>
              </a:lnSpc>
              <a:spcBef>
                <a:spcPct val="15000"/>
              </a:spcBef>
              <a:spcAft>
                <a:spcPct val="0"/>
              </a:spcAft>
              <a:buClr>
                <a:srgbClr val="990099"/>
              </a:buClr>
              <a:buSzPct val="85000"/>
              <a:buFont typeface="Wingdings" panose="05000000000000000000" pitchFamily="2" charset="2"/>
              <a:buNone/>
              <a:defRPr/>
            </a:pPr>
            <a:endParaRPr kumimoji="0" lang="zh-CN" altLang="en-US" b="1" i="0" u="none" strike="noStrike" kern="0" cap="none" spc="0" normalizeH="0" baseline="0" noProof="0">
              <a:ln>
                <a:noFill/>
              </a:ln>
              <a:solidFill>
                <a:srgbClr val="FF0000"/>
              </a:solidFill>
              <a:effectLst>
                <a:outerShdw blurRad="38100" dist="38100" dir="2700000" algn="tl">
                  <a:srgbClr val="C0C0C0"/>
                </a:outerShdw>
              </a:effectLst>
              <a:uLnTx/>
              <a:uFillTx/>
              <a:latin typeface="+mn-ea"/>
              <a:cs typeface="+mn-ea"/>
            </a:endParaRPr>
          </a:p>
          <a:p>
            <a:pPr marL="342900" marR="0" lvl="0" indent="-342900" algn="l" defTabSz="914400" rtl="0" eaLnBrk="1" fontAlgn="base" latinLnBrk="0" hangingPunct="1">
              <a:lnSpc>
                <a:spcPct val="105000"/>
              </a:lnSpc>
              <a:spcBef>
                <a:spcPct val="15000"/>
              </a:spcBef>
              <a:spcAft>
                <a:spcPct val="0"/>
              </a:spcAft>
              <a:buClr>
                <a:srgbClr val="990099"/>
              </a:buClr>
              <a:buSzPct val="70000"/>
              <a:buFont typeface="Wingdings" panose="05000000000000000000" pitchFamily="2" charset="2"/>
              <a:buChar char="l"/>
              <a:defRPr/>
            </a:pPr>
            <a:r>
              <a:rPr lang="zh-CN" altLang="en-US" u="sng" kern="0" noProof="0">
                <a:ln>
                  <a:noFill/>
                </a:ln>
                <a:solidFill>
                  <a:srgbClr val="FF0000"/>
                </a:solidFill>
                <a:effectLst>
                  <a:outerShdw blurRad="38100" dist="38100" dir="2700000" algn="tl">
                    <a:srgbClr val="C0C0C0"/>
                  </a:outerShdw>
                </a:effectLst>
                <a:uLnTx/>
                <a:uFillTx/>
                <a:ea typeface="仿宋_GB2312" pitchFamily="49" charset="-122"/>
                <a:sym typeface="+mn-ea"/>
              </a:rPr>
              <a:t>实用性</a:t>
            </a:r>
            <a:r>
              <a:rPr lang="zh-CN" altLang="en-US" kern="0" noProof="0">
                <a:ln>
                  <a:noFill/>
                </a:ln>
                <a:effectLst>
                  <a:outerShdw blurRad="38100" dist="38100" dir="2700000" algn="tl">
                    <a:srgbClr val="C0C0C0"/>
                  </a:outerShdw>
                </a:effectLst>
                <a:uLnTx/>
                <a:uFillTx/>
                <a:ea typeface="仿宋_GB2312" pitchFamily="49" charset="-122"/>
                <a:sym typeface="+mn-ea"/>
              </a:rPr>
              <a:t>：确认该设计对于需求的解决方案是否实用</a:t>
            </a:r>
            <a:r>
              <a:rPr lang="en-US" altLang="zh-CN" kern="0" noProof="0">
                <a:ln>
                  <a:noFill/>
                </a:ln>
                <a:effectLst>
                  <a:outerShdw blurRad="38100" dist="38100" dir="2700000" algn="tl">
                    <a:srgbClr val="C0C0C0"/>
                  </a:outerShdw>
                </a:effectLst>
                <a:uLnTx/>
                <a:uFillTx/>
                <a:ea typeface="仿宋_GB2312" pitchFamily="49" charset="-122"/>
                <a:sym typeface="+mn-ea"/>
              </a:rPr>
              <a:t>;</a:t>
            </a:r>
            <a:endParaRPr kumimoji="0" lang="en-US" altLang="zh-CN"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仿宋_GB2312" pitchFamily="49" charset="-122"/>
              <a:cs typeface="+mn-cs"/>
            </a:endParaRPr>
          </a:p>
          <a:p>
            <a:pPr marL="342900" marR="0" lvl="0" indent="-342900" algn="l" defTabSz="914400" rtl="0" eaLnBrk="1" fontAlgn="base" latinLnBrk="0" hangingPunct="1">
              <a:lnSpc>
                <a:spcPct val="105000"/>
              </a:lnSpc>
              <a:spcBef>
                <a:spcPct val="15000"/>
              </a:spcBef>
              <a:spcAft>
                <a:spcPct val="0"/>
              </a:spcAft>
              <a:buClr>
                <a:srgbClr val="990099"/>
              </a:buClr>
              <a:buSzPct val="70000"/>
              <a:buFont typeface="Wingdings" panose="05000000000000000000" pitchFamily="2" charset="2"/>
              <a:buChar char="l"/>
              <a:defRPr/>
            </a:pPr>
            <a:r>
              <a:rPr lang="zh-CN" altLang="en-US" u="sng" kern="0" noProof="0">
                <a:ln>
                  <a:noFill/>
                </a:ln>
                <a:solidFill>
                  <a:srgbClr val="FF0000"/>
                </a:solidFill>
                <a:effectLst>
                  <a:outerShdw blurRad="38100" dist="38100" dir="2700000" algn="tl">
                    <a:srgbClr val="C0C0C0"/>
                  </a:outerShdw>
                </a:effectLst>
                <a:uLnTx/>
                <a:uFillTx/>
                <a:ea typeface="仿宋_GB2312" pitchFamily="49" charset="-122"/>
                <a:sym typeface="+mn-ea"/>
              </a:rPr>
              <a:t>可维护性</a:t>
            </a:r>
            <a:r>
              <a:rPr lang="zh-CN" altLang="en-US" kern="0" noProof="0">
                <a:ln>
                  <a:noFill/>
                </a:ln>
                <a:effectLst>
                  <a:outerShdw blurRad="38100" dist="38100" dir="2700000" algn="tl">
                    <a:srgbClr val="C0C0C0"/>
                  </a:outerShdw>
                </a:effectLst>
                <a:uLnTx/>
                <a:uFillTx/>
                <a:ea typeface="仿宋_GB2312" pitchFamily="49" charset="-122"/>
                <a:sym typeface="+mn-ea"/>
              </a:rPr>
              <a:t>：确认该设计是否考虑了方便未来的维护</a:t>
            </a:r>
            <a:r>
              <a:rPr lang="en-US" altLang="zh-CN" kern="0" noProof="0">
                <a:ln>
                  <a:noFill/>
                </a:ln>
                <a:effectLst>
                  <a:outerShdw blurRad="38100" dist="38100" dir="2700000" algn="tl">
                    <a:srgbClr val="C0C0C0"/>
                  </a:outerShdw>
                </a:effectLst>
                <a:uLnTx/>
                <a:uFillTx/>
                <a:ea typeface="仿宋_GB2312" pitchFamily="49" charset="-122"/>
                <a:sym typeface="+mn-ea"/>
              </a:rPr>
              <a:t>;</a:t>
            </a:r>
            <a:endParaRPr kumimoji="0" lang="en-US" altLang="zh-CN" b="1" i="0" u="sng" strike="noStrike" kern="0" cap="none" spc="0" normalizeH="0" baseline="0" noProof="0">
              <a:ln>
                <a:noFill/>
              </a:ln>
              <a:solidFill>
                <a:srgbClr val="FF0000"/>
              </a:solidFill>
              <a:effectLst>
                <a:outerShdw blurRad="38100" dist="38100" dir="2700000" algn="tl">
                  <a:srgbClr val="C0C0C0"/>
                </a:outerShdw>
              </a:effectLst>
              <a:uLnTx/>
              <a:uFillTx/>
              <a:latin typeface="+mn-lt"/>
              <a:ea typeface="仿宋_GB2312" pitchFamily="49" charset="-122"/>
              <a:cs typeface="+mn-cs"/>
            </a:endParaRPr>
          </a:p>
          <a:p>
            <a:pPr marL="342900" marR="0" lvl="0" indent="-342900" algn="l" defTabSz="914400" rtl="0" eaLnBrk="1" fontAlgn="base" latinLnBrk="0" hangingPunct="1">
              <a:lnSpc>
                <a:spcPct val="105000"/>
              </a:lnSpc>
              <a:spcBef>
                <a:spcPct val="15000"/>
              </a:spcBef>
              <a:spcAft>
                <a:spcPct val="0"/>
              </a:spcAft>
              <a:buClr>
                <a:srgbClr val="990099"/>
              </a:buClr>
              <a:buSzPct val="70000"/>
              <a:buFont typeface="Wingdings" panose="05000000000000000000" pitchFamily="2" charset="2"/>
              <a:buChar char="l"/>
              <a:defRPr/>
            </a:pPr>
            <a:r>
              <a:rPr lang="zh-CN" altLang="en-US" u="sng" kern="0" noProof="0">
                <a:ln>
                  <a:noFill/>
                </a:ln>
                <a:solidFill>
                  <a:srgbClr val="FF0000"/>
                </a:solidFill>
                <a:effectLst>
                  <a:outerShdw blurRad="38100" dist="38100" dir="2700000" algn="tl">
                    <a:srgbClr val="C0C0C0"/>
                  </a:outerShdw>
                </a:effectLst>
                <a:uLnTx/>
                <a:uFillTx/>
                <a:ea typeface="仿宋_GB2312" pitchFamily="49" charset="-122"/>
                <a:sym typeface="+mn-ea"/>
              </a:rPr>
              <a:t>质量</a:t>
            </a:r>
            <a:r>
              <a:rPr lang="zh-CN" altLang="en-US" kern="0" noProof="0">
                <a:ln>
                  <a:noFill/>
                </a:ln>
                <a:effectLst>
                  <a:outerShdw blurRad="38100" dist="38100" dir="2700000" algn="tl">
                    <a:srgbClr val="C0C0C0"/>
                  </a:outerShdw>
                </a:effectLst>
                <a:uLnTx/>
                <a:uFillTx/>
                <a:ea typeface="仿宋_GB2312" pitchFamily="49" charset="-122"/>
                <a:sym typeface="+mn-ea"/>
              </a:rPr>
              <a:t>：确认该设计是否表现出良好的质量特征</a:t>
            </a:r>
            <a:r>
              <a:rPr lang="en-US" altLang="zh-CN" kern="0" noProof="0">
                <a:ln>
                  <a:noFill/>
                </a:ln>
                <a:effectLst>
                  <a:outerShdw blurRad="38100" dist="38100" dir="2700000" algn="tl">
                    <a:srgbClr val="C0C0C0"/>
                  </a:outerShdw>
                </a:effectLst>
                <a:uLnTx/>
                <a:uFillTx/>
                <a:ea typeface="仿宋_GB2312" pitchFamily="49" charset="-122"/>
                <a:sym typeface="+mn-ea"/>
              </a:rPr>
              <a:t>;</a:t>
            </a:r>
            <a:endParaRPr kumimoji="0" lang="en-US" altLang="zh-CN"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仿宋_GB2312" pitchFamily="49" charset="-122"/>
              <a:cs typeface="+mn-cs"/>
            </a:endParaRPr>
          </a:p>
          <a:p>
            <a:pPr marL="342900" marR="0" lvl="0" indent="-342900" algn="l" defTabSz="914400" rtl="0" eaLnBrk="1" fontAlgn="base" latinLnBrk="0" hangingPunct="1">
              <a:lnSpc>
                <a:spcPct val="105000"/>
              </a:lnSpc>
              <a:spcBef>
                <a:spcPct val="15000"/>
              </a:spcBef>
              <a:spcAft>
                <a:spcPct val="0"/>
              </a:spcAft>
              <a:buClr>
                <a:srgbClr val="990099"/>
              </a:buClr>
              <a:buSzPct val="70000"/>
              <a:buFont typeface="Wingdings" panose="05000000000000000000" pitchFamily="2" charset="2"/>
              <a:buChar char="l"/>
              <a:defRPr/>
            </a:pPr>
            <a:r>
              <a:rPr lang="zh-CN" altLang="en-US" u="sng" kern="0" noProof="0">
                <a:ln>
                  <a:noFill/>
                </a:ln>
                <a:solidFill>
                  <a:srgbClr val="FF0000"/>
                </a:solidFill>
                <a:effectLst>
                  <a:outerShdw blurRad="38100" dist="38100" dir="2700000" algn="tl">
                    <a:srgbClr val="C0C0C0"/>
                  </a:outerShdw>
                </a:effectLst>
                <a:uLnTx/>
                <a:uFillTx/>
                <a:ea typeface="仿宋_GB2312" pitchFamily="49" charset="-122"/>
                <a:sym typeface="+mn-ea"/>
              </a:rPr>
              <a:t>各种选择方案</a:t>
            </a:r>
            <a:r>
              <a:rPr lang="zh-CN" altLang="en-US" kern="0" noProof="0">
                <a:ln>
                  <a:noFill/>
                </a:ln>
                <a:effectLst>
                  <a:outerShdw blurRad="38100" dist="38100" dir="2700000" algn="tl">
                    <a:srgbClr val="C0C0C0"/>
                  </a:outerShdw>
                </a:effectLst>
                <a:uLnTx/>
                <a:uFillTx/>
                <a:ea typeface="仿宋_GB2312" pitchFamily="49" charset="-122"/>
                <a:sym typeface="+mn-ea"/>
              </a:rPr>
              <a:t>：看是否考虑过其他方案，比较各种选择方案的标准是什么</a:t>
            </a:r>
            <a:r>
              <a:rPr lang="en-US" altLang="zh-CN" kern="0" noProof="0">
                <a:ln>
                  <a:noFill/>
                </a:ln>
                <a:effectLst>
                  <a:outerShdw blurRad="38100" dist="38100" dir="2700000" algn="tl">
                    <a:srgbClr val="C0C0C0"/>
                  </a:outerShdw>
                </a:effectLst>
                <a:uLnTx/>
                <a:uFillTx/>
                <a:ea typeface="仿宋_GB2312" pitchFamily="49" charset="-122"/>
                <a:sym typeface="+mn-ea"/>
              </a:rPr>
              <a:t>;</a:t>
            </a:r>
            <a:endParaRPr kumimoji="0" lang="en-US" altLang="zh-CN"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仿宋_GB2312" pitchFamily="49" charset="-122"/>
              <a:cs typeface="+mn-cs"/>
            </a:endParaRPr>
          </a:p>
          <a:p>
            <a:pPr marL="342900" marR="0" lvl="0" indent="-342900" algn="l" defTabSz="914400" rtl="0" eaLnBrk="1" fontAlgn="base" latinLnBrk="0" hangingPunct="1">
              <a:lnSpc>
                <a:spcPct val="105000"/>
              </a:lnSpc>
              <a:spcBef>
                <a:spcPct val="15000"/>
              </a:spcBef>
              <a:spcAft>
                <a:spcPct val="0"/>
              </a:spcAft>
              <a:buClr>
                <a:srgbClr val="990099"/>
              </a:buClr>
              <a:buSzPct val="70000"/>
              <a:buFont typeface="Wingdings" panose="05000000000000000000" pitchFamily="2" charset="2"/>
              <a:buChar char="l"/>
              <a:defRPr/>
            </a:pPr>
            <a:r>
              <a:rPr lang="zh-CN" altLang="en-US" u="sng" kern="0" noProof="0">
                <a:ln>
                  <a:noFill/>
                </a:ln>
                <a:solidFill>
                  <a:srgbClr val="FF0000"/>
                </a:solidFill>
                <a:effectLst>
                  <a:outerShdw blurRad="38100" dist="38100" dir="2700000" algn="tl">
                    <a:srgbClr val="C0C0C0"/>
                  </a:outerShdw>
                </a:effectLst>
                <a:uLnTx/>
                <a:uFillTx/>
                <a:ea typeface="仿宋_GB2312" pitchFamily="49" charset="-122"/>
                <a:sym typeface="+mn-ea"/>
              </a:rPr>
              <a:t>限制</a:t>
            </a:r>
            <a:r>
              <a:rPr lang="zh-CN" altLang="en-US" kern="0" noProof="0">
                <a:ln>
                  <a:noFill/>
                </a:ln>
                <a:effectLst>
                  <a:outerShdw blurRad="38100" dist="38100" dir="2700000" algn="tl">
                    <a:srgbClr val="C0C0C0"/>
                  </a:outerShdw>
                </a:effectLst>
                <a:uLnTx/>
                <a:uFillTx/>
                <a:ea typeface="仿宋_GB2312" pitchFamily="49" charset="-122"/>
                <a:sym typeface="+mn-ea"/>
              </a:rPr>
              <a:t>：评估对该软件的限制是否现实，是否与需求一致</a:t>
            </a:r>
            <a:r>
              <a:rPr lang="en-US" altLang="zh-CN" kern="0" noProof="0">
                <a:ln>
                  <a:noFill/>
                </a:ln>
                <a:effectLst>
                  <a:outerShdw blurRad="38100" dist="38100" dir="2700000" algn="tl">
                    <a:srgbClr val="C0C0C0"/>
                  </a:outerShdw>
                </a:effectLst>
                <a:uLnTx/>
                <a:uFillTx/>
                <a:ea typeface="仿宋_GB2312" pitchFamily="49" charset="-122"/>
                <a:sym typeface="+mn-ea"/>
              </a:rPr>
              <a:t>;</a:t>
            </a:r>
            <a:endParaRPr kumimoji="0" lang="en-US" altLang="zh-CN"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仿宋_GB2312" pitchFamily="49" charset="-122"/>
              <a:cs typeface="+mn-cs"/>
            </a:endParaRPr>
          </a:p>
          <a:p>
            <a:pPr marL="342900" marR="0" lvl="0" indent="-342900" algn="l" defTabSz="914400" rtl="0" eaLnBrk="1" fontAlgn="base" latinLnBrk="0" hangingPunct="1">
              <a:lnSpc>
                <a:spcPct val="105000"/>
              </a:lnSpc>
              <a:spcBef>
                <a:spcPct val="15000"/>
              </a:spcBef>
              <a:spcAft>
                <a:spcPct val="0"/>
              </a:spcAft>
              <a:buClr>
                <a:srgbClr val="990099"/>
              </a:buClr>
              <a:buSzPct val="70000"/>
              <a:buFont typeface="Wingdings" panose="05000000000000000000" pitchFamily="2" charset="2"/>
              <a:buChar char="l"/>
              <a:defRPr/>
            </a:pPr>
            <a:r>
              <a:rPr lang="zh-CN" altLang="en-US" u="sng" kern="0" noProof="0">
                <a:ln>
                  <a:noFill/>
                </a:ln>
                <a:solidFill>
                  <a:srgbClr val="FF0000"/>
                </a:solidFill>
                <a:effectLst>
                  <a:outerShdw blurRad="38100" dist="38100" dir="2700000" algn="tl">
                    <a:srgbClr val="C0C0C0"/>
                  </a:outerShdw>
                </a:effectLst>
                <a:uLnTx/>
                <a:uFillTx/>
                <a:ea typeface="仿宋_GB2312" pitchFamily="49" charset="-122"/>
                <a:sym typeface="+mn-ea"/>
              </a:rPr>
              <a:t>其他具体问题</a:t>
            </a:r>
            <a:r>
              <a:rPr lang="zh-CN" altLang="en-US" kern="0" noProof="0">
                <a:ln>
                  <a:noFill/>
                </a:ln>
                <a:effectLst>
                  <a:outerShdw blurRad="38100" dist="38100" dir="2700000" algn="tl">
                    <a:srgbClr val="C0C0C0"/>
                  </a:outerShdw>
                </a:effectLst>
                <a:uLnTx/>
                <a:uFillTx/>
                <a:ea typeface="仿宋_GB2312" pitchFamily="49" charset="-122"/>
                <a:sym typeface="+mn-ea"/>
              </a:rPr>
              <a:t>：对于文档、可测试性、设计过程</a:t>
            </a:r>
            <a:r>
              <a:rPr lang="en-US" altLang="zh-CN" kern="0" noProof="0">
                <a:ln>
                  <a:noFill/>
                </a:ln>
                <a:effectLst>
                  <a:outerShdw blurRad="38100" dist="38100" dir="2700000" algn="tl">
                    <a:srgbClr val="C0C0C0"/>
                  </a:outerShdw>
                </a:effectLst>
                <a:uLnTx/>
                <a:uFillTx/>
                <a:ea typeface="仿宋_GB2312" pitchFamily="49" charset="-122"/>
                <a:sym typeface="+mn-ea"/>
              </a:rPr>
              <a:t>..</a:t>
            </a:r>
            <a:r>
              <a:rPr lang="zh-CN" altLang="en-US" kern="0" noProof="0">
                <a:ln>
                  <a:noFill/>
                </a:ln>
                <a:effectLst>
                  <a:outerShdw blurRad="38100" dist="38100" dir="2700000" algn="tl">
                    <a:srgbClr val="C0C0C0"/>
                  </a:outerShdw>
                </a:effectLst>
                <a:uLnTx/>
                <a:uFillTx/>
                <a:ea typeface="仿宋_GB2312" pitchFamily="49" charset="-122"/>
                <a:sym typeface="+mn-ea"/>
              </a:rPr>
              <a:t>等进行评估</a:t>
            </a:r>
            <a:r>
              <a:rPr lang="en-US" altLang="zh-CN" kern="0" noProof="0">
                <a:ln>
                  <a:noFill/>
                </a:ln>
                <a:effectLst>
                  <a:outerShdw blurRad="38100" dist="38100" dir="2700000" algn="tl">
                    <a:srgbClr val="C0C0C0"/>
                  </a:outerShdw>
                </a:effectLst>
                <a:uLnTx/>
                <a:uFillTx/>
                <a:ea typeface="仿宋_GB2312" pitchFamily="49" charset="-122"/>
                <a:sym typeface="+mn-ea"/>
              </a:rPr>
              <a:t>;</a:t>
            </a:r>
            <a:endParaRPr kumimoji="0" lang="en-US" altLang="zh-CN"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仿宋_GB2312" pitchFamily="49" charset="-122"/>
              <a:cs typeface="+mn-cs"/>
            </a:endParaRPr>
          </a:p>
          <a:p>
            <a:pPr marL="342900" marR="0" lvl="0" indent="-342900" algn="l" defTabSz="914400" rtl="0" eaLnBrk="1" fontAlgn="base" latinLnBrk="0" hangingPunct="1">
              <a:lnSpc>
                <a:spcPct val="105000"/>
              </a:lnSpc>
              <a:spcBef>
                <a:spcPct val="15000"/>
              </a:spcBef>
              <a:spcAft>
                <a:spcPct val="0"/>
              </a:spcAft>
              <a:buClr>
                <a:schemeClr val="tx2"/>
              </a:buClr>
              <a:buSzPct val="70000"/>
              <a:buFont typeface="Wingdings" panose="05000000000000000000" pitchFamily="2" charset="2"/>
              <a:buNone/>
              <a:defRPr/>
            </a:pPr>
            <a:endParaRPr kumimoji="0" lang="zh-CN" altLang="en-US" b="1" i="0" u="none" strike="noStrike" kern="0" cap="none" spc="0" normalizeH="0" baseline="0" noProof="0">
              <a:ln>
                <a:noFill/>
              </a:ln>
              <a:solidFill>
                <a:schemeClr val="tx1"/>
              </a:solidFill>
              <a:effectLst>
                <a:outerShdw blurRad="38100" dist="38100" dir="2700000" algn="tl">
                  <a:srgbClr val="C0C0C0"/>
                </a:outerShdw>
              </a:effectLst>
              <a:uLnTx/>
              <a:uFillTx/>
              <a:latin typeface="+mn-ea"/>
              <a:cs typeface="+mn-ea"/>
              <a:sym typeface="+mn-ea"/>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宋体" panose="02010600030101010101" pitchFamily="2" charset="-122"/>
                <a:cs typeface="Times New Roman" panose="02020603050405020304" pitchFamily="18" charset="0"/>
              </a:rPr>
              <a:t>2.2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结构化设计</a:t>
            </a:r>
            <a:endPar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13316"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
        <p:nvSpPr>
          <p:cNvPr id="3" name="Rectangle 3"/>
          <p:cNvSpPr>
            <a:spLocks noGrp="1" noChangeArrowheads="1"/>
          </p:cNvSpPr>
          <p:nvPr>
            <p:ph idx="1"/>
          </p:nvPr>
        </p:nvSpPr>
        <p:spPr>
          <a:xfrm>
            <a:off x="483870" y="1467485"/>
            <a:ext cx="7772400" cy="5041900"/>
          </a:xfrm>
        </p:spPr>
        <p:txBody>
          <a:bodyPr vert="horz" wrap="square" lIns="91440" tIns="45720" rIns="91440" bIns="45720" numCol="1" anchor="t" anchorCtr="0" compatLnSpc="1">
            <a:noAutofit/>
          </a:bodyPr>
          <a:lstStyle/>
          <a:p>
            <a:pPr marL="0" marR="0" lvl="0" indent="0" algn="l" defTabSz="914400" rtl="0" eaLnBrk="1" fontAlgn="base" latinLnBrk="0" hangingPunct="1">
              <a:lnSpc>
                <a:spcPct val="105000"/>
              </a:lnSpc>
              <a:spcBef>
                <a:spcPct val="15000"/>
              </a:spcBef>
              <a:spcAft>
                <a:spcPct val="0"/>
              </a:spcAft>
              <a:buClr>
                <a:schemeClr val="tx2"/>
              </a:buClr>
              <a:buSzPct val="70000"/>
              <a:buFont typeface="Wingdings" panose="05000000000000000000" pitchFamily="2" charset="2"/>
              <a:buNone/>
              <a:defRPr/>
            </a:pPr>
            <a:r>
              <a:rPr kumimoji="0" lang="zh-CN" altLang="en-US" sz="2800" b="1" i="0" u="none" strike="noStrike" kern="0" cap="none" spc="0" normalizeH="0" baseline="0" noProof="0">
                <a:ln>
                  <a:noFill/>
                </a:ln>
                <a:solidFill>
                  <a:srgbClr val="FF0000"/>
                </a:solidFill>
                <a:effectLst>
                  <a:outerShdw blurRad="38100" dist="38100" dir="2700000" algn="tl">
                    <a:srgbClr val="C0C0C0"/>
                  </a:outerShdw>
                </a:effectLst>
                <a:uLnTx/>
                <a:uFillTx/>
                <a:latin typeface="+mn-ea"/>
                <a:cs typeface="+mn-ea"/>
              </a:rPr>
              <a:t>软件概要设计过程</a:t>
            </a:r>
            <a:endParaRPr kumimoji="0" lang="zh-CN" altLang="en-US" sz="2800" b="1" i="0" u="none" strike="noStrike" kern="0" cap="none" spc="0" normalizeH="0" baseline="0" noProof="0">
              <a:ln>
                <a:noFill/>
              </a:ln>
              <a:solidFill>
                <a:srgbClr val="FF0000"/>
              </a:solidFill>
              <a:effectLst>
                <a:outerShdw blurRad="38100" dist="38100" dir="2700000" algn="tl">
                  <a:srgbClr val="C0C0C0"/>
                </a:outerShdw>
              </a:effectLst>
              <a:uLnTx/>
              <a:uFillTx/>
              <a:latin typeface="+mn-ea"/>
              <a:cs typeface="+mn-ea"/>
            </a:endParaRPr>
          </a:p>
          <a:p>
            <a:pPr marL="342900" marR="0" lvl="0" indent="-342900" algn="l" defTabSz="914400" rtl="0" eaLnBrk="1" fontAlgn="base" latinLnBrk="0" hangingPunct="1">
              <a:lnSpc>
                <a:spcPct val="105000"/>
              </a:lnSpc>
              <a:spcBef>
                <a:spcPct val="15000"/>
              </a:spcBef>
              <a:spcAft>
                <a:spcPct val="0"/>
              </a:spcAft>
              <a:buClr>
                <a:srgbClr val="990099"/>
              </a:buClr>
              <a:buSzPct val="85000"/>
              <a:buFont typeface="Wingdings" panose="05000000000000000000" pitchFamily="2" charset="2"/>
              <a:buNone/>
              <a:defRPr/>
            </a:pPr>
            <a:r>
              <a:rPr lang="en-US" altLang="zh-CN" u="sng" kern="0" noProof="0">
                <a:ln>
                  <a:noFill/>
                </a:ln>
                <a:solidFill>
                  <a:srgbClr val="0070C0"/>
                </a:solidFill>
                <a:effectLst>
                  <a:outerShdw blurRad="38100" dist="38100" dir="2700000" algn="tl">
                    <a:srgbClr val="C0C0C0"/>
                  </a:outerShdw>
                </a:effectLst>
                <a:uLnTx/>
                <a:uFillTx/>
                <a:latin typeface="+mn-ea"/>
                <a:cs typeface="+mn-ea"/>
                <a:sym typeface="+mn-ea"/>
              </a:rPr>
              <a:t>7.</a:t>
            </a:r>
            <a:r>
              <a:rPr lang="zh-CN" altLang="en-US" u="sng" kern="0" noProof="0">
                <a:ln>
                  <a:noFill/>
                </a:ln>
                <a:solidFill>
                  <a:srgbClr val="0070C0"/>
                </a:solidFill>
                <a:effectLst>
                  <a:outerShdw blurRad="38100" dist="38100" dir="2700000" algn="tl">
                    <a:srgbClr val="C0C0C0"/>
                  </a:outerShdw>
                </a:effectLst>
                <a:uLnTx/>
                <a:uFillTx/>
                <a:latin typeface="+mn-ea"/>
                <a:cs typeface="+mn-ea"/>
                <a:sym typeface="+mn-ea"/>
              </a:rPr>
              <a:t>概要设计评审</a:t>
            </a:r>
            <a:endParaRPr kumimoji="0" lang="zh-CN" altLang="en-US" b="1" i="0" u="sng" strike="noStrike" kern="0" cap="none" spc="0" normalizeH="0" baseline="0" noProof="0">
              <a:ln>
                <a:noFill/>
              </a:ln>
              <a:solidFill>
                <a:srgbClr val="0070C0"/>
              </a:solidFill>
              <a:effectLst>
                <a:outerShdw blurRad="38100" dist="38100" dir="2700000" algn="tl">
                  <a:srgbClr val="C0C0C0"/>
                </a:outerShdw>
              </a:effectLst>
              <a:uLnTx/>
              <a:uFillTx/>
              <a:latin typeface="+mn-ea"/>
              <a:cs typeface="+mn-ea"/>
            </a:endParaRPr>
          </a:p>
          <a:p>
            <a:pPr marL="342900" marR="0" lvl="0" indent="-342900" algn="l" defTabSz="914400" rtl="0" eaLnBrk="1" fontAlgn="base" latinLnBrk="0" hangingPunct="1">
              <a:lnSpc>
                <a:spcPct val="105000"/>
              </a:lnSpc>
              <a:spcBef>
                <a:spcPct val="15000"/>
              </a:spcBef>
              <a:spcAft>
                <a:spcPct val="0"/>
              </a:spcAft>
              <a:buClr>
                <a:srgbClr val="990099"/>
              </a:buClr>
              <a:buSzPct val="85000"/>
              <a:buFont typeface="Wingdings" panose="05000000000000000000" pitchFamily="2" charset="2"/>
              <a:buNone/>
              <a:defRPr/>
            </a:pPr>
            <a:endParaRPr kumimoji="0" lang="zh-CN" altLang="en-US" b="1" i="0" u="none" strike="noStrike" kern="0" cap="none" spc="0" normalizeH="0" baseline="0" noProof="0">
              <a:ln>
                <a:noFill/>
              </a:ln>
              <a:solidFill>
                <a:srgbClr val="FF0000"/>
              </a:solidFill>
              <a:effectLst>
                <a:outerShdw blurRad="38100" dist="38100" dir="2700000" algn="tl">
                  <a:srgbClr val="C0C0C0"/>
                </a:outerShdw>
              </a:effectLst>
              <a:uLnTx/>
              <a:uFillTx/>
              <a:latin typeface="+mn-ea"/>
              <a:cs typeface="+mn-ea"/>
            </a:endParaRPr>
          </a:p>
          <a:p>
            <a:pPr marL="342900" marR="0" lvl="0" indent="-342900" algn="l" defTabSz="914400" rtl="0" eaLnBrk="1" fontAlgn="base" latinLnBrk="0" hangingPunct="1">
              <a:lnSpc>
                <a:spcPct val="105000"/>
              </a:lnSpc>
              <a:spcBef>
                <a:spcPct val="15000"/>
              </a:spcBef>
              <a:spcAft>
                <a:spcPct val="0"/>
              </a:spcAft>
              <a:buClr>
                <a:srgbClr val="990099"/>
              </a:buClr>
              <a:buSzPct val="70000"/>
              <a:buFont typeface="Wingdings" panose="05000000000000000000" pitchFamily="2" charset="2"/>
              <a:buChar char="l"/>
              <a:defRPr/>
            </a:pPr>
            <a:r>
              <a:rPr lang="zh-CN" altLang="en-US" u="sng" kern="0" noProof="0">
                <a:ln>
                  <a:noFill/>
                </a:ln>
                <a:solidFill>
                  <a:srgbClr val="FF0000"/>
                </a:solidFill>
                <a:effectLst>
                  <a:outerShdw blurRad="38100" dist="38100" dir="2700000" algn="tl">
                    <a:srgbClr val="C0C0C0"/>
                  </a:outerShdw>
                </a:effectLst>
                <a:uLnTx/>
                <a:uFillTx/>
                <a:ea typeface="仿宋_GB2312" pitchFamily="49" charset="-122"/>
                <a:sym typeface="+mn-ea"/>
              </a:rPr>
              <a:t>实用性</a:t>
            </a:r>
            <a:r>
              <a:rPr lang="zh-CN" altLang="en-US" kern="0" noProof="0">
                <a:ln>
                  <a:noFill/>
                </a:ln>
                <a:effectLst>
                  <a:outerShdw blurRad="38100" dist="38100" dir="2700000" algn="tl">
                    <a:srgbClr val="C0C0C0"/>
                  </a:outerShdw>
                </a:effectLst>
                <a:uLnTx/>
                <a:uFillTx/>
                <a:ea typeface="仿宋_GB2312" pitchFamily="49" charset="-122"/>
                <a:sym typeface="+mn-ea"/>
              </a:rPr>
              <a:t>：确认该设计对于需求的解决方案是否实用</a:t>
            </a:r>
            <a:r>
              <a:rPr lang="en-US" altLang="zh-CN" kern="0" noProof="0">
                <a:ln>
                  <a:noFill/>
                </a:ln>
                <a:effectLst>
                  <a:outerShdw blurRad="38100" dist="38100" dir="2700000" algn="tl">
                    <a:srgbClr val="C0C0C0"/>
                  </a:outerShdw>
                </a:effectLst>
                <a:uLnTx/>
                <a:uFillTx/>
                <a:ea typeface="仿宋_GB2312" pitchFamily="49" charset="-122"/>
                <a:sym typeface="+mn-ea"/>
              </a:rPr>
              <a:t>;</a:t>
            </a:r>
            <a:endParaRPr kumimoji="0" lang="en-US" altLang="zh-CN"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仿宋_GB2312" pitchFamily="49" charset="-122"/>
              <a:cs typeface="+mn-cs"/>
            </a:endParaRPr>
          </a:p>
          <a:p>
            <a:pPr marL="342900" marR="0" lvl="0" indent="-342900" algn="l" defTabSz="914400" rtl="0" eaLnBrk="1" fontAlgn="base" latinLnBrk="0" hangingPunct="1">
              <a:lnSpc>
                <a:spcPct val="105000"/>
              </a:lnSpc>
              <a:spcBef>
                <a:spcPct val="15000"/>
              </a:spcBef>
              <a:spcAft>
                <a:spcPct val="0"/>
              </a:spcAft>
              <a:buClr>
                <a:srgbClr val="990099"/>
              </a:buClr>
              <a:buSzPct val="70000"/>
              <a:buFont typeface="Wingdings" panose="05000000000000000000" pitchFamily="2" charset="2"/>
              <a:buChar char="l"/>
              <a:defRPr/>
            </a:pPr>
            <a:r>
              <a:rPr lang="zh-CN" altLang="en-US" u="sng" kern="0" noProof="0">
                <a:ln>
                  <a:noFill/>
                </a:ln>
                <a:solidFill>
                  <a:srgbClr val="FF0000"/>
                </a:solidFill>
                <a:effectLst>
                  <a:outerShdw blurRad="38100" dist="38100" dir="2700000" algn="tl">
                    <a:srgbClr val="C0C0C0"/>
                  </a:outerShdw>
                </a:effectLst>
                <a:uLnTx/>
                <a:uFillTx/>
                <a:ea typeface="仿宋_GB2312" pitchFamily="49" charset="-122"/>
                <a:sym typeface="+mn-ea"/>
              </a:rPr>
              <a:t>可维护性</a:t>
            </a:r>
            <a:r>
              <a:rPr lang="zh-CN" altLang="en-US" kern="0" noProof="0">
                <a:ln>
                  <a:noFill/>
                </a:ln>
                <a:effectLst>
                  <a:outerShdw blurRad="38100" dist="38100" dir="2700000" algn="tl">
                    <a:srgbClr val="C0C0C0"/>
                  </a:outerShdw>
                </a:effectLst>
                <a:uLnTx/>
                <a:uFillTx/>
                <a:ea typeface="仿宋_GB2312" pitchFamily="49" charset="-122"/>
                <a:sym typeface="+mn-ea"/>
              </a:rPr>
              <a:t>：确认该设计是否考虑了方便未来的维护</a:t>
            </a:r>
            <a:r>
              <a:rPr lang="en-US" altLang="zh-CN" kern="0" noProof="0">
                <a:ln>
                  <a:noFill/>
                </a:ln>
                <a:effectLst>
                  <a:outerShdw blurRad="38100" dist="38100" dir="2700000" algn="tl">
                    <a:srgbClr val="C0C0C0"/>
                  </a:outerShdw>
                </a:effectLst>
                <a:uLnTx/>
                <a:uFillTx/>
                <a:ea typeface="仿宋_GB2312" pitchFamily="49" charset="-122"/>
                <a:sym typeface="+mn-ea"/>
              </a:rPr>
              <a:t>;</a:t>
            </a:r>
            <a:endParaRPr kumimoji="0" lang="en-US" altLang="zh-CN" b="1" i="0" u="sng" strike="noStrike" kern="0" cap="none" spc="0" normalizeH="0" baseline="0" noProof="0">
              <a:ln>
                <a:noFill/>
              </a:ln>
              <a:solidFill>
                <a:srgbClr val="FF0000"/>
              </a:solidFill>
              <a:effectLst>
                <a:outerShdw blurRad="38100" dist="38100" dir="2700000" algn="tl">
                  <a:srgbClr val="C0C0C0"/>
                </a:outerShdw>
              </a:effectLst>
              <a:uLnTx/>
              <a:uFillTx/>
              <a:latin typeface="+mn-lt"/>
              <a:ea typeface="仿宋_GB2312" pitchFamily="49" charset="-122"/>
              <a:cs typeface="+mn-cs"/>
            </a:endParaRPr>
          </a:p>
          <a:p>
            <a:pPr marL="342900" marR="0" lvl="0" indent="-342900" algn="l" defTabSz="914400" rtl="0" eaLnBrk="1" fontAlgn="base" latinLnBrk="0" hangingPunct="1">
              <a:lnSpc>
                <a:spcPct val="105000"/>
              </a:lnSpc>
              <a:spcBef>
                <a:spcPct val="15000"/>
              </a:spcBef>
              <a:spcAft>
                <a:spcPct val="0"/>
              </a:spcAft>
              <a:buClr>
                <a:srgbClr val="990099"/>
              </a:buClr>
              <a:buSzPct val="70000"/>
              <a:buFont typeface="Wingdings" panose="05000000000000000000" pitchFamily="2" charset="2"/>
              <a:buChar char="l"/>
              <a:defRPr/>
            </a:pPr>
            <a:r>
              <a:rPr lang="zh-CN" altLang="en-US" u="sng" kern="0" noProof="0">
                <a:ln>
                  <a:noFill/>
                </a:ln>
                <a:solidFill>
                  <a:srgbClr val="FF0000"/>
                </a:solidFill>
                <a:effectLst>
                  <a:outerShdw blurRad="38100" dist="38100" dir="2700000" algn="tl">
                    <a:srgbClr val="C0C0C0"/>
                  </a:outerShdw>
                </a:effectLst>
                <a:uLnTx/>
                <a:uFillTx/>
                <a:ea typeface="仿宋_GB2312" pitchFamily="49" charset="-122"/>
                <a:sym typeface="+mn-ea"/>
              </a:rPr>
              <a:t>质量</a:t>
            </a:r>
            <a:r>
              <a:rPr lang="zh-CN" altLang="en-US" kern="0" noProof="0">
                <a:ln>
                  <a:noFill/>
                </a:ln>
                <a:effectLst>
                  <a:outerShdw blurRad="38100" dist="38100" dir="2700000" algn="tl">
                    <a:srgbClr val="C0C0C0"/>
                  </a:outerShdw>
                </a:effectLst>
                <a:uLnTx/>
                <a:uFillTx/>
                <a:ea typeface="仿宋_GB2312" pitchFamily="49" charset="-122"/>
                <a:sym typeface="+mn-ea"/>
              </a:rPr>
              <a:t>：确认该设计是否表现出良好的质量特征</a:t>
            </a:r>
            <a:r>
              <a:rPr lang="en-US" altLang="zh-CN" kern="0" noProof="0">
                <a:ln>
                  <a:noFill/>
                </a:ln>
                <a:effectLst>
                  <a:outerShdw blurRad="38100" dist="38100" dir="2700000" algn="tl">
                    <a:srgbClr val="C0C0C0"/>
                  </a:outerShdw>
                </a:effectLst>
                <a:uLnTx/>
                <a:uFillTx/>
                <a:ea typeface="仿宋_GB2312" pitchFamily="49" charset="-122"/>
                <a:sym typeface="+mn-ea"/>
              </a:rPr>
              <a:t>;</a:t>
            </a:r>
            <a:endParaRPr kumimoji="0" lang="en-US" altLang="zh-CN"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仿宋_GB2312" pitchFamily="49" charset="-122"/>
              <a:cs typeface="+mn-cs"/>
            </a:endParaRPr>
          </a:p>
          <a:p>
            <a:pPr marL="342900" marR="0" lvl="0" indent="-342900" algn="l" defTabSz="914400" rtl="0" eaLnBrk="1" fontAlgn="base" latinLnBrk="0" hangingPunct="1">
              <a:lnSpc>
                <a:spcPct val="105000"/>
              </a:lnSpc>
              <a:spcBef>
                <a:spcPct val="15000"/>
              </a:spcBef>
              <a:spcAft>
                <a:spcPct val="0"/>
              </a:spcAft>
              <a:buClr>
                <a:srgbClr val="990099"/>
              </a:buClr>
              <a:buSzPct val="70000"/>
              <a:buFont typeface="Wingdings" panose="05000000000000000000" pitchFamily="2" charset="2"/>
              <a:buChar char="l"/>
              <a:defRPr/>
            </a:pPr>
            <a:r>
              <a:rPr lang="zh-CN" altLang="en-US" u="sng" kern="0" noProof="0">
                <a:ln>
                  <a:noFill/>
                </a:ln>
                <a:solidFill>
                  <a:srgbClr val="FF0000"/>
                </a:solidFill>
                <a:effectLst>
                  <a:outerShdw blurRad="38100" dist="38100" dir="2700000" algn="tl">
                    <a:srgbClr val="C0C0C0"/>
                  </a:outerShdw>
                </a:effectLst>
                <a:uLnTx/>
                <a:uFillTx/>
                <a:ea typeface="仿宋_GB2312" pitchFamily="49" charset="-122"/>
                <a:sym typeface="+mn-ea"/>
              </a:rPr>
              <a:t>各种选择方案</a:t>
            </a:r>
            <a:r>
              <a:rPr lang="zh-CN" altLang="en-US" kern="0" noProof="0">
                <a:ln>
                  <a:noFill/>
                </a:ln>
                <a:effectLst>
                  <a:outerShdw blurRad="38100" dist="38100" dir="2700000" algn="tl">
                    <a:srgbClr val="C0C0C0"/>
                  </a:outerShdw>
                </a:effectLst>
                <a:uLnTx/>
                <a:uFillTx/>
                <a:ea typeface="仿宋_GB2312" pitchFamily="49" charset="-122"/>
                <a:sym typeface="+mn-ea"/>
              </a:rPr>
              <a:t>：看是否考虑过其他方案，比较各种选择方案的标准是什么</a:t>
            </a:r>
            <a:r>
              <a:rPr lang="en-US" altLang="zh-CN" kern="0" noProof="0">
                <a:ln>
                  <a:noFill/>
                </a:ln>
                <a:effectLst>
                  <a:outerShdw blurRad="38100" dist="38100" dir="2700000" algn="tl">
                    <a:srgbClr val="C0C0C0"/>
                  </a:outerShdw>
                </a:effectLst>
                <a:uLnTx/>
                <a:uFillTx/>
                <a:ea typeface="仿宋_GB2312" pitchFamily="49" charset="-122"/>
                <a:sym typeface="+mn-ea"/>
              </a:rPr>
              <a:t>;</a:t>
            </a:r>
            <a:endParaRPr kumimoji="0" lang="en-US" altLang="zh-CN"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仿宋_GB2312" pitchFamily="49" charset="-122"/>
              <a:cs typeface="+mn-cs"/>
            </a:endParaRPr>
          </a:p>
          <a:p>
            <a:pPr marL="342900" marR="0" lvl="0" indent="-342900" algn="l" defTabSz="914400" rtl="0" eaLnBrk="1" fontAlgn="base" latinLnBrk="0" hangingPunct="1">
              <a:lnSpc>
                <a:spcPct val="105000"/>
              </a:lnSpc>
              <a:spcBef>
                <a:spcPct val="15000"/>
              </a:spcBef>
              <a:spcAft>
                <a:spcPct val="0"/>
              </a:spcAft>
              <a:buClr>
                <a:srgbClr val="990099"/>
              </a:buClr>
              <a:buSzPct val="70000"/>
              <a:buFont typeface="Wingdings" panose="05000000000000000000" pitchFamily="2" charset="2"/>
              <a:buChar char="l"/>
              <a:defRPr/>
            </a:pPr>
            <a:r>
              <a:rPr lang="zh-CN" altLang="en-US" u="sng" kern="0" noProof="0">
                <a:ln>
                  <a:noFill/>
                </a:ln>
                <a:solidFill>
                  <a:srgbClr val="FF0000"/>
                </a:solidFill>
                <a:effectLst>
                  <a:outerShdw blurRad="38100" dist="38100" dir="2700000" algn="tl">
                    <a:srgbClr val="C0C0C0"/>
                  </a:outerShdw>
                </a:effectLst>
                <a:uLnTx/>
                <a:uFillTx/>
                <a:ea typeface="仿宋_GB2312" pitchFamily="49" charset="-122"/>
                <a:sym typeface="+mn-ea"/>
              </a:rPr>
              <a:t>限制</a:t>
            </a:r>
            <a:r>
              <a:rPr lang="zh-CN" altLang="en-US" kern="0" noProof="0">
                <a:ln>
                  <a:noFill/>
                </a:ln>
                <a:effectLst>
                  <a:outerShdw blurRad="38100" dist="38100" dir="2700000" algn="tl">
                    <a:srgbClr val="C0C0C0"/>
                  </a:outerShdw>
                </a:effectLst>
                <a:uLnTx/>
                <a:uFillTx/>
                <a:ea typeface="仿宋_GB2312" pitchFamily="49" charset="-122"/>
                <a:sym typeface="+mn-ea"/>
              </a:rPr>
              <a:t>：评估对该软件的限制是否现实，是否与需求一致</a:t>
            </a:r>
            <a:r>
              <a:rPr lang="en-US" altLang="zh-CN" kern="0" noProof="0">
                <a:ln>
                  <a:noFill/>
                </a:ln>
                <a:effectLst>
                  <a:outerShdw blurRad="38100" dist="38100" dir="2700000" algn="tl">
                    <a:srgbClr val="C0C0C0"/>
                  </a:outerShdw>
                </a:effectLst>
                <a:uLnTx/>
                <a:uFillTx/>
                <a:ea typeface="仿宋_GB2312" pitchFamily="49" charset="-122"/>
                <a:sym typeface="+mn-ea"/>
              </a:rPr>
              <a:t>;</a:t>
            </a:r>
            <a:endParaRPr kumimoji="0" lang="en-US" altLang="zh-CN"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仿宋_GB2312" pitchFamily="49" charset="-122"/>
              <a:cs typeface="+mn-cs"/>
            </a:endParaRPr>
          </a:p>
          <a:p>
            <a:pPr marL="342900" marR="0" lvl="0" indent="-342900" algn="l" defTabSz="914400" rtl="0" eaLnBrk="1" fontAlgn="base" latinLnBrk="0" hangingPunct="1">
              <a:lnSpc>
                <a:spcPct val="105000"/>
              </a:lnSpc>
              <a:spcBef>
                <a:spcPct val="15000"/>
              </a:spcBef>
              <a:spcAft>
                <a:spcPct val="0"/>
              </a:spcAft>
              <a:buClr>
                <a:srgbClr val="990099"/>
              </a:buClr>
              <a:buSzPct val="70000"/>
              <a:buFont typeface="Wingdings" panose="05000000000000000000" pitchFamily="2" charset="2"/>
              <a:buChar char="l"/>
              <a:defRPr/>
            </a:pPr>
            <a:r>
              <a:rPr lang="zh-CN" altLang="en-US" u="sng" kern="0" noProof="0">
                <a:ln>
                  <a:noFill/>
                </a:ln>
                <a:solidFill>
                  <a:srgbClr val="FF0000"/>
                </a:solidFill>
                <a:effectLst>
                  <a:outerShdw blurRad="38100" dist="38100" dir="2700000" algn="tl">
                    <a:srgbClr val="C0C0C0"/>
                  </a:outerShdw>
                </a:effectLst>
                <a:uLnTx/>
                <a:uFillTx/>
                <a:ea typeface="仿宋_GB2312" pitchFamily="49" charset="-122"/>
                <a:sym typeface="+mn-ea"/>
              </a:rPr>
              <a:t>其他具体问题</a:t>
            </a:r>
            <a:r>
              <a:rPr lang="zh-CN" altLang="en-US" kern="0" noProof="0">
                <a:ln>
                  <a:noFill/>
                </a:ln>
                <a:effectLst>
                  <a:outerShdw blurRad="38100" dist="38100" dir="2700000" algn="tl">
                    <a:srgbClr val="C0C0C0"/>
                  </a:outerShdw>
                </a:effectLst>
                <a:uLnTx/>
                <a:uFillTx/>
                <a:ea typeface="仿宋_GB2312" pitchFamily="49" charset="-122"/>
                <a:sym typeface="+mn-ea"/>
              </a:rPr>
              <a:t>：对于文档、可测试性、设计过程</a:t>
            </a:r>
            <a:r>
              <a:rPr lang="en-US" altLang="zh-CN" kern="0" noProof="0">
                <a:ln>
                  <a:noFill/>
                </a:ln>
                <a:effectLst>
                  <a:outerShdw blurRad="38100" dist="38100" dir="2700000" algn="tl">
                    <a:srgbClr val="C0C0C0"/>
                  </a:outerShdw>
                </a:effectLst>
                <a:uLnTx/>
                <a:uFillTx/>
                <a:ea typeface="仿宋_GB2312" pitchFamily="49" charset="-122"/>
                <a:sym typeface="+mn-ea"/>
              </a:rPr>
              <a:t>..</a:t>
            </a:r>
            <a:r>
              <a:rPr lang="zh-CN" altLang="en-US" kern="0" noProof="0">
                <a:ln>
                  <a:noFill/>
                </a:ln>
                <a:effectLst>
                  <a:outerShdw blurRad="38100" dist="38100" dir="2700000" algn="tl">
                    <a:srgbClr val="C0C0C0"/>
                  </a:outerShdw>
                </a:effectLst>
                <a:uLnTx/>
                <a:uFillTx/>
                <a:ea typeface="仿宋_GB2312" pitchFamily="49" charset="-122"/>
                <a:sym typeface="+mn-ea"/>
              </a:rPr>
              <a:t>等进行评估</a:t>
            </a:r>
            <a:r>
              <a:rPr lang="en-US" altLang="zh-CN" kern="0" noProof="0">
                <a:ln>
                  <a:noFill/>
                </a:ln>
                <a:effectLst>
                  <a:outerShdw blurRad="38100" dist="38100" dir="2700000" algn="tl">
                    <a:srgbClr val="C0C0C0"/>
                  </a:outerShdw>
                </a:effectLst>
                <a:uLnTx/>
                <a:uFillTx/>
                <a:ea typeface="仿宋_GB2312" pitchFamily="49" charset="-122"/>
                <a:sym typeface="+mn-ea"/>
              </a:rPr>
              <a:t>;</a:t>
            </a:r>
            <a:endParaRPr kumimoji="0" lang="en-US" altLang="zh-CN"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仿宋_GB2312" pitchFamily="49" charset="-122"/>
              <a:cs typeface="+mn-cs"/>
            </a:endParaRPr>
          </a:p>
          <a:p>
            <a:pPr marL="342900" marR="0" lvl="0" indent="-342900" algn="l" defTabSz="914400" rtl="0" eaLnBrk="1" fontAlgn="base" latinLnBrk="0" hangingPunct="1">
              <a:lnSpc>
                <a:spcPct val="105000"/>
              </a:lnSpc>
              <a:spcBef>
                <a:spcPct val="15000"/>
              </a:spcBef>
              <a:spcAft>
                <a:spcPct val="0"/>
              </a:spcAft>
              <a:buClr>
                <a:schemeClr val="tx2"/>
              </a:buClr>
              <a:buSzPct val="70000"/>
              <a:buFont typeface="Wingdings" panose="05000000000000000000" pitchFamily="2" charset="2"/>
              <a:buNone/>
              <a:defRPr/>
            </a:pPr>
            <a:endParaRPr kumimoji="0" lang="zh-CN" altLang="en-US" b="1" i="0" u="none" strike="noStrike" kern="0" cap="none" spc="0" normalizeH="0" baseline="0" noProof="0">
              <a:ln>
                <a:noFill/>
              </a:ln>
              <a:solidFill>
                <a:schemeClr val="tx1"/>
              </a:solidFill>
              <a:effectLst>
                <a:outerShdw blurRad="38100" dist="38100" dir="2700000" algn="tl">
                  <a:srgbClr val="C0C0C0"/>
                </a:outerShdw>
              </a:effectLst>
              <a:uLnTx/>
              <a:uFillTx/>
              <a:latin typeface="+mn-ea"/>
              <a:cs typeface="+mn-ea"/>
              <a:sym typeface="+mn-ea"/>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宋体" panose="02010600030101010101" pitchFamily="2" charset="-122"/>
                <a:cs typeface="Times New Roman" panose="02020603050405020304" pitchFamily="18" charset="0"/>
              </a:rPr>
              <a:t>2.2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结构化设计</a:t>
            </a:r>
            <a:endPar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13316"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
        <p:nvSpPr>
          <p:cNvPr id="3" name="Rectangle 3"/>
          <p:cNvSpPr>
            <a:spLocks noGrp="1" noChangeArrowheads="1"/>
          </p:cNvSpPr>
          <p:nvPr>
            <p:ph idx="1"/>
          </p:nvPr>
        </p:nvSpPr>
        <p:spPr>
          <a:xfrm>
            <a:off x="483870" y="1467485"/>
            <a:ext cx="7772400" cy="5041900"/>
          </a:xfrm>
        </p:spPr>
        <p:txBody>
          <a:bodyPr vert="horz" wrap="square" lIns="91440" tIns="45720" rIns="91440" bIns="45720" numCol="1" anchor="t" anchorCtr="0" compatLnSpc="1">
            <a:noAutofit/>
          </a:bodyPr>
          <a:lstStyle/>
          <a:p>
            <a:pPr marL="342900" marR="0" lvl="0" indent="-342900" algn="l" defTabSz="914400" rtl="0" eaLnBrk="1" fontAlgn="base" latinLnBrk="0" hangingPunct="1">
              <a:lnSpc>
                <a:spcPct val="105000"/>
              </a:lnSpc>
              <a:spcBef>
                <a:spcPct val="15000"/>
              </a:spcBef>
              <a:spcAft>
                <a:spcPct val="0"/>
              </a:spcAft>
              <a:buClr>
                <a:srgbClr val="990099"/>
              </a:buClr>
              <a:buSzPct val="85000"/>
              <a:buFont typeface="Wingdings" panose="05000000000000000000" pitchFamily="2" charset="2"/>
              <a:buNone/>
              <a:defRPr/>
            </a:pPr>
            <a:r>
              <a:rPr kumimoji="0" lang="zh-CN" altLang="en-US" sz="2800" b="1" i="0" u="none" strike="noStrike" kern="0" cap="none" spc="0" normalizeH="0" baseline="0" noProof="0">
                <a:ln>
                  <a:noFill/>
                </a:ln>
                <a:solidFill>
                  <a:srgbClr val="FF0000"/>
                </a:solidFill>
                <a:effectLst>
                  <a:outerShdw blurRad="38100" dist="38100" dir="2700000" algn="tl">
                    <a:srgbClr val="C0C0C0"/>
                  </a:outerShdw>
                </a:effectLst>
                <a:uLnTx/>
                <a:uFillTx/>
                <a:latin typeface="+mn-ea"/>
                <a:cs typeface="+mn-ea"/>
              </a:rPr>
              <a:t>软件结构图</a:t>
            </a:r>
            <a:endParaRPr kumimoji="0" lang="zh-CN" altLang="en-US" sz="2800" b="1" i="0" u="none" strike="noStrike" kern="0" cap="none" spc="0" normalizeH="0" baseline="0" noProof="0">
              <a:ln>
                <a:noFill/>
              </a:ln>
              <a:solidFill>
                <a:srgbClr val="FF0000"/>
              </a:solidFill>
              <a:effectLst>
                <a:outerShdw blurRad="38100" dist="38100" dir="2700000" algn="tl">
                  <a:srgbClr val="C0C0C0"/>
                </a:outerShdw>
              </a:effectLst>
              <a:uLnTx/>
              <a:uFillTx/>
              <a:latin typeface="+mn-ea"/>
              <a:cs typeface="+mn-ea"/>
            </a:endParaRPr>
          </a:p>
          <a:p>
            <a:pPr marL="342900" marR="0" lvl="0" indent="-342900" algn="l" defTabSz="914400" rtl="0" eaLnBrk="1" fontAlgn="base" latinLnBrk="0" hangingPunct="1">
              <a:lnSpc>
                <a:spcPct val="105000"/>
              </a:lnSpc>
              <a:spcBef>
                <a:spcPct val="15000"/>
              </a:spcBef>
              <a:spcAft>
                <a:spcPct val="0"/>
              </a:spcAft>
              <a:buClr>
                <a:schemeClr val="tx2"/>
              </a:buClr>
              <a:buSzPct val="70000"/>
              <a:buFont typeface="Wingdings" panose="05000000000000000000" pitchFamily="2" charset="2"/>
              <a:buNone/>
              <a:defRPr/>
            </a:pPr>
            <a:endParaRPr kumimoji="0" lang="en-US" altLang="zh-CN" b="1" i="0" u="sng" strike="noStrike" kern="0" cap="none" spc="0" normalizeH="0" baseline="0" noProof="0">
              <a:ln>
                <a:noFill/>
              </a:ln>
              <a:solidFill>
                <a:srgbClr val="0070C0"/>
              </a:solidFill>
              <a:effectLst>
                <a:outerShdw blurRad="38100" dist="38100" dir="2700000" algn="tl">
                  <a:srgbClr val="C0C0C0"/>
                </a:outerShdw>
              </a:effectLst>
              <a:uLnTx/>
              <a:uFillTx/>
              <a:latin typeface="+mn-ea"/>
              <a:cs typeface="+mn-ea"/>
              <a:sym typeface="+mn-ea"/>
            </a:endParaRPr>
          </a:p>
          <a:p>
            <a:pPr marR="0" lvl="0" algn="l" defTabSz="914400" rtl="0" eaLnBrk="1" fontAlgn="base" latinLnBrk="0" hangingPunct="1">
              <a:lnSpc>
                <a:spcPct val="105000"/>
              </a:lnSpc>
              <a:spcBef>
                <a:spcPct val="15000"/>
              </a:spcBef>
              <a:spcAft>
                <a:spcPct val="0"/>
              </a:spcAft>
              <a:buClr>
                <a:schemeClr val="tx2"/>
              </a:buClr>
              <a:buSzPct val="70000"/>
              <a:defRPr/>
            </a:pPr>
            <a:r>
              <a:rPr kumimoji="0" lang="zh-CN" altLang="en-US" b="0" i="0" strike="noStrike" kern="0" cap="none" spc="0" normalizeH="0" baseline="0" noProof="0">
                <a:ln>
                  <a:noFill/>
                </a:ln>
                <a:solidFill>
                  <a:schemeClr val="tx1"/>
                </a:solidFill>
                <a:effectLst>
                  <a:outerShdw blurRad="38100" dist="38100" dir="2700000" algn="tl">
                    <a:srgbClr val="C0C0C0"/>
                  </a:outerShdw>
                </a:effectLst>
                <a:uLnTx/>
                <a:uFillTx/>
                <a:latin typeface="+mn-ea"/>
                <a:cs typeface="+mn-ea"/>
                <a:sym typeface="+mn-ea"/>
              </a:rPr>
              <a:t>总的来说，概要设计阶段的重点在于合理划分系统模块，指导模块划分的原则：保证模块之间高内聚低耦合</a:t>
            </a:r>
            <a:endParaRPr kumimoji="0" lang="zh-CN" altLang="en-US" b="0" i="0" strike="noStrike" kern="0" cap="none" spc="0" normalizeH="0" baseline="0" noProof="0">
              <a:ln>
                <a:noFill/>
              </a:ln>
              <a:solidFill>
                <a:schemeClr val="tx1"/>
              </a:solidFill>
              <a:effectLst>
                <a:outerShdw blurRad="38100" dist="38100" dir="2700000" algn="tl">
                  <a:srgbClr val="C0C0C0"/>
                </a:outerShdw>
              </a:effectLst>
              <a:uLnTx/>
              <a:uFillTx/>
              <a:latin typeface="+mn-ea"/>
              <a:cs typeface="+mn-ea"/>
              <a:sym typeface="+mn-ea"/>
            </a:endParaRPr>
          </a:p>
          <a:p>
            <a:pPr marR="0" lvl="0" algn="l" defTabSz="914400" rtl="0" eaLnBrk="1" fontAlgn="base" latinLnBrk="0" hangingPunct="1">
              <a:lnSpc>
                <a:spcPct val="105000"/>
              </a:lnSpc>
              <a:spcBef>
                <a:spcPct val="15000"/>
              </a:spcBef>
              <a:spcAft>
                <a:spcPct val="0"/>
              </a:spcAft>
              <a:buClr>
                <a:schemeClr val="tx2"/>
              </a:buClr>
              <a:buSzPct val="70000"/>
              <a:defRPr/>
            </a:pPr>
            <a:r>
              <a:rPr kumimoji="0" lang="zh-CN" altLang="en-US" b="0" i="0" strike="noStrike" kern="0" cap="none" spc="0" normalizeH="0" baseline="0" noProof="0">
                <a:ln>
                  <a:noFill/>
                </a:ln>
                <a:solidFill>
                  <a:schemeClr val="tx1"/>
                </a:solidFill>
                <a:effectLst>
                  <a:outerShdw blurRad="38100" dist="38100" dir="2700000" algn="tl">
                    <a:srgbClr val="C0C0C0"/>
                  </a:outerShdw>
                </a:effectLst>
                <a:uLnTx/>
                <a:uFillTx/>
                <a:latin typeface="+mn-ea"/>
                <a:cs typeface="+mn-ea"/>
                <a:sym typeface="+mn-ea"/>
              </a:rPr>
              <a:t>工具：软件结构图</a:t>
            </a:r>
            <a:r>
              <a:rPr kumimoji="0" lang="en-US" altLang="zh-CN" b="0" i="0" strike="noStrike" kern="0" cap="none" spc="0" normalizeH="0" baseline="0" noProof="0">
                <a:ln>
                  <a:noFill/>
                </a:ln>
                <a:solidFill>
                  <a:schemeClr val="tx1"/>
                </a:solidFill>
                <a:effectLst>
                  <a:outerShdw blurRad="38100" dist="38100" dir="2700000" algn="tl">
                    <a:srgbClr val="C0C0C0"/>
                  </a:outerShdw>
                </a:effectLst>
                <a:uLnTx/>
                <a:uFillTx/>
                <a:latin typeface="+mn-ea"/>
                <a:cs typeface="+mn-ea"/>
                <a:sym typeface="+mn-ea"/>
              </a:rPr>
              <a:t>SC</a:t>
            </a:r>
            <a:endParaRPr kumimoji="0" lang="en-US" altLang="zh-CN" b="0" i="0" strike="noStrike" kern="0" cap="none" spc="0" normalizeH="0" baseline="0" noProof="0">
              <a:ln>
                <a:noFill/>
              </a:ln>
              <a:solidFill>
                <a:schemeClr val="tx1"/>
              </a:solidFill>
              <a:effectLst>
                <a:outerShdw blurRad="38100" dist="38100" dir="2700000" algn="tl">
                  <a:srgbClr val="C0C0C0"/>
                </a:outerShdw>
              </a:effectLst>
              <a:uLnTx/>
              <a:uFillTx/>
              <a:latin typeface="+mn-ea"/>
              <a:cs typeface="+mn-ea"/>
              <a:sym typeface="+mn-ea"/>
            </a:endParaRPr>
          </a:p>
          <a:p>
            <a:pPr marR="0" lvl="0" algn="l" defTabSz="914400" rtl="0" eaLnBrk="1" fontAlgn="base" latinLnBrk="0" hangingPunct="1">
              <a:lnSpc>
                <a:spcPct val="105000"/>
              </a:lnSpc>
              <a:spcBef>
                <a:spcPct val="15000"/>
              </a:spcBef>
              <a:spcAft>
                <a:spcPct val="0"/>
              </a:spcAft>
              <a:buClr>
                <a:schemeClr val="tx2"/>
              </a:buClr>
              <a:buSzPct val="70000"/>
              <a:defRPr/>
            </a:pPr>
            <a:r>
              <a:rPr kumimoji="0" lang="zh-CN" altLang="en-US" b="0" i="0" strike="noStrike" kern="0" cap="none" spc="0" normalizeH="0" baseline="0" noProof="0">
                <a:ln>
                  <a:noFill/>
                </a:ln>
                <a:solidFill>
                  <a:schemeClr val="tx1"/>
                </a:solidFill>
                <a:effectLst>
                  <a:outerShdw blurRad="38100" dist="38100" dir="2700000" algn="tl">
                    <a:srgbClr val="C0C0C0"/>
                  </a:outerShdw>
                </a:effectLst>
                <a:uLnTx/>
                <a:uFillTx/>
                <a:latin typeface="+mn-ea"/>
                <a:cs typeface="+mn-ea"/>
                <a:sym typeface="+mn-ea"/>
              </a:rPr>
              <a:t>传入模块，传出模块，变换模块，协调模块</a:t>
            </a:r>
            <a:endParaRPr kumimoji="0" lang="zh-CN" altLang="en-US" b="0" i="0" strike="noStrike" kern="0" cap="none" spc="0" normalizeH="0" baseline="0" noProof="0">
              <a:ln>
                <a:noFill/>
              </a:ln>
              <a:solidFill>
                <a:schemeClr val="tx1"/>
              </a:solidFill>
              <a:effectLst>
                <a:outerShdw blurRad="38100" dist="38100" dir="2700000" algn="tl">
                  <a:srgbClr val="C0C0C0"/>
                </a:outerShdw>
              </a:effectLst>
              <a:uLnTx/>
              <a:uFillTx/>
              <a:latin typeface="+mn-ea"/>
              <a:cs typeface="+mn-ea"/>
              <a:sym typeface="+mn-ea"/>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宋体" panose="02010600030101010101" pitchFamily="2" charset="-122"/>
                <a:cs typeface="Times New Roman" panose="02020603050405020304" pitchFamily="18" charset="0"/>
              </a:rPr>
              <a:t>2.2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结构化设计</a:t>
            </a:r>
            <a:endPar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13316"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
        <p:nvSpPr>
          <p:cNvPr id="3" name="Rectangle 3"/>
          <p:cNvSpPr>
            <a:spLocks noGrp="1" noChangeArrowheads="1"/>
          </p:cNvSpPr>
          <p:nvPr>
            <p:ph idx="1"/>
          </p:nvPr>
        </p:nvSpPr>
        <p:spPr>
          <a:xfrm>
            <a:off x="483870" y="1467485"/>
            <a:ext cx="7772400" cy="5041900"/>
          </a:xfrm>
        </p:spPr>
        <p:txBody>
          <a:bodyPr vert="horz" wrap="square" lIns="91440" tIns="45720" rIns="91440" bIns="45720" numCol="1" anchor="t" anchorCtr="0" compatLnSpc="1">
            <a:noAutofit/>
          </a:bodyPr>
          <a:lstStyle/>
          <a:p>
            <a:pPr marL="342900" marR="0" lvl="0" indent="-342900" algn="l" defTabSz="914400" rtl="0" eaLnBrk="1" fontAlgn="base" latinLnBrk="0" hangingPunct="1">
              <a:lnSpc>
                <a:spcPct val="105000"/>
              </a:lnSpc>
              <a:spcBef>
                <a:spcPct val="15000"/>
              </a:spcBef>
              <a:spcAft>
                <a:spcPct val="0"/>
              </a:spcAft>
              <a:buClr>
                <a:srgbClr val="990099"/>
              </a:buClr>
              <a:buSzPct val="85000"/>
              <a:buFont typeface="Wingdings" panose="05000000000000000000" pitchFamily="2" charset="2"/>
              <a:buNone/>
              <a:defRPr/>
            </a:pPr>
            <a:r>
              <a:rPr kumimoji="0" lang="zh-CN" altLang="en-US" sz="2800" b="1" i="0" u="none" strike="noStrike" kern="0" cap="none" spc="0" normalizeH="0" baseline="0" noProof="0">
                <a:ln>
                  <a:noFill/>
                </a:ln>
                <a:solidFill>
                  <a:srgbClr val="FF0000"/>
                </a:solidFill>
                <a:effectLst>
                  <a:outerShdw blurRad="38100" dist="38100" dir="2700000" algn="tl">
                    <a:srgbClr val="C0C0C0"/>
                  </a:outerShdw>
                </a:effectLst>
                <a:uLnTx/>
                <a:uFillTx/>
                <a:latin typeface="+mn-ea"/>
                <a:cs typeface="+mn-ea"/>
              </a:rPr>
              <a:t>软件结构图</a:t>
            </a:r>
            <a:endParaRPr kumimoji="0" lang="en-US" altLang="zh-CN" b="1" i="0" u="sng" strike="noStrike" kern="0" cap="none" spc="0" normalizeH="0" baseline="0" noProof="0">
              <a:ln>
                <a:noFill/>
              </a:ln>
              <a:solidFill>
                <a:srgbClr val="0070C0"/>
              </a:solidFill>
              <a:effectLst>
                <a:outerShdw blurRad="38100" dist="38100" dir="2700000" algn="tl">
                  <a:srgbClr val="C0C0C0"/>
                </a:outerShdw>
              </a:effectLst>
              <a:uLnTx/>
              <a:uFillTx/>
              <a:latin typeface="+mn-ea"/>
              <a:cs typeface="+mn-ea"/>
              <a:sym typeface="+mn-ea"/>
            </a:endParaRPr>
          </a:p>
          <a:p>
            <a:pPr marL="342900" marR="0" lvl="0" indent="-342900" algn="l" defTabSz="914400" rtl="0" eaLnBrk="1" fontAlgn="base" latinLnBrk="0" hangingPunct="1">
              <a:lnSpc>
                <a:spcPct val="105000"/>
              </a:lnSpc>
              <a:spcBef>
                <a:spcPct val="20000"/>
              </a:spcBef>
              <a:spcAft>
                <a:spcPct val="0"/>
              </a:spcAft>
              <a:buClr>
                <a:srgbClr val="990099"/>
              </a:buClr>
              <a:buSzPct val="70000"/>
              <a:buFont typeface="Wingdings" panose="05000000000000000000" pitchFamily="2" charset="2"/>
              <a:buChar char="l"/>
              <a:defRPr/>
            </a:pPr>
            <a:r>
              <a:rPr lang="zh-CN" altLang="en-US" kern="0" noProof="0">
                <a:ln>
                  <a:noFill/>
                </a:ln>
                <a:solidFill>
                  <a:srgbClr val="FF0000"/>
                </a:solidFill>
                <a:effectLst>
                  <a:outerShdw blurRad="38100" dist="38100" dir="2700000" algn="tl">
                    <a:srgbClr val="C0C0C0"/>
                  </a:outerShdw>
                </a:effectLst>
                <a:uLnTx/>
                <a:uFillTx/>
                <a:ea typeface="仿宋_GB2312" pitchFamily="49" charset="-122"/>
                <a:sym typeface="+mn-ea"/>
              </a:rPr>
              <a:t>传入模块</a:t>
            </a:r>
            <a:r>
              <a:rPr lang="zh-CN" altLang="en-US" kern="0" noProof="0">
                <a:ln>
                  <a:noFill/>
                </a:ln>
                <a:solidFill>
                  <a:srgbClr val="006600"/>
                </a:solidFill>
                <a:effectLst>
                  <a:outerShdw blurRad="38100" dist="38100" dir="2700000" algn="tl">
                    <a:srgbClr val="C0C0C0"/>
                  </a:outerShdw>
                </a:effectLst>
                <a:uLnTx/>
                <a:uFillTx/>
                <a:ea typeface="仿宋_GB2312" pitchFamily="49" charset="-122"/>
                <a:sym typeface="+mn-ea"/>
              </a:rPr>
              <a:t> </a:t>
            </a:r>
            <a:r>
              <a:rPr lang="zh-CN" altLang="en-US" kern="0" noProof="0">
                <a:ln>
                  <a:noFill/>
                </a:ln>
                <a:effectLst>
                  <a:outerShdw blurRad="38100" dist="38100" dir="2700000" algn="tl">
                    <a:srgbClr val="C0C0C0"/>
                  </a:outerShdw>
                </a:effectLst>
                <a:uLnTx/>
                <a:uFillTx/>
                <a:ea typeface="仿宋_GB2312" pitchFamily="49" charset="-122"/>
                <a:sym typeface="+mn-ea"/>
              </a:rPr>
              <a:t>─ 从下属模块取得数据，经过某些处理</a:t>
            </a:r>
            <a:r>
              <a:rPr lang="en-US" altLang="zh-CN" kern="0" noProof="0">
                <a:ln>
                  <a:noFill/>
                </a:ln>
                <a:effectLst>
                  <a:outerShdw blurRad="38100" dist="38100" dir="2700000" algn="tl">
                    <a:srgbClr val="C0C0C0"/>
                  </a:outerShdw>
                </a:effectLst>
                <a:uLnTx/>
                <a:uFillTx/>
                <a:ea typeface="仿宋_GB2312" pitchFamily="49" charset="-122"/>
                <a:sym typeface="+mn-ea"/>
              </a:rPr>
              <a:t>, </a:t>
            </a:r>
            <a:r>
              <a:rPr lang="zh-CN" altLang="en-US" kern="0" noProof="0">
                <a:ln>
                  <a:noFill/>
                </a:ln>
                <a:effectLst>
                  <a:outerShdw blurRad="38100" dist="38100" dir="2700000" algn="tl">
                    <a:srgbClr val="C0C0C0"/>
                  </a:outerShdw>
                </a:effectLst>
                <a:uLnTx/>
                <a:uFillTx/>
                <a:ea typeface="仿宋_GB2312" pitchFamily="49" charset="-122"/>
                <a:sym typeface="+mn-ea"/>
              </a:rPr>
              <a:t>再将其传送给上级模块。它传送的数据流叫做逻辑输入数据流。</a:t>
            </a:r>
            <a:endParaRPr lang="zh-CN" altLang="en-US" kern="0" noProof="0">
              <a:ln>
                <a:noFill/>
              </a:ln>
              <a:effectLst>
                <a:outerShdw blurRad="38100" dist="38100" dir="2700000" algn="tl">
                  <a:srgbClr val="C0C0C0"/>
                </a:outerShdw>
              </a:effectLst>
              <a:uLnTx/>
              <a:uFillTx/>
              <a:ea typeface="仿宋_GB2312" pitchFamily="49" charset="-122"/>
              <a:sym typeface="+mn-ea"/>
            </a:endParaRPr>
          </a:p>
          <a:p>
            <a:pPr marL="342900" marR="0" lvl="0" indent="-342900" algn="l" defTabSz="914400" rtl="0" eaLnBrk="1" fontAlgn="base" latinLnBrk="0" hangingPunct="1">
              <a:lnSpc>
                <a:spcPct val="105000"/>
              </a:lnSpc>
              <a:spcBef>
                <a:spcPct val="20000"/>
              </a:spcBef>
              <a:spcAft>
                <a:spcPct val="0"/>
              </a:spcAft>
              <a:buClr>
                <a:srgbClr val="990099"/>
              </a:buClr>
              <a:buSzPct val="70000"/>
              <a:buFont typeface="Wingdings" panose="05000000000000000000" pitchFamily="2" charset="2"/>
              <a:buChar char="l"/>
              <a:defRPr/>
            </a:pPr>
            <a:endParaRPr kumimoji="0" lang="zh-CN" altLang="en-US"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仿宋_GB2312" pitchFamily="49" charset="-122"/>
              <a:cs typeface="+mn-cs"/>
            </a:endParaRPr>
          </a:p>
          <a:p>
            <a:pPr marL="342900" marR="0" lvl="0" indent="-342900" algn="l" defTabSz="914400" rtl="0" eaLnBrk="1" fontAlgn="base" latinLnBrk="0" hangingPunct="1">
              <a:lnSpc>
                <a:spcPct val="105000"/>
              </a:lnSpc>
              <a:spcBef>
                <a:spcPct val="20000"/>
              </a:spcBef>
              <a:spcAft>
                <a:spcPct val="0"/>
              </a:spcAft>
              <a:buClr>
                <a:srgbClr val="990099"/>
              </a:buClr>
              <a:buSzPct val="70000"/>
              <a:buFont typeface="Wingdings" panose="05000000000000000000" pitchFamily="2" charset="2"/>
              <a:buChar char="l"/>
              <a:defRPr/>
            </a:pPr>
            <a:endParaRPr kumimoji="0" lang="zh-CN" altLang="en-US"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仿宋_GB2312" pitchFamily="49" charset="-122"/>
              <a:cs typeface="+mn-cs"/>
              <a:sym typeface="+mn-ea"/>
            </a:endParaRPr>
          </a:p>
          <a:p>
            <a:pPr marL="342900" marR="0" lvl="0" indent="-342900" algn="l" defTabSz="914400" rtl="0" eaLnBrk="1" fontAlgn="base" latinLnBrk="0" hangingPunct="1">
              <a:lnSpc>
                <a:spcPct val="105000"/>
              </a:lnSpc>
              <a:spcBef>
                <a:spcPct val="20000"/>
              </a:spcBef>
              <a:spcAft>
                <a:spcPct val="0"/>
              </a:spcAft>
              <a:buClr>
                <a:srgbClr val="990099"/>
              </a:buClr>
              <a:buSzPct val="70000"/>
              <a:buFont typeface="Wingdings" panose="05000000000000000000" pitchFamily="2" charset="2"/>
              <a:buChar char="l"/>
              <a:defRPr/>
            </a:pPr>
            <a:endParaRPr kumimoji="0" lang="zh-CN" altLang="en-US"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仿宋_GB2312" pitchFamily="49" charset="-122"/>
              <a:cs typeface="+mn-cs"/>
              <a:sym typeface="+mn-ea"/>
            </a:endParaRPr>
          </a:p>
          <a:p>
            <a:pPr marL="342900" marR="0" lvl="0" indent="-342900" algn="l" defTabSz="914400" rtl="0" eaLnBrk="1" fontAlgn="base" latinLnBrk="0" hangingPunct="1">
              <a:lnSpc>
                <a:spcPct val="105000"/>
              </a:lnSpc>
              <a:spcBef>
                <a:spcPct val="20000"/>
              </a:spcBef>
              <a:spcAft>
                <a:spcPct val="0"/>
              </a:spcAft>
              <a:buClr>
                <a:srgbClr val="990099"/>
              </a:buClr>
              <a:buSzPct val="70000"/>
              <a:buFont typeface="Wingdings" panose="05000000000000000000" pitchFamily="2" charset="2"/>
              <a:buChar char="l"/>
              <a:defRPr/>
            </a:pPr>
            <a:endParaRPr kumimoji="0" lang="zh-CN" altLang="en-US"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仿宋_GB2312" pitchFamily="49" charset="-122"/>
              <a:cs typeface="+mn-cs"/>
              <a:sym typeface="+mn-ea"/>
            </a:endParaRPr>
          </a:p>
          <a:p>
            <a:pPr marL="342900" marR="0" lvl="0" indent="-342900" algn="l" defTabSz="914400" rtl="0" eaLnBrk="1" fontAlgn="base" latinLnBrk="0" hangingPunct="1">
              <a:lnSpc>
                <a:spcPct val="105000"/>
              </a:lnSpc>
              <a:spcBef>
                <a:spcPct val="20000"/>
              </a:spcBef>
              <a:spcAft>
                <a:spcPct val="0"/>
              </a:spcAft>
              <a:buClr>
                <a:srgbClr val="990099"/>
              </a:buClr>
              <a:buSzPct val="70000"/>
              <a:buFont typeface="Wingdings" panose="05000000000000000000" pitchFamily="2" charset="2"/>
              <a:buChar char="l"/>
              <a:defRPr/>
            </a:pPr>
            <a:r>
              <a:rPr lang="zh-CN" altLang="en-US" kern="0" noProof="0">
                <a:ln>
                  <a:noFill/>
                </a:ln>
                <a:solidFill>
                  <a:srgbClr val="FF0000"/>
                </a:solidFill>
                <a:effectLst>
                  <a:outerShdw blurRad="38100" dist="38100" dir="2700000" algn="tl">
                    <a:srgbClr val="C0C0C0"/>
                  </a:outerShdw>
                </a:effectLst>
                <a:uLnTx/>
                <a:uFillTx/>
                <a:ea typeface="仿宋_GB2312" pitchFamily="49" charset="-122"/>
                <a:sym typeface="+mn-ea"/>
              </a:rPr>
              <a:t>传出模块</a:t>
            </a:r>
            <a:r>
              <a:rPr lang="zh-CN" altLang="en-US" kern="0" noProof="0">
                <a:ln>
                  <a:noFill/>
                </a:ln>
                <a:solidFill>
                  <a:srgbClr val="006600"/>
                </a:solidFill>
                <a:effectLst>
                  <a:outerShdw blurRad="38100" dist="38100" dir="2700000" algn="tl">
                    <a:srgbClr val="C0C0C0"/>
                  </a:outerShdw>
                </a:effectLst>
                <a:uLnTx/>
                <a:uFillTx/>
                <a:ea typeface="仿宋_GB2312" pitchFamily="49" charset="-122"/>
                <a:sym typeface="+mn-ea"/>
              </a:rPr>
              <a:t> </a:t>
            </a:r>
            <a:r>
              <a:rPr lang="zh-CN" altLang="en-US" kern="0" noProof="0">
                <a:ln>
                  <a:noFill/>
                </a:ln>
                <a:effectLst>
                  <a:outerShdw blurRad="38100" dist="38100" dir="2700000" algn="tl">
                    <a:srgbClr val="C0C0C0"/>
                  </a:outerShdw>
                </a:effectLst>
                <a:uLnTx/>
                <a:uFillTx/>
                <a:ea typeface="仿宋_GB2312" pitchFamily="49" charset="-122"/>
                <a:sym typeface="+mn-ea"/>
              </a:rPr>
              <a:t>─ 从上级模块获得数据，进行某些处理，再将其传送给下属模块。它传送的数据流叫做逻辑输出数据流。</a:t>
            </a:r>
            <a:endParaRPr kumimoji="0" lang="zh-CN" altLang="en-US" b="0" i="0" strike="noStrike" kern="0" cap="none" spc="0" normalizeH="0" baseline="0" noProof="0">
              <a:ln>
                <a:noFill/>
              </a:ln>
              <a:solidFill>
                <a:schemeClr val="tx1"/>
              </a:solidFill>
              <a:effectLst>
                <a:outerShdw blurRad="38100" dist="38100" dir="2700000" algn="tl">
                  <a:srgbClr val="C0C0C0"/>
                </a:outerShdw>
              </a:effectLst>
              <a:uLnTx/>
              <a:uFillTx/>
              <a:latin typeface="+mn-ea"/>
              <a:cs typeface="+mn-ea"/>
              <a:sym typeface="+mn-ea"/>
            </a:endParaRPr>
          </a:p>
        </p:txBody>
      </p:sp>
      <p:grpSp>
        <p:nvGrpSpPr>
          <p:cNvPr id="160774" name="Group 3"/>
          <p:cNvGrpSpPr/>
          <p:nvPr/>
        </p:nvGrpSpPr>
        <p:grpSpPr>
          <a:xfrm>
            <a:off x="1555115" y="3295015"/>
            <a:ext cx="1789113" cy="1598613"/>
            <a:chOff x="996" y="1207"/>
            <a:chExt cx="1127" cy="1007"/>
          </a:xfrm>
        </p:grpSpPr>
        <p:sp>
          <p:nvSpPr>
            <p:cNvPr id="160806" name="Rectangle 4"/>
            <p:cNvSpPr/>
            <p:nvPr/>
          </p:nvSpPr>
          <p:spPr>
            <a:xfrm>
              <a:off x="996" y="1535"/>
              <a:ext cx="933" cy="311"/>
            </a:xfrm>
            <a:prstGeom prst="rect">
              <a:avLst/>
            </a:prstGeom>
            <a:solidFill>
              <a:srgbClr val="CCFF66"/>
            </a:solidFill>
            <a:ln w="9525" cap="flat" cmpd="sng">
              <a:solidFill>
                <a:srgbClr val="006600"/>
              </a:solidFill>
              <a:prstDash val="solid"/>
              <a:miter/>
              <a:headEnd type="none" w="med" len="med"/>
              <a:tailEnd type="none" w="med" len="med"/>
            </a:ln>
            <a:effectLst>
              <a:outerShdw dist="35921" dir="2699999" algn="ctr" rotWithShape="0">
                <a:schemeClr val="bg2"/>
              </a:outerShdw>
            </a:effectLst>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endParaRPr lang="zh-CN" altLang="en-US" sz="1800" dirty="0"/>
            </a:p>
          </p:txBody>
        </p:sp>
        <p:sp>
          <p:nvSpPr>
            <p:cNvPr id="160807" name="Line 5"/>
            <p:cNvSpPr/>
            <p:nvPr/>
          </p:nvSpPr>
          <p:spPr>
            <a:xfrm flipH="1">
              <a:off x="1563" y="1207"/>
              <a:ext cx="247" cy="329"/>
            </a:xfrm>
            <a:prstGeom prst="line">
              <a:avLst/>
            </a:prstGeom>
            <a:ln w="25400" cap="flat" cmpd="sng">
              <a:solidFill>
                <a:srgbClr val="000099"/>
              </a:solidFill>
              <a:prstDash val="solid"/>
              <a:headEnd type="none" w="med" len="med"/>
              <a:tailEnd type="triangle" w="sm" len="lg"/>
            </a:ln>
          </p:spPr>
        </p:sp>
        <p:sp>
          <p:nvSpPr>
            <p:cNvPr id="160808" name="Line 6"/>
            <p:cNvSpPr/>
            <p:nvPr/>
          </p:nvSpPr>
          <p:spPr>
            <a:xfrm flipH="1">
              <a:off x="1112" y="1851"/>
              <a:ext cx="256" cy="347"/>
            </a:xfrm>
            <a:prstGeom prst="line">
              <a:avLst/>
            </a:prstGeom>
            <a:ln w="25400" cap="flat" cmpd="sng">
              <a:solidFill>
                <a:srgbClr val="000099"/>
              </a:solidFill>
              <a:prstDash val="solid"/>
              <a:headEnd type="none" w="med" len="med"/>
              <a:tailEnd type="triangle" w="sm" len="lg"/>
            </a:ln>
          </p:spPr>
        </p:sp>
        <p:sp>
          <p:nvSpPr>
            <p:cNvPr id="160809" name="Line 7"/>
            <p:cNvSpPr/>
            <p:nvPr/>
          </p:nvSpPr>
          <p:spPr>
            <a:xfrm flipV="1">
              <a:off x="1728" y="1298"/>
              <a:ext cx="155" cy="192"/>
            </a:xfrm>
            <a:prstGeom prst="line">
              <a:avLst/>
            </a:prstGeom>
            <a:ln w="22225" cap="flat" cmpd="sng">
              <a:solidFill>
                <a:srgbClr val="FF0000"/>
              </a:solidFill>
              <a:prstDash val="solid"/>
              <a:headEnd type="none" w="med" len="med"/>
              <a:tailEnd type="triangle" w="sm" len="med"/>
            </a:ln>
          </p:spPr>
        </p:sp>
        <p:sp>
          <p:nvSpPr>
            <p:cNvPr id="160810" name="Line 8"/>
            <p:cNvSpPr/>
            <p:nvPr/>
          </p:nvSpPr>
          <p:spPr>
            <a:xfrm flipV="1">
              <a:off x="1339" y="1915"/>
              <a:ext cx="146" cy="201"/>
            </a:xfrm>
            <a:prstGeom prst="line">
              <a:avLst/>
            </a:prstGeom>
            <a:ln w="22225" cap="flat" cmpd="sng">
              <a:solidFill>
                <a:srgbClr val="FF0000"/>
              </a:solidFill>
              <a:prstDash val="solid"/>
              <a:headEnd type="none" w="med" len="med"/>
              <a:tailEnd type="triangle" w="sm" len="med"/>
            </a:ln>
          </p:spPr>
        </p:sp>
        <p:sp>
          <p:nvSpPr>
            <p:cNvPr id="160811" name="Text Box 9"/>
            <p:cNvSpPr txBox="1"/>
            <p:nvPr/>
          </p:nvSpPr>
          <p:spPr>
            <a:xfrm>
              <a:off x="1021" y="1529"/>
              <a:ext cx="888" cy="2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r>
                <a:rPr lang="zh-CN" altLang="en-US" sz="2400" b="1" dirty="0">
                  <a:solidFill>
                    <a:srgbClr val="000099"/>
                  </a:solidFill>
                  <a:latin typeface="Times New Roman" panose="02020603050405020304" pitchFamily="18" charset="0"/>
                  <a:ea typeface="仿宋_GB2312" pitchFamily="49" charset="-122"/>
                </a:rPr>
                <a:t>传入模块</a:t>
              </a:r>
              <a:endParaRPr lang="zh-CN" altLang="en-US" sz="2400" b="1" dirty="0">
                <a:solidFill>
                  <a:srgbClr val="000099"/>
                </a:solidFill>
                <a:latin typeface="Times New Roman" panose="02020603050405020304" pitchFamily="18" charset="0"/>
                <a:ea typeface="仿宋_GB2312" pitchFamily="49" charset="-122"/>
              </a:endParaRPr>
            </a:p>
          </p:txBody>
        </p:sp>
        <p:sp>
          <p:nvSpPr>
            <p:cNvPr id="160812" name="Text Box 10"/>
            <p:cNvSpPr txBox="1"/>
            <p:nvPr/>
          </p:nvSpPr>
          <p:spPr>
            <a:xfrm>
              <a:off x="1470" y="1926"/>
              <a:ext cx="255" cy="2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r>
                <a:rPr lang="en-US" altLang="zh-CN" sz="2400" b="1" dirty="0">
                  <a:solidFill>
                    <a:srgbClr val="FF0000"/>
                  </a:solidFill>
                  <a:latin typeface="Times New Roman" panose="02020603050405020304" pitchFamily="18" charset="0"/>
                </a:rPr>
                <a:t>A</a:t>
              </a:r>
              <a:endParaRPr lang="en-US" altLang="zh-CN" sz="2400" b="1" dirty="0">
                <a:solidFill>
                  <a:srgbClr val="FF0000"/>
                </a:solidFill>
                <a:latin typeface="Times New Roman" panose="02020603050405020304" pitchFamily="18" charset="0"/>
              </a:endParaRPr>
            </a:p>
          </p:txBody>
        </p:sp>
        <p:sp>
          <p:nvSpPr>
            <p:cNvPr id="160813" name="Text Box 11"/>
            <p:cNvSpPr txBox="1"/>
            <p:nvPr/>
          </p:nvSpPr>
          <p:spPr>
            <a:xfrm>
              <a:off x="1868" y="1246"/>
              <a:ext cx="255" cy="2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r>
                <a:rPr lang="en-US" altLang="zh-CN" sz="2400" b="1" dirty="0">
                  <a:solidFill>
                    <a:srgbClr val="FF0000"/>
                  </a:solidFill>
                  <a:latin typeface="Times New Roman" panose="02020603050405020304" pitchFamily="18" charset="0"/>
                </a:rPr>
                <a:t>A</a:t>
              </a:r>
              <a:endParaRPr lang="en-US" altLang="zh-CN" sz="2400" b="1" dirty="0">
                <a:solidFill>
                  <a:srgbClr val="FF0000"/>
                </a:solidFill>
                <a:latin typeface="Times New Roman" panose="02020603050405020304" pitchFamily="18" charset="0"/>
              </a:endParaRPr>
            </a:p>
          </p:txBody>
        </p:sp>
      </p:grpSp>
      <p:grpSp>
        <p:nvGrpSpPr>
          <p:cNvPr id="160775" name="Group 12"/>
          <p:cNvGrpSpPr/>
          <p:nvPr/>
        </p:nvGrpSpPr>
        <p:grpSpPr>
          <a:xfrm>
            <a:off x="5199380" y="3299460"/>
            <a:ext cx="1789113" cy="1598613"/>
            <a:chOff x="3195" y="1231"/>
            <a:chExt cx="1127" cy="1007"/>
          </a:xfrm>
        </p:grpSpPr>
        <p:sp>
          <p:nvSpPr>
            <p:cNvPr id="160798" name="Rectangle 13"/>
            <p:cNvSpPr/>
            <p:nvPr/>
          </p:nvSpPr>
          <p:spPr>
            <a:xfrm flipH="1">
              <a:off x="3389" y="1559"/>
              <a:ext cx="933" cy="311"/>
            </a:xfrm>
            <a:prstGeom prst="rect">
              <a:avLst/>
            </a:prstGeom>
            <a:solidFill>
              <a:srgbClr val="CCFF66"/>
            </a:solidFill>
            <a:ln w="9525" cap="flat" cmpd="sng">
              <a:solidFill>
                <a:srgbClr val="006600"/>
              </a:solidFill>
              <a:prstDash val="solid"/>
              <a:miter/>
              <a:headEnd type="none" w="med" len="med"/>
              <a:tailEnd type="none" w="med" len="med"/>
            </a:ln>
            <a:effectLst>
              <a:outerShdw dist="35921" dir="2699999" algn="ctr" rotWithShape="0">
                <a:schemeClr val="bg2"/>
              </a:outerShdw>
            </a:effectLst>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endParaRPr lang="zh-CN" altLang="en-US" sz="1800" dirty="0"/>
            </a:p>
          </p:txBody>
        </p:sp>
        <p:sp>
          <p:nvSpPr>
            <p:cNvPr id="160799" name="Line 14"/>
            <p:cNvSpPr/>
            <p:nvPr/>
          </p:nvSpPr>
          <p:spPr>
            <a:xfrm>
              <a:off x="3508" y="1231"/>
              <a:ext cx="247" cy="329"/>
            </a:xfrm>
            <a:prstGeom prst="line">
              <a:avLst/>
            </a:prstGeom>
            <a:ln w="25400" cap="flat" cmpd="sng">
              <a:solidFill>
                <a:srgbClr val="000099"/>
              </a:solidFill>
              <a:prstDash val="solid"/>
              <a:headEnd type="none" w="med" len="med"/>
              <a:tailEnd type="triangle" w="sm" len="lg"/>
            </a:ln>
          </p:spPr>
        </p:sp>
        <p:sp>
          <p:nvSpPr>
            <p:cNvPr id="160800" name="Line 15"/>
            <p:cNvSpPr/>
            <p:nvPr/>
          </p:nvSpPr>
          <p:spPr>
            <a:xfrm>
              <a:off x="3950" y="1875"/>
              <a:ext cx="256" cy="347"/>
            </a:xfrm>
            <a:prstGeom prst="line">
              <a:avLst/>
            </a:prstGeom>
            <a:ln w="25400" cap="flat" cmpd="sng">
              <a:solidFill>
                <a:srgbClr val="000099"/>
              </a:solidFill>
              <a:prstDash val="solid"/>
              <a:headEnd type="none" w="med" len="med"/>
              <a:tailEnd type="triangle" w="sm" len="lg"/>
            </a:ln>
          </p:spPr>
        </p:sp>
        <p:sp>
          <p:nvSpPr>
            <p:cNvPr id="160801" name="Line 16"/>
            <p:cNvSpPr/>
            <p:nvPr/>
          </p:nvSpPr>
          <p:spPr>
            <a:xfrm flipH="1" flipV="1">
              <a:off x="3435" y="1322"/>
              <a:ext cx="155" cy="192"/>
            </a:xfrm>
            <a:prstGeom prst="line">
              <a:avLst/>
            </a:prstGeom>
            <a:ln w="22225" cap="flat" cmpd="sng">
              <a:solidFill>
                <a:srgbClr val="FF0000"/>
              </a:solidFill>
              <a:prstDash val="solid"/>
              <a:headEnd type="triangle" w="sm" len="med"/>
              <a:tailEnd type="none" w="sm" len="med"/>
            </a:ln>
          </p:spPr>
        </p:sp>
        <p:sp>
          <p:nvSpPr>
            <p:cNvPr id="160802" name="Line 17"/>
            <p:cNvSpPr/>
            <p:nvPr/>
          </p:nvSpPr>
          <p:spPr>
            <a:xfrm flipH="1" flipV="1">
              <a:off x="3833" y="1939"/>
              <a:ext cx="146" cy="201"/>
            </a:xfrm>
            <a:prstGeom prst="line">
              <a:avLst/>
            </a:prstGeom>
            <a:ln w="22225" cap="flat" cmpd="sng">
              <a:solidFill>
                <a:srgbClr val="FF0000"/>
              </a:solidFill>
              <a:prstDash val="solid"/>
              <a:headEnd type="triangle" w="sm" len="med"/>
              <a:tailEnd type="none" w="sm" len="med"/>
            </a:ln>
          </p:spPr>
        </p:sp>
        <p:sp>
          <p:nvSpPr>
            <p:cNvPr id="160803" name="Text Box 18"/>
            <p:cNvSpPr txBox="1"/>
            <p:nvPr/>
          </p:nvSpPr>
          <p:spPr>
            <a:xfrm flipH="1">
              <a:off x="3405" y="1553"/>
              <a:ext cx="888" cy="2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r>
                <a:rPr lang="zh-CN" altLang="en-US" sz="2400" b="1" dirty="0">
                  <a:solidFill>
                    <a:srgbClr val="000099"/>
                  </a:solidFill>
                  <a:latin typeface="Times New Roman" panose="02020603050405020304" pitchFamily="18" charset="0"/>
                  <a:ea typeface="仿宋_GB2312" pitchFamily="49" charset="-122"/>
                </a:rPr>
                <a:t>传出模块</a:t>
              </a:r>
              <a:endParaRPr lang="zh-CN" altLang="en-US" sz="2400" b="1" dirty="0">
                <a:solidFill>
                  <a:srgbClr val="000099"/>
                </a:solidFill>
                <a:latin typeface="Times New Roman" panose="02020603050405020304" pitchFamily="18" charset="0"/>
                <a:ea typeface="仿宋_GB2312" pitchFamily="49" charset="-122"/>
              </a:endParaRPr>
            </a:p>
          </p:txBody>
        </p:sp>
        <p:sp>
          <p:nvSpPr>
            <p:cNvPr id="160804" name="Text Box 19"/>
            <p:cNvSpPr txBox="1"/>
            <p:nvPr/>
          </p:nvSpPr>
          <p:spPr>
            <a:xfrm flipH="1">
              <a:off x="3593" y="1950"/>
              <a:ext cx="255" cy="2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r>
                <a:rPr lang="en-US" altLang="zh-CN" sz="2400" b="1" dirty="0">
                  <a:solidFill>
                    <a:srgbClr val="FF0000"/>
                  </a:solidFill>
                  <a:latin typeface="Times New Roman" panose="02020603050405020304" pitchFamily="18" charset="0"/>
                </a:rPr>
                <a:t>D</a:t>
              </a:r>
              <a:endParaRPr lang="en-US" altLang="zh-CN" sz="2400" b="1" dirty="0">
                <a:solidFill>
                  <a:srgbClr val="FF0000"/>
                </a:solidFill>
                <a:latin typeface="Times New Roman" panose="02020603050405020304" pitchFamily="18" charset="0"/>
              </a:endParaRPr>
            </a:p>
          </p:txBody>
        </p:sp>
        <p:sp>
          <p:nvSpPr>
            <p:cNvPr id="160805" name="Text Box 20"/>
            <p:cNvSpPr txBox="1"/>
            <p:nvPr/>
          </p:nvSpPr>
          <p:spPr>
            <a:xfrm flipH="1">
              <a:off x="3195" y="1270"/>
              <a:ext cx="255" cy="2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r>
                <a:rPr lang="en-US" altLang="zh-CN" sz="2400" b="1" dirty="0">
                  <a:solidFill>
                    <a:srgbClr val="FF0000"/>
                  </a:solidFill>
                  <a:latin typeface="Times New Roman" panose="02020603050405020304" pitchFamily="18" charset="0"/>
                </a:rPr>
                <a:t>D</a:t>
              </a:r>
              <a:endParaRPr lang="en-US" altLang="zh-CN" sz="2400" b="1" dirty="0">
                <a:solidFill>
                  <a:srgbClr val="FF0000"/>
                </a:solidFill>
                <a:latin typeface="Times New Roman" panose="02020603050405020304" pitchFamily="18" charset="0"/>
              </a:endParaRPr>
            </a:p>
          </p:txBody>
        </p:sp>
      </p:gr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宋体" panose="02010600030101010101" pitchFamily="2" charset="-122"/>
                <a:cs typeface="Times New Roman" panose="02020603050405020304" pitchFamily="18" charset="0"/>
              </a:rPr>
              <a:t>2.2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结构化设计</a:t>
            </a:r>
            <a:endPar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13316"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
        <p:nvSpPr>
          <p:cNvPr id="3" name="Rectangle 3"/>
          <p:cNvSpPr>
            <a:spLocks noGrp="1" noChangeArrowheads="1"/>
          </p:cNvSpPr>
          <p:nvPr>
            <p:ph idx="1"/>
          </p:nvPr>
        </p:nvSpPr>
        <p:spPr>
          <a:xfrm>
            <a:off x="483870" y="1467485"/>
            <a:ext cx="7772400" cy="5041900"/>
          </a:xfrm>
        </p:spPr>
        <p:txBody>
          <a:bodyPr vert="horz" wrap="square" lIns="91440" tIns="45720" rIns="91440" bIns="45720" numCol="1" anchor="t" anchorCtr="0" compatLnSpc="1">
            <a:noAutofit/>
          </a:bodyPr>
          <a:lstStyle/>
          <a:p>
            <a:pPr marL="342900" marR="0" lvl="0" indent="-342900" algn="l" defTabSz="914400" rtl="0" eaLnBrk="1" fontAlgn="base" latinLnBrk="0" hangingPunct="1">
              <a:lnSpc>
                <a:spcPct val="105000"/>
              </a:lnSpc>
              <a:spcBef>
                <a:spcPct val="15000"/>
              </a:spcBef>
              <a:spcAft>
                <a:spcPct val="0"/>
              </a:spcAft>
              <a:buClr>
                <a:srgbClr val="990099"/>
              </a:buClr>
              <a:buSzPct val="85000"/>
              <a:buFont typeface="Wingdings" panose="05000000000000000000" pitchFamily="2" charset="2"/>
              <a:buNone/>
              <a:defRPr/>
            </a:pPr>
            <a:r>
              <a:rPr kumimoji="0" lang="zh-CN" altLang="en-US" sz="2800" b="1" i="0" u="none" strike="noStrike" kern="0" cap="none" spc="0" normalizeH="0" baseline="0" noProof="0">
                <a:ln>
                  <a:noFill/>
                </a:ln>
                <a:solidFill>
                  <a:srgbClr val="FF0000"/>
                </a:solidFill>
                <a:effectLst>
                  <a:outerShdw blurRad="38100" dist="38100" dir="2700000" algn="tl">
                    <a:srgbClr val="C0C0C0"/>
                  </a:outerShdw>
                </a:effectLst>
                <a:uLnTx/>
                <a:uFillTx/>
                <a:latin typeface="+mn-ea"/>
                <a:cs typeface="+mn-ea"/>
              </a:rPr>
              <a:t>软件结构图</a:t>
            </a:r>
            <a:endParaRPr kumimoji="0" lang="en-US" altLang="zh-CN" b="1" i="0" u="sng" strike="noStrike" kern="0" cap="none" spc="0" normalizeH="0" baseline="0" noProof="0">
              <a:ln>
                <a:noFill/>
              </a:ln>
              <a:solidFill>
                <a:srgbClr val="0070C0"/>
              </a:solidFill>
              <a:effectLst>
                <a:outerShdw blurRad="38100" dist="38100" dir="2700000" algn="tl">
                  <a:srgbClr val="C0C0C0"/>
                </a:outerShdw>
              </a:effectLst>
              <a:uLnTx/>
              <a:uFillTx/>
              <a:latin typeface="+mn-ea"/>
              <a:cs typeface="+mn-ea"/>
              <a:sym typeface="+mn-ea"/>
            </a:endParaRPr>
          </a:p>
          <a:p>
            <a:pPr marL="342900" marR="0" lvl="0" indent="-342900" algn="l" defTabSz="914400" rtl="0" eaLnBrk="1" fontAlgn="base" latinLnBrk="0" hangingPunct="1">
              <a:lnSpc>
                <a:spcPct val="105000"/>
              </a:lnSpc>
              <a:spcBef>
                <a:spcPct val="20000"/>
              </a:spcBef>
              <a:spcAft>
                <a:spcPct val="0"/>
              </a:spcAft>
              <a:buClr>
                <a:srgbClr val="990099"/>
              </a:buClr>
              <a:buSzPct val="70000"/>
              <a:buFont typeface="Wingdings" panose="05000000000000000000" pitchFamily="2" charset="2"/>
              <a:buChar char="l"/>
              <a:defRPr/>
            </a:pPr>
            <a:r>
              <a:rPr lang="zh-CN" altLang="en-US" kern="0" noProof="0">
                <a:ln>
                  <a:noFill/>
                </a:ln>
                <a:solidFill>
                  <a:srgbClr val="FF0000"/>
                </a:solidFill>
                <a:effectLst>
                  <a:outerShdw blurRad="38100" dist="38100" dir="2700000" algn="tl">
                    <a:srgbClr val="C0C0C0"/>
                  </a:outerShdw>
                </a:effectLst>
                <a:uLnTx/>
                <a:uFillTx/>
                <a:ea typeface="仿宋_GB2312" pitchFamily="49" charset="-122"/>
                <a:sym typeface="+mn-ea"/>
              </a:rPr>
              <a:t>变换模块</a:t>
            </a:r>
            <a:r>
              <a:rPr lang="zh-CN" altLang="en-US" kern="0" noProof="0">
                <a:ln>
                  <a:noFill/>
                </a:ln>
                <a:effectLst>
                  <a:outerShdw blurRad="38100" dist="38100" dir="2700000" algn="tl">
                    <a:srgbClr val="C0C0C0"/>
                  </a:outerShdw>
                </a:effectLst>
                <a:uLnTx/>
                <a:uFillTx/>
                <a:ea typeface="仿宋_GB2312" pitchFamily="49" charset="-122"/>
                <a:sym typeface="+mn-ea"/>
              </a:rPr>
              <a:t> ─ 它从上级模块取得数据，进行特定的处理，转换成其它形式</a:t>
            </a:r>
            <a:r>
              <a:rPr lang="en-US" altLang="zh-CN" kern="0" noProof="0">
                <a:ln>
                  <a:noFill/>
                </a:ln>
                <a:effectLst>
                  <a:outerShdw blurRad="38100" dist="38100" dir="2700000" algn="tl">
                    <a:srgbClr val="C0C0C0"/>
                  </a:outerShdw>
                </a:effectLst>
                <a:uLnTx/>
                <a:uFillTx/>
                <a:ea typeface="仿宋_GB2312" pitchFamily="49" charset="-122"/>
                <a:sym typeface="+mn-ea"/>
              </a:rPr>
              <a:t>, </a:t>
            </a:r>
            <a:r>
              <a:rPr lang="zh-CN" altLang="en-US" kern="0" noProof="0">
                <a:ln>
                  <a:noFill/>
                </a:ln>
                <a:effectLst>
                  <a:outerShdw blurRad="38100" dist="38100" dir="2700000" algn="tl">
                    <a:srgbClr val="C0C0C0"/>
                  </a:outerShdw>
                </a:effectLst>
                <a:uLnTx/>
                <a:uFillTx/>
                <a:ea typeface="仿宋_GB2312" pitchFamily="49" charset="-122"/>
                <a:sym typeface="+mn-ea"/>
              </a:rPr>
              <a:t>再传送回上级模块。</a:t>
            </a:r>
            <a:endParaRPr kumimoji="0" lang="zh-CN" altLang="en-US"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仿宋_GB2312" pitchFamily="49" charset="-122"/>
              <a:cs typeface="+mn-cs"/>
            </a:endParaRPr>
          </a:p>
          <a:p>
            <a:pPr marL="342900" marR="0" lvl="0" indent="-342900" algn="l" defTabSz="914400" rtl="0" eaLnBrk="1" fontAlgn="base" latinLnBrk="0" hangingPunct="1">
              <a:lnSpc>
                <a:spcPct val="105000"/>
              </a:lnSpc>
              <a:spcBef>
                <a:spcPct val="20000"/>
              </a:spcBef>
              <a:spcAft>
                <a:spcPct val="0"/>
              </a:spcAft>
              <a:buClr>
                <a:srgbClr val="990099"/>
              </a:buClr>
              <a:buSzPct val="70000"/>
              <a:buFont typeface="Wingdings" panose="05000000000000000000" pitchFamily="2" charset="2"/>
              <a:buChar char="l"/>
              <a:defRPr/>
            </a:pPr>
            <a:endParaRPr kumimoji="0" lang="zh-CN" altLang="en-US"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仿宋_GB2312" pitchFamily="49" charset="-122"/>
              <a:cs typeface="+mn-cs"/>
            </a:endParaRPr>
          </a:p>
          <a:p>
            <a:pPr marL="342900" marR="0" lvl="0" indent="-342900" algn="l" defTabSz="914400" rtl="0" eaLnBrk="1" fontAlgn="base" latinLnBrk="0" hangingPunct="1">
              <a:lnSpc>
                <a:spcPct val="105000"/>
              </a:lnSpc>
              <a:spcBef>
                <a:spcPct val="20000"/>
              </a:spcBef>
              <a:spcAft>
                <a:spcPct val="0"/>
              </a:spcAft>
              <a:buClr>
                <a:srgbClr val="990099"/>
              </a:buClr>
              <a:buSzPct val="70000"/>
              <a:buFont typeface="Wingdings" panose="05000000000000000000" pitchFamily="2" charset="2"/>
              <a:buChar char="l"/>
              <a:defRPr/>
            </a:pPr>
            <a:endParaRPr kumimoji="0" lang="zh-CN" altLang="en-US"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仿宋_GB2312" pitchFamily="49" charset="-122"/>
              <a:cs typeface="+mn-cs"/>
              <a:sym typeface="+mn-ea"/>
            </a:endParaRPr>
          </a:p>
          <a:p>
            <a:pPr marL="342900" marR="0" lvl="0" indent="-342900" algn="l" defTabSz="914400" rtl="0" eaLnBrk="1" fontAlgn="base" latinLnBrk="0" hangingPunct="1">
              <a:lnSpc>
                <a:spcPct val="105000"/>
              </a:lnSpc>
              <a:spcBef>
                <a:spcPct val="20000"/>
              </a:spcBef>
              <a:spcAft>
                <a:spcPct val="0"/>
              </a:spcAft>
              <a:buClr>
                <a:srgbClr val="990099"/>
              </a:buClr>
              <a:buSzPct val="70000"/>
              <a:buFont typeface="Wingdings" panose="05000000000000000000" pitchFamily="2" charset="2"/>
              <a:buChar char="l"/>
              <a:defRPr/>
            </a:pPr>
            <a:endParaRPr kumimoji="0" lang="zh-CN" altLang="en-US"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仿宋_GB2312" pitchFamily="49" charset="-122"/>
              <a:cs typeface="+mn-cs"/>
              <a:sym typeface="+mn-ea"/>
            </a:endParaRPr>
          </a:p>
          <a:p>
            <a:pPr marL="342900" marR="0" lvl="0" indent="-342900" algn="l" defTabSz="914400" rtl="0" eaLnBrk="1" fontAlgn="base" latinLnBrk="0" hangingPunct="1">
              <a:lnSpc>
                <a:spcPct val="105000"/>
              </a:lnSpc>
              <a:spcBef>
                <a:spcPct val="20000"/>
              </a:spcBef>
              <a:spcAft>
                <a:spcPct val="0"/>
              </a:spcAft>
              <a:buClr>
                <a:srgbClr val="990099"/>
              </a:buClr>
              <a:buSzPct val="70000"/>
              <a:buFont typeface="Wingdings" panose="05000000000000000000" pitchFamily="2" charset="2"/>
              <a:buChar char="l"/>
              <a:defRPr/>
            </a:pPr>
            <a:endParaRPr kumimoji="0" lang="zh-CN" altLang="en-US"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仿宋_GB2312" pitchFamily="49" charset="-122"/>
              <a:cs typeface="+mn-cs"/>
              <a:sym typeface="+mn-ea"/>
            </a:endParaRPr>
          </a:p>
          <a:p>
            <a:pPr marL="0" marR="0" lvl="0" indent="0" algn="l" defTabSz="914400" rtl="0" eaLnBrk="1" fontAlgn="base" latinLnBrk="0" hangingPunct="1">
              <a:lnSpc>
                <a:spcPct val="105000"/>
              </a:lnSpc>
              <a:spcBef>
                <a:spcPct val="20000"/>
              </a:spcBef>
              <a:spcAft>
                <a:spcPct val="0"/>
              </a:spcAft>
              <a:buClr>
                <a:srgbClr val="990099"/>
              </a:buClr>
              <a:buSzPct val="70000"/>
              <a:buFont typeface="Wingdings" panose="05000000000000000000" pitchFamily="2" charset="2"/>
              <a:buNone/>
              <a:defRPr/>
            </a:pPr>
            <a:endParaRPr kumimoji="0" lang="zh-CN" altLang="en-US"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仿宋_GB2312" pitchFamily="49" charset="-122"/>
              <a:cs typeface="+mn-cs"/>
              <a:sym typeface="+mn-ea"/>
            </a:endParaRPr>
          </a:p>
          <a:p>
            <a:pPr marL="342900" marR="0" lvl="0" indent="-342900" algn="l" defTabSz="914400" rtl="0" eaLnBrk="1" fontAlgn="base" latinLnBrk="0" hangingPunct="1">
              <a:lnSpc>
                <a:spcPct val="110000"/>
              </a:lnSpc>
              <a:spcBef>
                <a:spcPct val="20000"/>
              </a:spcBef>
              <a:spcAft>
                <a:spcPct val="0"/>
              </a:spcAft>
              <a:buClr>
                <a:srgbClr val="990099"/>
              </a:buClr>
              <a:buSzPct val="70000"/>
              <a:buFont typeface="Wingdings" panose="05000000000000000000" pitchFamily="2" charset="2"/>
              <a:buChar char="l"/>
              <a:defRPr/>
            </a:pPr>
            <a:r>
              <a:rPr lang="zh-CN" altLang="en-US" kern="0" noProof="0">
                <a:ln>
                  <a:noFill/>
                </a:ln>
                <a:solidFill>
                  <a:srgbClr val="FF0000"/>
                </a:solidFill>
                <a:effectLst>
                  <a:outerShdw blurRad="38100" dist="38100" dir="2700000" algn="tl">
                    <a:srgbClr val="C0C0C0"/>
                  </a:outerShdw>
                </a:effectLst>
                <a:uLnTx/>
                <a:uFillTx/>
                <a:ea typeface="仿宋_GB2312" pitchFamily="49" charset="-122"/>
                <a:sym typeface="+mn-ea"/>
              </a:rPr>
              <a:t>协调模块</a:t>
            </a:r>
            <a:r>
              <a:rPr lang="zh-CN" altLang="en-US" kern="0" noProof="0">
                <a:ln>
                  <a:noFill/>
                </a:ln>
                <a:effectLst>
                  <a:outerShdw blurRad="38100" dist="38100" dir="2700000" algn="tl">
                    <a:srgbClr val="C0C0C0"/>
                  </a:outerShdw>
                </a:effectLst>
                <a:uLnTx/>
                <a:uFillTx/>
                <a:ea typeface="仿宋_GB2312" pitchFamily="49" charset="-122"/>
                <a:sym typeface="+mn-ea"/>
              </a:rPr>
              <a:t> ─ 对所有下属模块进行协调和管理的模块。</a:t>
            </a:r>
            <a:endParaRPr kumimoji="0" lang="zh-CN" altLang="en-US" b="0" i="0" strike="noStrike" kern="0" cap="none" spc="0" normalizeH="0" baseline="0" noProof="0">
              <a:ln>
                <a:noFill/>
              </a:ln>
              <a:solidFill>
                <a:schemeClr val="tx1"/>
              </a:solidFill>
              <a:effectLst>
                <a:outerShdw blurRad="38100" dist="38100" dir="2700000" algn="tl">
                  <a:srgbClr val="C0C0C0"/>
                </a:outerShdw>
              </a:effectLst>
              <a:uLnTx/>
              <a:uFillTx/>
              <a:latin typeface="+mn-ea"/>
              <a:cs typeface="+mn-ea"/>
              <a:sym typeface="+mn-ea"/>
            </a:endParaRPr>
          </a:p>
        </p:txBody>
      </p:sp>
      <p:grpSp>
        <p:nvGrpSpPr>
          <p:cNvPr id="160776" name="Group 21"/>
          <p:cNvGrpSpPr/>
          <p:nvPr/>
        </p:nvGrpSpPr>
        <p:grpSpPr>
          <a:xfrm>
            <a:off x="1487805" y="3491230"/>
            <a:ext cx="1597025" cy="1231900"/>
            <a:chOff x="1194" y="2848"/>
            <a:chExt cx="933" cy="776"/>
          </a:xfrm>
        </p:grpSpPr>
        <p:sp>
          <p:nvSpPr>
            <p:cNvPr id="160791" name="Rectangle 22"/>
            <p:cNvSpPr/>
            <p:nvPr/>
          </p:nvSpPr>
          <p:spPr>
            <a:xfrm>
              <a:off x="1194" y="3313"/>
              <a:ext cx="933" cy="311"/>
            </a:xfrm>
            <a:prstGeom prst="rect">
              <a:avLst/>
            </a:prstGeom>
            <a:solidFill>
              <a:srgbClr val="CCFF66"/>
            </a:solidFill>
            <a:ln w="9525" cap="flat" cmpd="sng">
              <a:solidFill>
                <a:srgbClr val="006600"/>
              </a:solidFill>
              <a:prstDash val="solid"/>
              <a:miter/>
              <a:headEnd type="none" w="med" len="med"/>
              <a:tailEnd type="none" w="med" len="med"/>
            </a:ln>
            <a:effectLst>
              <a:outerShdw dist="35921" dir="2699999" algn="ctr" rotWithShape="0">
                <a:schemeClr val="bg2"/>
              </a:outerShdw>
            </a:effectLst>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endParaRPr lang="zh-CN" altLang="en-US" sz="1800" dirty="0"/>
            </a:p>
          </p:txBody>
        </p:sp>
        <p:sp>
          <p:nvSpPr>
            <p:cNvPr id="160792" name="Line 23"/>
            <p:cNvSpPr/>
            <p:nvPr/>
          </p:nvSpPr>
          <p:spPr>
            <a:xfrm>
              <a:off x="1669" y="2848"/>
              <a:ext cx="0" cy="457"/>
            </a:xfrm>
            <a:prstGeom prst="line">
              <a:avLst/>
            </a:prstGeom>
            <a:ln w="25400" cap="flat" cmpd="sng">
              <a:solidFill>
                <a:srgbClr val="000099"/>
              </a:solidFill>
              <a:prstDash val="solid"/>
              <a:headEnd type="none" w="med" len="med"/>
              <a:tailEnd type="triangle" w="sm" len="lg"/>
            </a:ln>
          </p:spPr>
        </p:sp>
        <p:sp>
          <p:nvSpPr>
            <p:cNvPr id="160793" name="Line 24"/>
            <p:cNvSpPr/>
            <p:nvPr/>
          </p:nvSpPr>
          <p:spPr>
            <a:xfrm flipV="1">
              <a:off x="1788" y="2966"/>
              <a:ext cx="0" cy="229"/>
            </a:xfrm>
            <a:prstGeom prst="line">
              <a:avLst/>
            </a:prstGeom>
            <a:ln w="22225" cap="flat" cmpd="sng">
              <a:solidFill>
                <a:srgbClr val="FF0000"/>
              </a:solidFill>
              <a:prstDash val="solid"/>
              <a:headEnd type="none" w="med" len="med"/>
              <a:tailEnd type="triangle" w="sm" len="med"/>
            </a:ln>
          </p:spPr>
        </p:sp>
        <p:sp>
          <p:nvSpPr>
            <p:cNvPr id="160794" name="Line 25"/>
            <p:cNvSpPr/>
            <p:nvPr/>
          </p:nvSpPr>
          <p:spPr>
            <a:xfrm flipH="1">
              <a:off x="1546" y="2999"/>
              <a:ext cx="1" cy="201"/>
            </a:xfrm>
            <a:prstGeom prst="line">
              <a:avLst/>
            </a:prstGeom>
            <a:ln w="22225" cap="flat" cmpd="sng">
              <a:solidFill>
                <a:srgbClr val="FF0000"/>
              </a:solidFill>
              <a:prstDash val="solid"/>
              <a:headEnd type="none" w="med" len="med"/>
              <a:tailEnd type="triangle" w="sm" len="med"/>
            </a:ln>
          </p:spPr>
        </p:sp>
        <p:sp>
          <p:nvSpPr>
            <p:cNvPr id="160795" name="Text Box 26"/>
            <p:cNvSpPr txBox="1"/>
            <p:nvPr/>
          </p:nvSpPr>
          <p:spPr>
            <a:xfrm>
              <a:off x="1219" y="3307"/>
              <a:ext cx="824" cy="2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r>
                <a:rPr lang="zh-CN" altLang="en-US" sz="2400" b="1" dirty="0">
                  <a:solidFill>
                    <a:srgbClr val="000099"/>
                  </a:solidFill>
                  <a:latin typeface="Times New Roman" panose="02020603050405020304" pitchFamily="18" charset="0"/>
                  <a:ea typeface="仿宋_GB2312" pitchFamily="49" charset="-122"/>
                </a:rPr>
                <a:t>变换模块</a:t>
              </a:r>
              <a:endParaRPr lang="zh-CN" altLang="en-US" sz="2400" b="1" dirty="0">
                <a:solidFill>
                  <a:srgbClr val="000099"/>
                </a:solidFill>
                <a:latin typeface="Times New Roman" panose="02020603050405020304" pitchFamily="18" charset="0"/>
                <a:ea typeface="仿宋_GB2312" pitchFamily="49" charset="-122"/>
              </a:endParaRPr>
            </a:p>
          </p:txBody>
        </p:sp>
        <p:sp>
          <p:nvSpPr>
            <p:cNvPr id="160796" name="Text Box 27"/>
            <p:cNvSpPr txBox="1"/>
            <p:nvPr/>
          </p:nvSpPr>
          <p:spPr>
            <a:xfrm>
              <a:off x="1257" y="2945"/>
              <a:ext cx="237" cy="2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r>
                <a:rPr lang="en-US" altLang="zh-CN" sz="2400" b="1" dirty="0">
                  <a:solidFill>
                    <a:srgbClr val="FF0000"/>
                  </a:solidFill>
                  <a:latin typeface="Times New Roman" panose="02020603050405020304" pitchFamily="18" charset="0"/>
                </a:rPr>
                <a:t>A</a:t>
              </a:r>
              <a:endParaRPr lang="en-US" altLang="zh-CN" sz="2400" b="1" dirty="0">
                <a:solidFill>
                  <a:srgbClr val="FF0000"/>
                </a:solidFill>
                <a:latin typeface="Times New Roman" panose="02020603050405020304" pitchFamily="18" charset="0"/>
              </a:endParaRPr>
            </a:p>
          </p:txBody>
        </p:sp>
        <p:sp>
          <p:nvSpPr>
            <p:cNvPr id="160797" name="Text Box 28"/>
            <p:cNvSpPr txBox="1"/>
            <p:nvPr/>
          </p:nvSpPr>
          <p:spPr>
            <a:xfrm>
              <a:off x="1837" y="2950"/>
              <a:ext cx="226" cy="2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r>
                <a:rPr lang="en-US" altLang="zh-CN" sz="2400" b="1" dirty="0">
                  <a:solidFill>
                    <a:srgbClr val="FF0000"/>
                  </a:solidFill>
                  <a:latin typeface="Times New Roman" panose="02020603050405020304" pitchFamily="18" charset="0"/>
                </a:rPr>
                <a:t>B</a:t>
              </a:r>
              <a:endParaRPr lang="en-US" altLang="zh-CN" sz="2400" b="1" dirty="0">
                <a:solidFill>
                  <a:srgbClr val="FF0000"/>
                </a:solidFill>
                <a:latin typeface="Times New Roman" panose="02020603050405020304" pitchFamily="18" charset="0"/>
              </a:endParaRPr>
            </a:p>
          </p:txBody>
        </p:sp>
      </p:grpSp>
      <p:grpSp>
        <p:nvGrpSpPr>
          <p:cNvPr id="160777" name="Group 29"/>
          <p:cNvGrpSpPr/>
          <p:nvPr/>
        </p:nvGrpSpPr>
        <p:grpSpPr>
          <a:xfrm>
            <a:off x="4890135" y="3562985"/>
            <a:ext cx="2570163" cy="1220788"/>
            <a:chOff x="3034" y="2686"/>
            <a:chExt cx="1619" cy="769"/>
          </a:xfrm>
        </p:grpSpPr>
        <p:sp>
          <p:nvSpPr>
            <p:cNvPr id="160778" name="Line 30"/>
            <p:cNvSpPr/>
            <p:nvPr/>
          </p:nvSpPr>
          <p:spPr>
            <a:xfrm flipH="1">
              <a:off x="3312" y="2999"/>
              <a:ext cx="256" cy="347"/>
            </a:xfrm>
            <a:prstGeom prst="line">
              <a:avLst/>
            </a:prstGeom>
            <a:ln w="25400" cap="flat" cmpd="sng">
              <a:solidFill>
                <a:srgbClr val="000099"/>
              </a:solidFill>
              <a:prstDash val="solid"/>
              <a:headEnd type="none" w="med" len="med"/>
              <a:tailEnd type="triangle" w="sm" len="lg"/>
            </a:ln>
          </p:spPr>
        </p:sp>
        <p:sp>
          <p:nvSpPr>
            <p:cNvPr id="160779" name="Rectangle 31"/>
            <p:cNvSpPr/>
            <p:nvPr/>
          </p:nvSpPr>
          <p:spPr>
            <a:xfrm>
              <a:off x="3396" y="2692"/>
              <a:ext cx="933" cy="311"/>
            </a:xfrm>
            <a:prstGeom prst="rect">
              <a:avLst/>
            </a:prstGeom>
            <a:solidFill>
              <a:srgbClr val="CCFF66"/>
            </a:solidFill>
            <a:ln w="9525" cap="flat" cmpd="sng">
              <a:solidFill>
                <a:srgbClr val="006600"/>
              </a:solidFill>
              <a:prstDash val="solid"/>
              <a:miter/>
              <a:headEnd type="none" w="med" len="med"/>
              <a:tailEnd type="none" w="med" len="med"/>
            </a:ln>
            <a:effectLst>
              <a:outerShdw dist="35921" dir="2699999" algn="ctr" rotWithShape="0">
                <a:schemeClr val="bg2"/>
              </a:outerShdw>
            </a:effectLst>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endParaRPr lang="zh-CN" altLang="en-US" sz="1800" dirty="0"/>
            </a:p>
          </p:txBody>
        </p:sp>
        <p:sp>
          <p:nvSpPr>
            <p:cNvPr id="160780" name="Line 32"/>
            <p:cNvSpPr/>
            <p:nvPr/>
          </p:nvSpPr>
          <p:spPr>
            <a:xfrm>
              <a:off x="4182" y="3004"/>
              <a:ext cx="255" cy="357"/>
            </a:xfrm>
            <a:prstGeom prst="line">
              <a:avLst/>
            </a:prstGeom>
            <a:ln w="25400" cap="flat" cmpd="sng">
              <a:solidFill>
                <a:srgbClr val="000099"/>
              </a:solidFill>
              <a:prstDash val="solid"/>
              <a:headEnd type="none" w="med" len="med"/>
              <a:tailEnd type="triangle" w="sm" len="lg"/>
            </a:ln>
          </p:spPr>
        </p:sp>
        <p:sp>
          <p:nvSpPr>
            <p:cNvPr id="160781" name="Line 33"/>
            <p:cNvSpPr/>
            <p:nvPr/>
          </p:nvSpPr>
          <p:spPr>
            <a:xfrm flipH="1">
              <a:off x="3878" y="3008"/>
              <a:ext cx="0" cy="447"/>
            </a:xfrm>
            <a:prstGeom prst="line">
              <a:avLst/>
            </a:prstGeom>
            <a:ln w="25400" cap="flat" cmpd="sng">
              <a:solidFill>
                <a:srgbClr val="000099"/>
              </a:solidFill>
              <a:prstDash val="solid"/>
              <a:headEnd type="none" w="med" len="med"/>
              <a:tailEnd type="triangle" w="sm" len="lg"/>
            </a:ln>
          </p:spPr>
        </p:sp>
        <p:sp>
          <p:nvSpPr>
            <p:cNvPr id="160782" name="Line 34"/>
            <p:cNvSpPr/>
            <p:nvPr/>
          </p:nvSpPr>
          <p:spPr>
            <a:xfrm>
              <a:off x="4310" y="3058"/>
              <a:ext cx="137" cy="192"/>
            </a:xfrm>
            <a:prstGeom prst="line">
              <a:avLst/>
            </a:prstGeom>
            <a:ln w="22225" cap="flat" cmpd="sng">
              <a:solidFill>
                <a:srgbClr val="FF0000"/>
              </a:solidFill>
              <a:prstDash val="solid"/>
              <a:headEnd type="none" w="med" len="med"/>
              <a:tailEnd type="triangle" w="sm" len="med"/>
            </a:ln>
          </p:spPr>
        </p:sp>
        <p:sp>
          <p:nvSpPr>
            <p:cNvPr id="160783" name="Line 35"/>
            <p:cNvSpPr/>
            <p:nvPr/>
          </p:nvSpPr>
          <p:spPr>
            <a:xfrm flipV="1">
              <a:off x="3254" y="3054"/>
              <a:ext cx="146" cy="201"/>
            </a:xfrm>
            <a:prstGeom prst="line">
              <a:avLst/>
            </a:prstGeom>
            <a:ln w="22225" cap="flat" cmpd="sng">
              <a:solidFill>
                <a:srgbClr val="FF0000"/>
              </a:solidFill>
              <a:prstDash val="solid"/>
              <a:headEnd type="none" w="med" len="med"/>
              <a:tailEnd type="triangle" w="sm" len="med"/>
            </a:ln>
          </p:spPr>
        </p:sp>
        <p:sp>
          <p:nvSpPr>
            <p:cNvPr id="160784" name="Text Box 36"/>
            <p:cNvSpPr txBox="1"/>
            <p:nvPr/>
          </p:nvSpPr>
          <p:spPr>
            <a:xfrm>
              <a:off x="3421" y="2686"/>
              <a:ext cx="888" cy="2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r>
                <a:rPr lang="zh-CN" altLang="en-US" sz="2400" b="1" dirty="0">
                  <a:solidFill>
                    <a:srgbClr val="000099"/>
                  </a:solidFill>
                  <a:latin typeface="Times New Roman" panose="02020603050405020304" pitchFamily="18" charset="0"/>
                  <a:ea typeface="仿宋_GB2312" pitchFamily="49" charset="-122"/>
                </a:rPr>
                <a:t>协调模块</a:t>
              </a:r>
              <a:endParaRPr lang="zh-CN" altLang="en-US" sz="2400" b="1" dirty="0">
                <a:solidFill>
                  <a:srgbClr val="000099"/>
                </a:solidFill>
                <a:latin typeface="Times New Roman" panose="02020603050405020304" pitchFamily="18" charset="0"/>
                <a:ea typeface="仿宋_GB2312" pitchFamily="49" charset="-122"/>
              </a:endParaRPr>
            </a:p>
          </p:txBody>
        </p:sp>
        <p:sp>
          <p:nvSpPr>
            <p:cNvPr id="160785" name="Text Box 37"/>
            <p:cNvSpPr txBox="1"/>
            <p:nvPr/>
          </p:nvSpPr>
          <p:spPr>
            <a:xfrm>
              <a:off x="3514" y="3038"/>
              <a:ext cx="255" cy="2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r>
                <a:rPr lang="en-US" altLang="zh-CN" sz="2400" b="1" dirty="0">
                  <a:solidFill>
                    <a:srgbClr val="FF0000"/>
                  </a:solidFill>
                  <a:latin typeface="Times New Roman" panose="02020603050405020304" pitchFamily="18" charset="0"/>
                </a:rPr>
                <a:t>A</a:t>
              </a:r>
              <a:endParaRPr lang="en-US" altLang="zh-CN" sz="2400" b="1" dirty="0">
                <a:solidFill>
                  <a:srgbClr val="FF0000"/>
                </a:solidFill>
                <a:latin typeface="Times New Roman" panose="02020603050405020304" pitchFamily="18" charset="0"/>
              </a:endParaRPr>
            </a:p>
          </p:txBody>
        </p:sp>
        <p:sp>
          <p:nvSpPr>
            <p:cNvPr id="160786" name="Text Box 38"/>
            <p:cNvSpPr txBox="1"/>
            <p:nvPr/>
          </p:nvSpPr>
          <p:spPr>
            <a:xfrm>
              <a:off x="3034" y="2989"/>
              <a:ext cx="255" cy="2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r>
                <a:rPr lang="en-US" altLang="zh-CN" sz="2400" b="1" dirty="0">
                  <a:solidFill>
                    <a:srgbClr val="FF0000"/>
                  </a:solidFill>
                  <a:latin typeface="Times New Roman" panose="02020603050405020304" pitchFamily="18" charset="0"/>
                </a:rPr>
                <a:t>A</a:t>
              </a:r>
              <a:endParaRPr lang="en-US" altLang="zh-CN" sz="2400" b="1" dirty="0">
                <a:solidFill>
                  <a:srgbClr val="FF0000"/>
                </a:solidFill>
                <a:latin typeface="Times New Roman" panose="02020603050405020304" pitchFamily="18" charset="0"/>
              </a:endParaRPr>
            </a:p>
          </p:txBody>
        </p:sp>
        <p:sp>
          <p:nvSpPr>
            <p:cNvPr id="160787" name="Line 39"/>
            <p:cNvSpPr/>
            <p:nvPr/>
          </p:nvSpPr>
          <p:spPr>
            <a:xfrm>
              <a:off x="3775" y="3090"/>
              <a:ext cx="0" cy="256"/>
            </a:xfrm>
            <a:prstGeom prst="line">
              <a:avLst/>
            </a:prstGeom>
            <a:ln w="22225" cap="flat" cmpd="sng">
              <a:solidFill>
                <a:srgbClr val="FF0000"/>
              </a:solidFill>
              <a:prstDash val="solid"/>
              <a:headEnd type="none" w="med" len="med"/>
              <a:tailEnd type="triangle" w="sm" len="med"/>
            </a:ln>
          </p:spPr>
        </p:sp>
        <p:sp>
          <p:nvSpPr>
            <p:cNvPr id="160788" name="Line 40"/>
            <p:cNvSpPr/>
            <p:nvPr/>
          </p:nvSpPr>
          <p:spPr>
            <a:xfrm>
              <a:off x="3972" y="3067"/>
              <a:ext cx="0" cy="256"/>
            </a:xfrm>
            <a:prstGeom prst="line">
              <a:avLst/>
            </a:prstGeom>
            <a:ln w="22225" cap="flat" cmpd="sng">
              <a:solidFill>
                <a:srgbClr val="FF0000"/>
              </a:solidFill>
              <a:prstDash val="solid"/>
              <a:headEnd type="triangle" w="sm" len="med"/>
              <a:tailEnd type="none" w="sm" len="med"/>
            </a:ln>
          </p:spPr>
        </p:sp>
        <p:sp>
          <p:nvSpPr>
            <p:cNvPr id="160789" name="Text Box 41"/>
            <p:cNvSpPr txBox="1"/>
            <p:nvPr/>
          </p:nvSpPr>
          <p:spPr>
            <a:xfrm>
              <a:off x="3975" y="3053"/>
              <a:ext cx="244" cy="2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r>
                <a:rPr lang="en-US" altLang="zh-CN" sz="2400" b="1" dirty="0">
                  <a:solidFill>
                    <a:srgbClr val="FF0000"/>
                  </a:solidFill>
                  <a:latin typeface="Times New Roman" panose="02020603050405020304" pitchFamily="18" charset="0"/>
                </a:rPr>
                <a:t>B</a:t>
              </a:r>
              <a:endParaRPr lang="en-US" altLang="zh-CN" sz="2400" b="1" dirty="0">
                <a:solidFill>
                  <a:srgbClr val="FF0000"/>
                </a:solidFill>
                <a:latin typeface="Times New Roman" panose="02020603050405020304" pitchFamily="18" charset="0"/>
              </a:endParaRPr>
            </a:p>
          </p:txBody>
        </p:sp>
        <p:sp>
          <p:nvSpPr>
            <p:cNvPr id="160790" name="Text Box 42"/>
            <p:cNvSpPr txBox="1"/>
            <p:nvPr/>
          </p:nvSpPr>
          <p:spPr>
            <a:xfrm>
              <a:off x="4409" y="2976"/>
              <a:ext cx="244" cy="2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r>
                <a:rPr lang="en-US" altLang="zh-CN" sz="2400" b="1" dirty="0">
                  <a:solidFill>
                    <a:srgbClr val="FF0000"/>
                  </a:solidFill>
                  <a:latin typeface="Times New Roman" panose="02020603050405020304" pitchFamily="18" charset="0"/>
                </a:rPr>
                <a:t>B</a:t>
              </a:r>
              <a:endParaRPr lang="en-US" altLang="zh-CN" sz="2400" b="1" dirty="0">
                <a:solidFill>
                  <a:srgbClr val="FF0000"/>
                </a:solidFill>
                <a:latin typeface="Times New Roman" panose="02020603050405020304" pitchFamily="18" charset="0"/>
              </a:endParaRPr>
            </a:p>
          </p:txBody>
        </p:sp>
      </p:gr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宋体" panose="02010600030101010101" pitchFamily="2" charset="-122"/>
                <a:cs typeface="Times New Roman" panose="02020603050405020304" pitchFamily="18" charset="0"/>
              </a:rPr>
              <a:t>2.2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结构化设计</a:t>
            </a:r>
            <a:endPar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13316"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
        <p:nvSpPr>
          <p:cNvPr id="3" name="Rectangle 3"/>
          <p:cNvSpPr>
            <a:spLocks noGrp="1" noChangeArrowheads="1"/>
          </p:cNvSpPr>
          <p:nvPr>
            <p:ph idx="1"/>
          </p:nvPr>
        </p:nvSpPr>
        <p:spPr>
          <a:xfrm>
            <a:off x="483870" y="1467485"/>
            <a:ext cx="7772400" cy="5041900"/>
          </a:xfrm>
        </p:spPr>
        <p:txBody>
          <a:bodyPr vert="horz" wrap="square" lIns="91440" tIns="45720" rIns="91440" bIns="45720" numCol="1" anchor="t" anchorCtr="0" compatLnSpc="1">
            <a:noAutofit/>
          </a:bodyPr>
          <a:lstStyle/>
          <a:p>
            <a:pPr marL="342900" marR="0" lvl="0" indent="-342900" algn="l" defTabSz="914400" rtl="0" eaLnBrk="1" fontAlgn="base" latinLnBrk="0" hangingPunct="1">
              <a:lnSpc>
                <a:spcPct val="105000"/>
              </a:lnSpc>
              <a:spcBef>
                <a:spcPct val="15000"/>
              </a:spcBef>
              <a:spcAft>
                <a:spcPct val="0"/>
              </a:spcAft>
              <a:buClr>
                <a:srgbClr val="990099"/>
              </a:buClr>
              <a:buSzPct val="85000"/>
              <a:buFont typeface="Wingdings" panose="05000000000000000000" pitchFamily="2" charset="2"/>
              <a:buNone/>
              <a:defRPr/>
            </a:pPr>
            <a:r>
              <a:rPr kumimoji="0" lang="zh-CN" altLang="en-US" sz="2800" b="1" i="0" u="none" strike="noStrike" kern="0" cap="none" spc="0" normalizeH="0" baseline="0" noProof="0">
                <a:ln>
                  <a:noFill/>
                </a:ln>
                <a:solidFill>
                  <a:srgbClr val="FF0000"/>
                </a:solidFill>
                <a:effectLst>
                  <a:outerShdw blurRad="38100" dist="38100" dir="2700000" algn="tl">
                    <a:srgbClr val="C0C0C0"/>
                  </a:outerShdw>
                </a:effectLst>
                <a:uLnTx/>
                <a:uFillTx/>
                <a:latin typeface="+mn-ea"/>
                <a:cs typeface="+mn-ea"/>
              </a:rPr>
              <a:t>软件结构图</a:t>
            </a:r>
            <a:endParaRPr kumimoji="0" lang="en-US" altLang="zh-CN" b="1" i="0" u="sng" strike="noStrike" kern="0" cap="none" spc="0" normalizeH="0" baseline="0" noProof="0">
              <a:ln>
                <a:noFill/>
              </a:ln>
              <a:solidFill>
                <a:srgbClr val="0070C0"/>
              </a:solidFill>
              <a:effectLst>
                <a:outerShdw blurRad="38100" dist="38100" dir="2700000" algn="tl">
                  <a:srgbClr val="C0C0C0"/>
                </a:outerShdw>
              </a:effectLst>
              <a:uLnTx/>
              <a:uFillTx/>
              <a:latin typeface="+mn-ea"/>
              <a:cs typeface="+mn-ea"/>
              <a:sym typeface="+mn-ea"/>
            </a:endParaRPr>
          </a:p>
          <a:p>
            <a:pPr marL="342900" marR="0" lvl="0" indent="-342900" algn="l" defTabSz="914400" rtl="0" eaLnBrk="1" fontAlgn="base" latinLnBrk="0" hangingPunct="1">
              <a:lnSpc>
                <a:spcPct val="105000"/>
              </a:lnSpc>
              <a:spcBef>
                <a:spcPct val="20000"/>
              </a:spcBef>
              <a:spcAft>
                <a:spcPct val="0"/>
              </a:spcAft>
              <a:buClr>
                <a:srgbClr val="990099"/>
              </a:buClr>
              <a:buSzPct val="70000"/>
              <a:buFont typeface="Wingdings" panose="05000000000000000000" pitchFamily="2" charset="2"/>
              <a:buChar char="l"/>
              <a:defRPr/>
            </a:pPr>
            <a:r>
              <a:rPr lang="zh-CN" altLang="en-US" kern="0" noProof="0">
                <a:ln>
                  <a:noFill/>
                </a:ln>
                <a:solidFill>
                  <a:srgbClr val="FF0000"/>
                </a:solidFill>
                <a:effectLst>
                  <a:outerShdw blurRad="38100" dist="38100" dir="2700000" algn="tl">
                    <a:srgbClr val="C0C0C0"/>
                  </a:outerShdw>
                </a:effectLst>
                <a:uLnTx/>
                <a:uFillTx/>
                <a:ea typeface="仿宋_GB2312" pitchFamily="49" charset="-122"/>
                <a:sym typeface="+mn-ea"/>
              </a:rPr>
              <a:t>变换模块</a:t>
            </a:r>
            <a:r>
              <a:rPr lang="zh-CN" altLang="en-US" kern="0" noProof="0">
                <a:ln>
                  <a:noFill/>
                </a:ln>
                <a:effectLst>
                  <a:outerShdw blurRad="38100" dist="38100" dir="2700000" algn="tl">
                    <a:srgbClr val="C0C0C0"/>
                  </a:outerShdw>
                </a:effectLst>
                <a:uLnTx/>
                <a:uFillTx/>
                <a:ea typeface="仿宋_GB2312" pitchFamily="49" charset="-122"/>
                <a:sym typeface="+mn-ea"/>
              </a:rPr>
              <a:t> ─ 它从上级模块取得数据，进行特定的处理，转换成其它形式</a:t>
            </a:r>
            <a:r>
              <a:rPr lang="en-US" altLang="zh-CN" kern="0" noProof="0">
                <a:ln>
                  <a:noFill/>
                </a:ln>
                <a:effectLst>
                  <a:outerShdw blurRad="38100" dist="38100" dir="2700000" algn="tl">
                    <a:srgbClr val="C0C0C0"/>
                  </a:outerShdw>
                </a:effectLst>
                <a:uLnTx/>
                <a:uFillTx/>
                <a:ea typeface="仿宋_GB2312" pitchFamily="49" charset="-122"/>
                <a:sym typeface="+mn-ea"/>
              </a:rPr>
              <a:t>, </a:t>
            </a:r>
            <a:r>
              <a:rPr lang="zh-CN" altLang="en-US" kern="0" noProof="0">
                <a:ln>
                  <a:noFill/>
                </a:ln>
                <a:effectLst>
                  <a:outerShdw blurRad="38100" dist="38100" dir="2700000" algn="tl">
                    <a:srgbClr val="C0C0C0"/>
                  </a:outerShdw>
                </a:effectLst>
                <a:uLnTx/>
                <a:uFillTx/>
                <a:ea typeface="仿宋_GB2312" pitchFamily="49" charset="-122"/>
                <a:sym typeface="+mn-ea"/>
              </a:rPr>
              <a:t>再传送回上级模块。</a:t>
            </a:r>
            <a:endParaRPr kumimoji="0" lang="zh-CN" altLang="en-US"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仿宋_GB2312" pitchFamily="49" charset="-122"/>
              <a:cs typeface="+mn-cs"/>
            </a:endParaRPr>
          </a:p>
          <a:p>
            <a:pPr marL="342900" marR="0" lvl="0" indent="-342900" algn="l" defTabSz="914400" rtl="0" eaLnBrk="1" fontAlgn="base" latinLnBrk="0" hangingPunct="1">
              <a:lnSpc>
                <a:spcPct val="105000"/>
              </a:lnSpc>
              <a:spcBef>
                <a:spcPct val="20000"/>
              </a:spcBef>
              <a:spcAft>
                <a:spcPct val="0"/>
              </a:spcAft>
              <a:buClr>
                <a:srgbClr val="990099"/>
              </a:buClr>
              <a:buSzPct val="70000"/>
              <a:buFont typeface="Wingdings" panose="05000000000000000000" pitchFamily="2" charset="2"/>
              <a:buChar char="l"/>
              <a:defRPr/>
            </a:pPr>
            <a:endParaRPr kumimoji="0" lang="zh-CN" altLang="en-US"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仿宋_GB2312" pitchFamily="49" charset="-122"/>
              <a:cs typeface="+mn-cs"/>
            </a:endParaRPr>
          </a:p>
          <a:p>
            <a:pPr marL="342900" marR="0" lvl="0" indent="-342900" algn="l" defTabSz="914400" rtl="0" eaLnBrk="1" fontAlgn="base" latinLnBrk="0" hangingPunct="1">
              <a:lnSpc>
                <a:spcPct val="105000"/>
              </a:lnSpc>
              <a:spcBef>
                <a:spcPct val="20000"/>
              </a:spcBef>
              <a:spcAft>
                <a:spcPct val="0"/>
              </a:spcAft>
              <a:buClr>
                <a:srgbClr val="990099"/>
              </a:buClr>
              <a:buSzPct val="70000"/>
              <a:buFont typeface="Wingdings" panose="05000000000000000000" pitchFamily="2" charset="2"/>
              <a:buChar char="l"/>
              <a:defRPr/>
            </a:pPr>
            <a:endParaRPr kumimoji="0" lang="zh-CN" altLang="en-US"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仿宋_GB2312" pitchFamily="49" charset="-122"/>
              <a:cs typeface="+mn-cs"/>
              <a:sym typeface="+mn-ea"/>
            </a:endParaRPr>
          </a:p>
          <a:p>
            <a:pPr marL="342900" marR="0" lvl="0" indent="-342900" algn="l" defTabSz="914400" rtl="0" eaLnBrk="1" fontAlgn="base" latinLnBrk="0" hangingPunct="1">
              <a:lnSpc>
                <a:spcPct val="105000"/>
              </a:lnSpc>
              <a:spcBef>
                <a:spcPct val="20000"/>
              </a:spcBef>
              <a:spcAft>
                <a:spcPct val="0"/>
              </a:spcAft>
              <a:buClr>
                <a:srgbClr val="990099"/>
              </a:buClr>
              <a:buSzPct val="70000"/>
              <a:buFont typeface="Wingdings" panose="05000000000000000000" pitchFamily="2" charset="2"/>
              <a:buChar char="l"/>
              <a:defRPr/>
            </a:pPr>
            <a:endParaRPr kumimoji="0" lang="zh-CN" altLang="en-US"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仿宋_GB2312" pitchFamily="49" charset="-122"/>
              <a:cs typeface="+mn-cs"/>
              <a:sym typeface="+mn-ea"/>
            </a:endParaRPr>
          </a:p>
          <a:p>
            <a:pPr marL="342900" marR="0" lvl="0" indent="-342900" algn="l" defTabSz="914400" rtl="0" eaLnBrk="1" fontAlgn="base" latinLnBrk="0" hangingPunct="1">
              <a:lnSpc>
                <a:spcPct val="105000"/>
              </a:lnSpc>
              <a:spcBef>
                <a:spcPct val="20000"/>
              </a:spcBef>
              <a:spcAft>
                <a:spcPct val="0"/>
              </a:spcAft>
              <a:buClr>
                <a:srgbClr val="990099"/>
              </a:buClr>
              <a:buSzPct val="70000"/>
              <a:buFont typeface="Wingdings" panose="05000000000000000000" pitchFamily="2" charset="2"/>
              <a:buChar char="l"/>
              <a:defRPr/>
            </a:pPr>
            <a:endParaRPr kumimoji="0" lang="zh-CN" altLang="en-US"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仿宋_GB2312" pitchFamily="49" charset="-122"/>
              <a:cs typeface="+mn-cs"/>
              <a:sym typeface="+mn-ea"/>
            </a:endParaRPr>
          </a:p>
          <a:p>
            <a:pPr marL="0" marR="0" lvl="0" indent="0" algn="l" defTabSz="914400" rtl="0" eaLnBrk="1" fontAlgn="base" latinLnBrk="0" hangingPunct="1">
              <a:lnSpc>
                <a:spcPct val="105000"/>
              </a:lnSpc>
              <a:spcBef>
                <a:spcPct val="20000"/>
              </a:spcBef>
              <a:spcAft>
                <a:spcPct val="0"/>
              </a:spcAft>
              <a:buClr>
                <a:srgbClr val="990099"/>
              </a:buClr>
              <a:buSzPct val="70000"/>
              <a:buFont typeface="Wingdings" panose="05000000000000000000" pitchFamily="2" charset="2"/>
              <a:buNone/>
              <a:defRPr/>
            </a:pPr>
            <a:endParaRPr kumimoji="0" lang="zh-CN" altLang="en-US"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仿宋_GB2312" pitchFamily="49" charset="-122"/>
              <a:cs typeface="+mn-cs"/>
              <a:sym typeface="+mn-ea"/>
            </a:endParaRPr>
          </a:p>
          <a:p>
            <a:pPr marL="342900" marR="0" lvl="0" indent="-342900" algn="l" defTabSz="914400" rtl="0" eaLnBrk="1" fontAlgn="base" latinLnBrk="0" hangingPunct="1">
              <a:lnSpc>
                <a:spcPct val="110000"/>
              </a:lnSpc>
              <a:spcBef>
                <a:spcPct val="20000"/>
              </a:spcBef>
              <a:spcAft>
                <a:spcPct val="0"/>
              </a:spcAft>
              <a:buClr>
                <a:srgbClr val="990099"/>
              </a:buClr>
              <a:buSzPct val="70000"/>
              <a:buFont typeface="Wingdings" panose="05000000000000000000" pitchFamily="2" charset="2"/>
              <a:buChar char="l"/>
              <a:defRPr/>
            </a:pPr>
            <a:r>
              <a:rPr lang="zh-CN" altLang="en-US" kern="0" noProof="0">
                <a:ln>
                  <a:noFill/>
                </a:ln>
                <a:solidFill>
                  <a:srgbClr val="FF0000"/>
                </a:solidFill>
                <a:effectLst>
                  <a:outerShdw blurRad="38100" dist="38100" dir="2700000" algn="tl">
                    <a:srgbClr val="C0C0C0"/>
                  </a:outerShdw>
                </a:effectLst>
                <a:uLnTx/>
                <a:uFillTx/>
                <a:ea typeface="仿宋_GB2312" pitchFamily="49" charset="-122"/>
                <a:sym typeface="+mn-ea"/>
              </a:rPr>
              <a:t>协调模块</a:t>
            </a:r>
            <a:r>
              <a:rPr lang="zh-CN" altLang="en-US" kern="0" noProof="0">
                <a:ln>
                  <a:noFill/>
                </a:ln>
                <a:effectLst>
                  <a:outerShdw blurRad="38100" dist="38100" dir="2700000" algn="tl">
                    <a:srgbClr val="C0C0C0"/>
                  </a:outerShdw>
                </a:effectLst>
                <a:uLnTx/>
                <a:uFillTx/>
                <a:ea typeface="仿宋_GB2312" pitchFamily="49" charset="-122"/>
                <a:sym typeface="+mn-ea"/>
              </a:rPr>
              <a:t> ─ 对所有下属模块进行协调和管理的模块。</a:t>
            </a:r>
            <a:endParaRPr kumimoji="0" lang="zh-CN" altLang="en-US" b="0" i="0" strike="noStrike" kern="0" cap="none" spc="0" normalizeH="0" baseline="0" noProof="0">
              <a:ln>
                <a:noFill/>
              </a:ln>
              <a:solidFill>
                <a:schemeClr val="tx1"/>
              </a:solidFill>
              <a:effectLst>
                <a:outerShdw blurRad="38100" dist="38100" dir="2700000" algn="tl">
                  <a:srgbClr val="C0C0C0"/>
                </a:outerShdw>
              </a:effectLst>
              <a:uLnTx/>
              <a:uFillTx/>
              <a:latin typeface="+mn-ea"/>
              <a:cs typeface="+mn-ea"/>
              <a:sym typeface="+mn-ea"/>
            </a:endParaRPr>
          </a:p>
        </p:txBody>
      </p:sp>
      <p:grpSp>
        <p:nvGrpSpPr>
          <p:cNvPr id="160776" name="Group 21"/>
          <p:cNvGrpSpPr/>
          <p:nvPr/>
        </p:nvGrpSpPr>
        <p:grpSpPr>
          <a:xfrm>
            <a:off x="1487805" y="3491230"/>
            <a:ext cx="1597025" cy="1231900"/>
            <a:chOff x="1194" y="2848"/>
            <a:chExt cx="933" cy="776"/>
          </a:xfrm>
        </p:grpSpPr>
        <p:sp>
          <p:nvSpPr>
            <p:cNvPr id="160791" name="Rectangle 22"/>
            <p:cNvSpPr/>
            <p:nvPr/>
          </p:nvSpPr>
          <p:spPr>
            <a:xfrm>
              <a:off x="1194" y="3313"/>
              <a:ext cx="933" cy="311"/>
            </a:xfrm>
            <a:prstGeom prst="rect">
              <a:avLst/>
            </a:prstGeom>
            <a:solidFill>
              <a:srgbClr val="CCFF66"/>
            </a:solidFill>
            <a:ln w="9525" cap="flat" cmpd="sng">
              <a:solidFill>
                <a:srgbClr val="006600"/>
              </a:solidFill>
              <a:prstDash val="solid"/>
              <a:miter/>
              <a:headEnd type="none" w="med" len="med"/>
              <a:tailEnd type="none" w="med" len="med"/>
            </a:ln>
            <a:effectLst>
              <a:outerShdw dist="35921" dir="2699999" algn="ctr" rotWithShape="0">
                <a:schemeClr val="bg2"/>
              </a:outerShdw>
            </a:effectLst>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endParaRPr lang="zh-CN" altLang="en-US" sz="1800" dirty="0"/>
            </a:p>
          </p:txBody>
        </p:sp>
        <p:sp>
          <p:nvSpPr>
            <p:cNvPr id="160792" name="Line 23"/>
            <p:cNvSpPr/>
            <p:nvPr/>
          </p:nvSpPr>
          <p:spPr>
            <a:xfrm>
              <a:off x="1669" y="2848"/>
              <a:ext cx="0" cy="457"/>
            </a:xfrm>
            <a:prstGeom prst="line">
              <a:avLst/>
            </a:prstGeom>
            <a:ln w="25400" cap="flat" cmpd="sng">
              <a:solidFill>
                <a:srgbClr val="000099"/>
              </a:solidFill>
              <a:prstDash val="solid"/>
              <a:headEnd type="none" w="med" len="med"/>
              <a:tailEnd type="triangle" w="sm" len="lg"/>
            </a:ln>
          </p:spPr>
        </p:sp>
        <p:sp>
          <p:nvSpPr>
            <p:cNvPr id="160793" name="Line 24"/>
            <p:cNvSpPr/>
            <p:nvPr/>
          </p:nvSpPr>
          <p:spPr>
            <a:xfrm flipV="1">
              <a:off x="1788" y="2966"/>
              <a:ext cx="0" cy="229"/>
            </a:xfrm>
            <a:prstGeom prst="line">
              <a:avLst/>
            </a:prstGeom>
            <a:ln w="22225" cap="flat" cmpd="sng">
              <a:solidFill>
                <a:srgbClr val="FF0000"/>
              </a:solidFill>
              <a:prstDash val="solid"/>
              <a:headEnd type="none" w="med" len="med"/>
              <a:tailEnd type="triangle" w="sm" len="med"/>
            </a:ln>
          </p:spPr>
        </p:sp>
        <p:sp>
          <p:nvSpPr>
            <p:cNvPr id="160794" name="Line 25"/>
            <p:cNvSpPr/>
            <p:nvPr/>
          </p:nvSpPr>
          <p:spPr>
            <a:xfrm flipH="1">
              <a:off x="1546" y="2999"/>
              <a:ext cx="1" cy="201"/>
            </a:xfrm>
            <a:prstGeom prst="line">
              <a:avLst/>
            </a:prstGeom>
            <a:ln w="22225" cap="flat" cmpd="sng">
              <a:solidFill>
                <a:srgbClr val="FF0000"/>
              </a:solidFill>
              <a:prstDash val="solid"/>
              <a:headEnd type="none" w="med" len="med"/>
              <a:tailEnd type="triangle" w="sm" len="med"/>
            </a:ln>
          </p:spPr>
        </p:sp>
        <p:sp>
          <p:nvSpPr>
            <p:cNvPr id="160795" name="Text Box 26"/>
            <p:cNvSpPr txBox="1"/>
            <p:nvPr/>
          </p:nvSpPr>
          <p:spPr>
            <a:xfrm>
              <a:off x="1219" y="3307"/>
              <a:ext cx="824" cy="2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r>
                <a:rPr lang="zh-CN" altLang="en-US" sz="2400" b="1" dirty="0">
                  <a:solidFill>
                    <a:srgbClr val="000099"/>
                  </a:solidFill>
                  <a:latin typeface="Times New Roman" panose="02020603050405020304" pitchFamily="18" charset="0"/>
                  <a:ea typeface="仿宋_GB2312" pitchFamily="49" charset="-122"/>
                </a:rPr>
                <a:t>变换模块</a:t>
              </a:r>
              <a:endParaRPr lang="zh-CN" altLang="en-US" sz="2400" b="1" dirty="0">
                <a:solidFill>
                  <a:srgbClr val="000099"/>
                </a:solidFill>
                <a:latin typeface="Times New Roman" panose="02020603050405020304" pitchFamily="18" charset="0"/>
                <a:ea typeface="仿宋_GB2312" pitchFamily="49" charset="-122"/>
              </a:endParaRPr>
            </a:p>
          </p:txBody>
        </p:sp>
        <p:sp>
          <p:nvSpPr>
            <p:cNvPr id="160796" name="Text Box 27"/>
            <p:cNvSpPr txBox="1"/>
            <p:nvPr/>
          </p:nvSpPr>
          <p:spPr>
            <a:xfrm>
              <a:off x="1257" y="2945"/>
              <a:ext cx="237" cy="2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r>
                <a:rPr lang="en-US" altLang="zh-CN" sz="2400" b="1" dirty="0">
                  <a:solidFill>
                    <a:srgbClr val="FF0000"/>
                  </a:solidFill>
                  <a:latin typeface="Times New Roman" panose="02020603050405020304" pitchFamily="18" charset="0"/>
                </a:rPr>
                <a:t>A</a:t>
              </a:r>
              <a:endParaRPr lang="en-US" altLang="zh-CN" sz="2400" b="1" dirty="0">
                <a:solidFill>
                  <a:srgbClr val="FF0000"/>
                </a:solidFill>
                <a:latin typeface="Times New Roman" panose="02020603050405020304" pitchFamily="18" charset="0"/>
              </a:endParaRPr>
            </a:p>
          </p:txBody>
        </p:sp>
        <p:sp>
          <p:nvSpPr>
            <p:cNvPr id="160797" name="Text Box 28"/>
            <p:cNvSpPr txBox="1"/>
            <p:nvPr/>
          </p:nvSpPr>
          <p:spPr>
            <a:xfrm>
              <a:off x="1837" y="2950"/>
              <a:ext cx="226" cy="2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r>
                <a:rPr lang="en-US" altLang="zh-CN" sz="2400" b="1" dirty="0">
                  <a:solidFill>
                    <a:srgbClr val="FF0000"/>
                  </a:solidFill>
                  <a:latin typeface="Times New Roman" panose="02020603050405020304" pitchFamily="18" charset="0"/>
                </a:rPr>
                <a:t>B</a:t>
              </a:r>
              <a:endParaRPr lang="en-US" altLang="zh-CN" sz="2400" b="1" dirty="0">
                <a:solidFill>
                  <a:srgbClr val="FF0000"/>
                </a:solidFill>
                <a:latin typeface="Times New Roman" panose="02020603050405020304" pitchFamily="18" charset="0"/>
              </a:endParaRPr>
            </a:p>
          </p:txBody>
        </p:sp>
      </p:grpSp>
      <p:grpSp>
        <p:nvGrpSpPr>
          <p:cNvPr id="160777" name="Group 29"/>
          <p:cNvGrpSpPr/>
          <p:nvPr/>
        </p:nvGrpSpPr>
        <p:grpSpPr>
          <a:xfrm>
            <a:off x="4890135" y="3562985"/>
            <a:ext cx="2570163" cy="1220788"/>
            <a:chOff x="3034" y="2686"/>
            <a:chExt cx="1619" cy="769"/>
          </a:xfrm>
        </p:grpSpPr>
        <p:sp>
          <p:nvSpPr>
            <p:cNvPr id="160778" name="Line 30"/>
            <p:cNvSpPr/>
            <p:nvPr/>
          </p:nvSpPr>
          <p:spPr>
            <a:xfrm flipH="1">
              <a:off x="3312" y="2999"/>
              <a:ext cx="256" cy="347"/>
            </a:xfrm>
            <a:prstGeom prst="line">
              <a:avLst/>
            </a:prstGeom>
            <a:ln w="25400" cap="flat" cmpd="sng">
              <a:solidFill>
                <a:srgbClr val="000099"/>
              </a:solidFill>
              <a:prstDash val="solid"/>
              <a:headEnd type="none" w="med" len="med"/>
              <a:tailEnd type="triangle" w="sm" len="lg"/>
            </a:ln>
          </p:spPr>
        </p:sp>
        <p:sp>
          <p:nvSpPr>
            <p:cNvPr id="160779" name="Rectangle 31"/>
            <p:cNvSpPr/>
            <p:nvPr/>
          </p:nvSpPr>
          <p:spPr>
            <a:xfrm>
              <a:off x="3396" y="2692"/>
              <a:ext cx="933" cy="311"/>
            </a:xfrm>
            <a:prstGeom prst="rect">
              <a:avLst/>
            </a:prstGeom>
            <a:solidFill>
              <a:srgbClr val="CCFF66"/>
            </a:solidFill>
            <a:ln w="9525" cap="flat" cmpd="sng">
              <a:solidFill>
                <a:srgbClr val="006600"/>
              </a:solidFill>
              <a:prstDash val="solid"/>
              <a:miter/>
              <a:headEnd type="none" w="med" len="med"/>
              <a:tailEnd type="none" w="med" len="med"/>
            </a:ln>
            <a:effectLst>
              <a:outerShdw dist="35921" dir="2699999" algn="ctr" rotWithShape="0">
                <a:schemeClr val="bg2"/>
              </a:outerShdw>
            </a:effectLst>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endParaRPr lang="zh-CN" altLang="en-US" sz="1800" dirty="0"/>
            </a:p>
          </p:txBody>
        </p:sp>
        <p:sp>
          <p:nvSpPr>
            <p:cNvPr id="160780" name="Line 32"/>
            <p:cNvSpPr/>
            <p:nvPr/>
          </p:nvSpPr>
          <p:spPr>
            <a:xfrm>
              <a:off x="4182" y="3004"/>
              <a:ext cx="255" cy="357"/>
            </a:xfrm>
            <a:prstGeom prst="line">
              <a:avLst/>
            </a:prstGeom>
            <a:ln w="25400" cap="flat" cmpd="sng">
              <a:solidFill>
                <a:srgbClr val="000099"/>
              </a:solidFill>
              <a:prstDash val="solid"/>
              <a:headEnd type="none" w="med" len="med"/>
              <a:tailEnd type="triangle" w="sm" len="lg"/>
            </a:ln>
          </p:spPr>
        </p:sp>
        <p:sp>
          <p:nvSpPr>
            <p:cNvPr id="160781" name="Line 33"/>
            <p:cNvSpPr/>
            <p:nvPr/>
          </p:nvSpPr>
          <p:spPr>
            <a:xfrm flipH="1">
              <a:off x="3878" y="3008"/>
              <a:ext cx="0" cy="447"/>
            </a:xfrm>
            <a:prstGeom prst="line">
              <a:avLst/>
            </a:prstGeom>
            <a:ln w="25400" cap="flat" cmpd="sng">
              <a:solidFill>
                <a:srgbClr val="000099"/>
              </a:solidFill>
              <a:prstDash val="solid"/>
              <a:headEnd type="none" w="med" len="med"/>
              <a:tailEnd type="triangle" w="sm" len="lg"/>
            </a:ln>
          </p:spPr>
        </p:sp>
        <p:sp>
          <p:nvSpPr>
            <p:cNvPr id="160782" name="Line 34"/>
            <p:cNvSpPr/>
            <p:nvPr/>
          </p:nvSpPr>
          <p:spPr>
            <a:xfrm>
              <a:off x="4310" y="3058"/>
              <a:ext cx="137" cy="192"/>
            </a:xfrm>
            <a:prstGeom prst="line">
              <a:avLst/>
            </a:prstGeom>
            <a:ln w="22225" cap="flat" cmpd="sng">
              <a:solidFill>
                <a:srgbClr val="FF0000"/>
              </a:solidFill>
              <a:prstDash val="solid"/>
              <a:headEnd type="none" w="med" len="med"/>
              <a:tailEnd type="triangle" w="sm" len="med"/>
            </a:ln>
          </p:spPr>
        </p:sp>
        <p:sp>
          <p:nvSpPr>
            <p:cNvPr id="160783" name="Line 35"/>
            <p:cNvSpPr/>
            <p:nvPr/>
          </p:nvSpPr>
          <p:spPr>
            <a:xfrm flipV="1">
              <a:off x="3254" y="3054"/>
              <a:ext cx="146" cy="201"/>
            </a:xfrm>
            <a:prstGeom prst="line">
              <a:avLst/>
            </a:prstGeom>
            <a:ln w="22225" cap="flat" cmpd="sng">
              <a:solidFill>
                <a:srgbClr val="FF0000"/>
              </a:solidFill>
              <a:prstDash val="solid"/>
              <a:headEnd type="none" w="med" len="med"/>
              <a:tailEnd type="triangle" w="sm" len="med"/>
            </a:ln>
          </p:spPr>
        </p:sp>
        <p:sp>
          <p:nvSpPr>
            <p:cNvPr id="160784" name="Text Box 36"/>
            <p:cNvSpPr txBox="1"/>
            <p:nvPr/>
          </p:nvSpPr>
          <p:spPr>
            <a:xfrm>
              <a:off x="3421" y="2686"/>
              <a:ext cx="888" cy="2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r>
                <a:rPr lang="zh-CN" altLang="en-US" sz="2400" b="1" dirty="0">
                  <a:solidFill>
                    <a:srgbClr val="000099"/>
                  </a:solidFill>
                  <a:latin typeface="Times New Roman" panose="02020603050405020304" pitchFamily="18" charset="0"/>
                  <a:ea typeface="仿宋_GB2312" pitchFamily="49" charset="-122"/>
                </a:rPr>
                <a:t>协调模块</a:t>
              </a:r>
              <a:endParaRPr lang="zh-CN" altLang="en-US" sz="2400" b="1" dirty="0">
                <a:solidFill>
                  <a:srgbClr val="000099"/>
                </a:solidFill>
                <a:latin typeface="Times New Roman" panose="02020603050405020304" pitchFamily="18" charset="0"/>
                <a:ea typeface="仿宋_GB2312" pitchFamily="49" charset="-122"/>
              </a:endParaRPr>
            </a:p>
          </p:txBody>
        </p:sp>
        <p:sp>
          <p:nvSpPr>
            <p:cNvPr id="160785" name="Text Box 37"/>
            <p:cNvSpPr txBox="1"/>
            <p:nvPr/>
          </p:nvSpPr>
          <p:spPr>
            <a:xfrm>
              <a:off x="3514" y="3038"/>
              <a:ext cx="255" cy="2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r>
                <a:rPr lang="en-US" altLang="zh-CN" sz="2400" b="1" dirty="0">
                  <a:solidFill>
                    <a:srgbClr val="FF0000"/>
                  </a:solidFill>
                  <a:latin typeface="Times New Roman" panose="02020603050405020304" pitchFamily="18" charset="0"/>
                </a:rPr>
                <a:t>A</a:t>
              </a:r>
              <a:endParaRPr lang="en-US" altLang="zh-CN" sz="2400" b="1" dirty="0">
                <a:solidFill>
                  <a:srgbClr val="FF0000"/>
                </a:solidFill>
                <a:latin typeface="Times New Roman" panose="02020603050405020304" pitchFamily="18" charset="0"/>
              </a:endParaRPr>
            </a:p>
          </p:txBody>
        </p:sp>
        <p:sp>
          <p:nvSpPr>
            <p:cNvPr id="160786" name="Text Box 38"/>
            <p:cNvSpPr txBox="1"/>
            <p:nvPr/>
          </p:nvSpPr>
          <p:spPr>
            <a:xfrm>
              <a:off x="3034" y="2989"/>
              <a:ext cx="255" cy="2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r>
                <a:rPr lang="en-US" altLang="zh-CN" sz="2400" b="1" dirty="0">
                  <a:solidFill>
                    <a:srgbClr val="FF0000"/>
                  </a:solidFill>
                  <a:latin typeface="Times New Roman" panose="02020603050405020304" pitchFamily="18" charset="0"/>
                </a:rPr>
                <a:t>A</a:t>
              </a:r>
              <a:endParaRPr lang="en-US" altLang="zh-CN" sz="2400" b="1" dirty="0">
                <a:solidFill>
                  <a:srgbClr val="FF0000"/>
                </a:solidFill>
                <a:latin typeface="Times New Roman" panose="02020603050405020304" pitchFamily="18" charset="0"/>
              </a:endParaRPr>
            </a:p>
          </p:txBody>
        </p:sp>
        <p:sp>
          <p:nvSpPr>
            <p:cNvPr id="160787" name="Line 39"/>
            <p:cNvSpPr/>
            <p:nvPr/>
          </p:nvSpPr>
          <p:spPr>
            <a:xfrm>
              <a:off x="3775" y="3090"/>
              <a:ext cx="0" cy="256"/>
            </a:xfrm>
            <a:prstGeom prst="line">
              <a:avLst/>
            </a:prstGeom>
            <a:ln w="22225" cap="flat" cmpd="sng">
              <a:solidFill>
                <a:srgbClr val="FF0000"/>
              </a:solidFill>
              <a:prstDash val="solid"/>
              <a:headEnd type="none" w="med" len="med"/>
              <a:tailEnd type="triangle" w="sm" len="med"/>
            </a:ln>
          </p:spPr>
        </p:sp>
        <p:sp>
          <p:nvSpPr>
            <p:cNvPr id="160788" name="Line 40"/>
            <p:cNvSpPr/>
            <p:nvPr/>
          </p:nvSpPr>
          <p:spPr>
            <a:xfrm>
              <a:off x="3972" y="3067"/>
              <a:ext cx="0" cy="256"/>
            </a:xfrm>
            <a:prstGeom prst="line">
              <a:avLst/>
            </a:prstGeom>
            <a:ln w="22225" cap="flat" cmpd="sng">
              <a:solidFill>
                <a:srgbClr val="FF0000"/>
              </a:solidFill>
              <a:prstDash val="solid"/>
              <a:headEnd type="triangle" w="sm" len="med"/>
              <a:tailEnd type="none" w="sm" len="med"/>
            </a:ln>
          </p:spPr>
        </p:sp>
        <p:sp>
          <p:nvSpPr>
            <p:cNvPr id="160789" name="Text Box 41"/>
            <p:cNvSpPr txBox="1"/>
            <p:nvPr/>
          </p:nvSpPr>
          <p:spPr>
            <a:xfrm>
              <a:off x="3975" y="3053"/>
              <a:ext cx="244" cy="2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r>
                <a:rPr lang="en-US" altLang="zh-CN" sz="2400" b="1" dirty="0">
                  <a:solidFill>
                    <a:srgbClr val="FF0000"/>
                  </a:solidFill>
                  <a:latin typeface="Times New Roman" panose="02020603050405020304" pitchFamily="18" charset="0"/>
                </a:rPr>
                <a:t>B</a:t>
              </a:r>
              <a:endParaRPr lang="en-US" altLang="zh-CN" sz="2400" b="1" dirty="0">
                <a:solidFill>
                  <a:srgbClr val="FF0000"/>
                </a:solidFill>
                <a:latin typeface="Times New Roman" panose="02020603050405020304" pitchFamily="18" charset="0"/>
              </a:endParaRPr>
            </a:p>
          </p:txBody>
        </p:sp>
        <p:sp>
          <p:nvSpPr>
            <p:cNvPr id="160790" name="Text Box 42"/>
            <p:cNvSpPr txBox="1"/>
            <p:nvPr/>
          </p:nvSpPr>
          <p:spPr>
            <a:xfrm>
              <a:off x="4409" y="2976"/>
              <a:ext cx="244" cy="2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r>
                <a:rPr lang="en-US" altLang="zh-CN" sz="2400" b="1" dirty="0">
                  <a:solidFill>
                    <a:srgbClr val="FF0000"/>
                  </a:solidFill>
                  <a:latin typeface="Times New Roman" panose="02020603050405020304" pitchFamily="18" charset="0"/>
                </a:rPr>
                <a:t>B</a:t>
              </a:r>
              <a:endParaRPr lang="en-US" altLang="zh-CN" sz="2400" b="1" dirty="0">
                <a:solidFill>
                  <a:srgbClr val="FF0000"/>
                </a:solidFill>
                <a:latin typeface="Times New Roman" panose="02020603050405020304" pitchFamily="18" charset="0"/>
              </a:endParaRPr>
            </a:p>
          </p:txBody>
        </p:sp>
      </p:gr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宋体" panose="02010600030101010101" pitchFamily="2" charset="-122"/>
                <a:cs typeface="Times New Roman" panose="02020603050405020304" pitchFamily="18" charset="0"/>
              </a:rPr>
              <a:t>2.2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结构化设计</a:t>
            </a:r>
            <a:endPar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13316"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
        <p:nvSpPr>
          <p:cNvPr id="3" name="Rectangle 3"/>
          <p:cNvSpPr>
            <a:spLocks noGrp="1" noChangeArrowheads="1"/>
          </p:cNvSpPr>
          <p:nvPr>
            <p:ph idx="1"/>
          </p:nvPr>
        </p:nvSpPr>
        <p:spPr>
          <a:xfrm>
            <a:off x="483870" y="1467485"/>
            <a:ext cx="7772400" cy="5041900"/>
          </a:xfrm>
        </p:spPr>
        <p:txBody>
          <a:bodyPr vert="horz" wrap="square" lIns="91440" tIns="45720" rIns="91440" bIns="45720" numCol="1" anchor="t" anchorCtr="0" compatLnSpc="1">
            <a:noAutofit/>
          </a:bodyPr>
          <a:lstStyle/>
          <a:p>
            <a:pPr marL="0" marR="0" lvl="0" indent="0" algn="l" defTabSz="914400" rtl="0" eaLnBrk="1" fontAlgn="base" latinLnBrk="0" hangingPunct="1">
              <a:lnSpc>
                <a:spcPct val="105000"/>
              </a:lnSpc>
              <a:spcBef>
                <a:spcPct val="20000"/>
              </a:spcBef>
              <a:spcAft>
                <a:spcPct val="0"/>
              </a:spcAft>
              <a:buClr>
                <a:srgbClr val="990099"/>
              </a:buClr>
              <a:buSzPct val="70000"/>
              <a:buFont typeface="Wingdings" panose="05000000000000000000" pitchFamily="2" charset="2"/>
              <a:buNone/>
              <a:defRPr/>
            </a:pPr>
            <a:r>
              <a:rPr kumimoji="0" lang="zh-CN" altLang="en-US" sz="2800" b="1" i="0" u="none" strike="noStrike" kern="0" cap="none" spc="0" normalizeH="0" baseline="0" noProof="0">
                <a:ln>
                  <a:noFill/>
                </a:ln>
                <a:solidFill>
                  <a:srgbClr val="0070C0"/>
                </a:solidFill>
                <a:effectLst>
                  <a:outerShdw blurRad="38100" dist="38100" dir="2700000" algn="tl">
                    <a:srgbClr val="C0C0C0"/>
                  </a:outerShdw>
                </a:effectLst>
                <a:uLnTx/>
                <a:uFillTx/>
                <a:latin typeface="+mn-ea"/>
                <a:cs typeface="+mn-ea"/>
              </a:rPr>
              <a:t>变换型结构</a:t>
            </a:r>
            <a:endParaRPr kumimoji="0" lang="zh-CN" altLang="en-US" sz="2800" b="1" i="0" u="none" strike="noStrike" kern="0" cap="none" spc="0" normalizeH="0" baseline="0" noProof="0">
              <a:ln>
                <a:noFill/>
              </a:ln>
              <a:solidFill>
                <a:srgbClr val="0070C0"/>
              </a:solidFill>
              <a:effectLst>
                <a:outerShdw blurRad="38100" dist="38100" dir="2700000" algn="tl">
                  <a:srgbClr val="C0C0C0"/>
                </a:outerShdw>
              </a:effectLst>
              <a:uLnTx/>
              <a:uFillTx/>
              <a:latin typeface="+mn-ea"/>
              <a:cs typeface="+mn-ea"/>
            </a:endParaRPr>
          </a:p>
          <a:p>
            <a:pPr eaLnBrk="1" hangingPunct="1">
              <a:lnSpc>
                <a:spcPct val="105000"/>
              </a:lnSpc>
              <a:buClr>
                <a:srgbClr val="990099"/>
              </a:buClr>
            </a:pPr>
            <a:r>
              <a:rPr lang="zh-CN" altLang="en-US" dirty="0">
                <a:ea typeface="仿宋_GB2312" pitchFamily="49" charset="-122"/>
                <a:sym typeface="+mn-ea"/>
              </a:rPr>
              <a:t>变换型数据处理问题的工作过程大致分为三步，即取得数据，变换数据和给出数据。</a:t>
            </a:r>
            <a:endParaRPr lang="zh-CN" altLang="en-US" b="1" dirty="0">
              <a:ea typeface="仿宋_GB2312" pitchFamily="49" charset="-122"/>
            </a:endParaRPr>
          </a:p>
          <a:p>
            <a:pPr eaLnBrk="1" hangingPunct="1">
              <a:lnSpc>
                <a:spcPct val="105000"/>
              </a:lnSpc>
              <a:buClr>
                <a:srgbClr val="990099"/>
              </a:buClr>
            </a:pPr>
            <a:endParaRPr lang="zh-CN" altLang="en-US" b="1" dirty="0">
              <a:ea typeface="仿宋_GB2312" pitchFamily="49" charset="-122"/>
            </a:endParaRPr>
          </a:p>
          <a:p>
            <a:pPr eaLnBrk="1" hangingPunct="1">
              <a:lnSpc>
                <a:spcPct val="105000"/>
              </a:lnSpc>
              <a:buClr>
                <a:srgbClr val="990099"/>
              </a:buClr>
            </a:pPr>
            <a:r>
              <a:rPr lang="zh-CN" altLang="en-US" dirty="0">
                <a:ea typeface="仿宋_GB2312" pitchFamily="49" charset="-122"/>
                <a:sym typeface="+mn-ea"/>
              </a:rPr>
              <a:t>相应于取得数据、变换数据、给出数据，变换型系统结构图由输入、中心变换和输出等三部分组成。</a:t>
            </a:r>
            <a:endParaRPr kumimoji="0" lang="zh-CN" altLang="en-US" b="0" i="0" strike="noStrike" kern="0" cap="none" spc="0" normalizeH="0" baseline="0" noProof="0">
              <a:ln>
                <a:noFill/>
              </a:ln>
              <a:solidFill>
                <a:schemeClr val="tx1">
                  <a:lumMod val="65000"/>
                  <a:lumOff val="35000"/>
                </a:schemeClr>
              </a:solidFill>
              <a:effectLst>
                <a:outerShdw blurRad="38100" dist="38100" dir="2700000" algn="tl">
                  <a:srgbClr val="C0C0C0"/>
                </a:outerShdw>
              </a:effectLst>
              <a:uLnTx/>
              <a:uFillTx/>
              <a:latin typeface="+mn-ea"/>
              <a:ea typeface="仿宋_GB2312" pitchFamily="49" charset="-122"/>
              <a:cs typeface="+mn-ea"/>
              <a:sym typeface="+mn-ea"/>
            </a:endParaRPr>
          </a:p>
        </p:txBody>
      </p:sp>
      <p:grpSp>
        <p:nvGrpSpPr>
          <p:cNvPr id="161799" name="Group 4"/>
          <p:cNvGrpSpPr/>
          <p:nvPr/>
        </p:nvGrpSpPr>
        <p:grpSpPr>
          <a:xfrm>
            <a:off x="636270" y="4724400"/>
            <a:ext cx="7594600" cy="939800"/>
            <a:chOff x="560" y="2688"/>
            <a:chExt cx="4784" cy="592"/>
          </a:xfrm>
        </p:grpSpPr>
        <p:sp>
          <p:nvSpPr>
            <p:cNvPr id="161800" name="Line 5"/>
            <p:cNvSpPr/>
            <p:nvPr/>
          </p:nvSpPr>
          <p:spPr>
            <a:xfrm>
              <a:off x="4912" y="2984"/>
              <a:ext cx="432" cy="0"/>
            </a:xfrm>
            <a:prstGeom prst="line">
              <a:avLst/>
            </a:prstGeom>
            <a:ln w="38100" cap="flat" cmpd="sng">
              <a:solidFill>
                <a:srgbClr val="0000FF"/>
              </a:solidFill>
              <a:prstDash val="solid"/>
              <a:headEnd type="none" w="med" len="med"/>
              <a:tailEnd type="triangle" w="med" len="lg"/>
            </a:ln>
          </p:spPr>
        </p:sp>
        <p:sp>
          <p:nvSpPr>
            <p:cNvPr id="161801" name="Line 6"/>
            <p:cNvSpPr/>
            <p:nvPr/>
          </p:nvSpPr>
          <p:spPr>
            <a:xfrm>
              <a:off x="3448" y="2984"/>
              <a:ext cx="432" cy="0"/>
            </a:xfrm>
            <a:prstGeom prst="line">
              <a:avLst/>
            </a:prstGeom>
            <a:ln w="38100" cap="flat" cmpd="sng">
              <a:solidFill>
                <a:srgbClr val="0000FF"/>
              </a:solidFill>
              <a:prstDash val="solid"/>
              <a:headEnd type="none" w="med" len="med"/>
              <a:tailEnd type="triangle" w="med" len="lg"/>
            </a:ln>
          </p:spPr>
        </p:sp>
        <p:sp>
          <p:nvSpPr>
            <p:cNvPr id="161802" name="Line 7"/>
            <p:cNvSpPr/>
            <p:nvPr/>
          </p:nvSpPr>
          <p:spPr>
            <a:xfrm>
              <a:off x="2016" y="2984"/>
              <a:ext cx="432" cy="0"/>
            </a:xfrm>
            <a:prstGeom prst="line">
              <a:avLst/>
            </a:prstGeom>
            <a:ln w="38100" cap="flat" cmpd="sng">
              <a:solidFill>
                <a:srgbClr val="0000FF"/>
              </a:solidFill>
              <a:prstDash val="solid"/>
              <a:headEnd type="none" w="med" len="med"/>
              <a:tailEnd type="triangle" w="med" len="lg"/>
            </a:ln>
          </p:spPr>
        </p:sp>
        <p:grpSp>
          <p:nvGrpSpPr>
            <p:cNvPr id="161803" name="Group 8"/>
            <p:cNvGrpSpPr/>
            <p:nvPr/>
          </p:nvGrpSpPr>
          <p:grpSpPr>
            <a:xfrm>
              <a:off x="992" y="2688"/>
              <a:ext cx="1072" cy="576"/>
              <a:chOff x="968" y="2808"/>
              <a:chExt cx="1072" cy="576"/>
            </a:xfrm>
          </p:grpSpPr>
          <p:sp>
            <p:nvSpPr>
              <p:cNvPr id="161811" name="Oval 9"/>
              <p:cNvSpPr/>
              <p:nvPr/>
            </p:nvSpPr>
            <p:spPr>
              <a:xfrm>
                <a:off x="968" y="2808"/>
                <a:ext cx="1072" cy="576"/>
              </a:xfrm>
              <a:prstGeom prst="ellipse">
                <a:avLst/>
              </a:prstGeom>
              <a:solidFill>
                <a:srgbClr val="99FF99"/>
              </a:solidFill>
              <a:ln w="9525" cap="flat" cmpd="sng">
                <a:solidFill>
                  <a:schemeClr val="tx1"/>
                </a:solidFill>
                <a:prstDash val="solid"/>
                <a:headEnd type="none" w="med" len="med"/>
                <a:tailEnd type="none" w="med" len="med"/>
              </a:ln>
              <a:effectLst>
                <a:outerShdw dist="35921" dir="2699999" algn="ctr" rotWithShape="0">
                  <a:schemeClr val="bg2"/>
                </a:outerShdw>
              </a:effectLst>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endParaRPr lang="zh-CN" altLang="en-US" sz="1800" dirty="0"/>
              </a:p>
            </p:txBody>
          </p:sp>
          <p:sp>
            <p:nvSpPr>
              <p:cNvPr id="161812" name="Text Box 10"/>
              <p:cNvSpPr txBox="1"/>
              <p:nvPr/>
            </p:nvSpPr>
            <p:spPr>
              <a:xfrm>
                <a:off x="1063" y="2897"/>
                <a:ext cx="888" cy="47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lgn="ctr" eaLnBrk="1" hangingPunct="1">
                  <a:lnSpc>
                    <a:spcPct val="90000"/>
                  </a:lnSpc>
                  <a:spcBef>
                    <a:spcPct val="0"/>
                  </a:spcBef>
                  <a:buClrTx/>
                  <a:buSzTx/>
                  <a:buFontTx/>
                  <a:buNone/>
                </a:pPr>
                <a:r>
                  <a:rPr lang="zh-CN" altLang="en-US" sz="2400" b="1" dirty="0">
                    <a:solidFill>
                      <a:srgbClr val="000099"/>
                    </a:solidFill>
                    <a:latin typeface="Times New Roman" panose="02020603050405020304" pitchFamily="18" charset="0"/>
                    <a:ea typeface="仿宋_GB2312" pitchFamily="49" charset="-122"/>
                  </a:rPr>
                  <a:t>传入数据</a:t>
                </a:r>
                <a:endParaRPr lang="zh-CN" altLang="en-US" sz="2400" b="1" dirty="0">
                  <a:solidFill>
                    <a:srgbClr val="000099"/>
                  </a:solidFill>
                  <a:latin typeface="Times New Roman" panose="02020603050405020304" pitchFamily="18" charset="0"/>
                  <a:ea typeface="仿宋_GB2312" pitchFamily="49" charset="-122"/>
                </a:endParaRPr>
              </a:p>
              <a:p>
                <a:pPr marL="0" lvl="0" indent="0" algn="ctr" eaLnBrk="1" hangingPunct="1">
                  <a:lnSpc>
                    <a:spcPct val="90000"/>
                  </a:lnSpc>
                  <a:spcBef>
                    <a:spcPct val="0"/>
                  </a:spcBef>
                  <a:buClrTx/>
                  <a:buSzTx/>
                  <a:buFontTx/>
                  <a:buNone/>
                </a:pPr>
                <a:r>
                  <a:rPr lang="en-US" altLang="zh-CN" sz="2400" b="1" dirty="0">
                    <a:solidFill>
                      <a:srgbClr val="000099"/>
                    </a:solidFill>
                    <a:latin typeface="Times New Roman" panose="02020603050405020304" pitchFamily="18" charset="0"/>
                  </a:rPr>
                  <a:t>C</a:t>
                </a:r>
                <a:endParaRPr lang="en-US" altLang="zh-CN" sz="2400" b="1" dirty="0">
                  <a:solidFill>
                    <a:srgbClr val="000099"/>
                  </a:solidFill>
                  <a:latin typeface="Times New Roman" panose="02020603050405020304" pitchFamily="18" charset="0"/>
                </a:endParaRPr>
              </a:p>
            </p:txBody>
          </p:sp>
        </p:grpSp>
        <p:grpSp>
          <p:nvGrpSpPr>
            <p:cNvPr id="161804" name="Group 11"/>
            <p:cNvGrpSpPr/>
            <p:nvPr/>
          </p:nvGrpSpPr>
          <p:grpSpPr>
            <a:xfrm>
              <a:off x="2456" y="2704"/>
              <a:ext cx="1072" cy="576"/>
              <a:chOff x="968" y="2808"/>
              <a:chExt cx="1072" cy="576"/>
            </a:xfrm>
          </p:grpSpPr>
          <p:sp>
            <p:nvSpPr>
              <p:cNvPr id="161809" name="Oval 12"/>
              <p:cNvSpPr/>
              <p:nvPr/>
            </p:nvSpPr>
            <p:spPr>
              <a:xfrm>
                <a:off x="968" y="2808"/>
                <a:ext cx="1072" cy="576"/>
              </a:xfrm>
              <a:prstGeom prst="ellipse">
                <a:avLst/>
              </a:prstGeom>
              <a:solidFill>
                <a:srgbClr val="99FF99"/>
              </a:solidFill>
              <a:ln w="9525" cap="flat" cmpd="sng">
                <a:solidFill>
                  <a:schemeClr val="tx1"/>
                </a:solidFill>
                <a:prstDash val="solid"/>
                <a:headEnd type="none" w="med" len="med"/>
                <a:tailEnd type="none" w="med" len="med"/>
              </a:ln>
              <a:effectLst>
                <a:outerShdw dist="35921" dir="2699999" algn="ctr" rotWithShape="0">
                  <a:schemeClr val="bg2"/>
                </a:outerShdw>
              </a:effectLst>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endParaRPr lang="zh-CN" altLang="en-US" sz="1800" dirty="0"/>
              </a:p>
            </p:txBody>
          </p:sp>
          <p:sp>
            <p:nvSpPr>
              <p:cNvPr id="161810" name="Text Box 13"/>
              <p:cNvSpPr txBox="1"/>
              <p:nvPr/>
            </p:nvSpPr>
            <p:spPr>
              <a:xfrm>
                <a:off x="1063" y="2897"/>
                <a:ext cx="888" cy="47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lgn="ctr" eaLnBrk="1" hangingPunct="1">
                  <a:lnSpc>
                    <a:spcPct val="90000"/>
                  </a:lnSpc>
                  <a:spcBef>
                    <a:spcPct val="0"/>
                  </a:spcBef>
                  <a:buClrTx/>
                  <a:buSzTx/>
                  <a:buFontTx/>
                  <a:buNone/>
                </a:pPr>
                <a:r>
                  <a:rPr lang="zh-CN" altLang="en-US" sz="2400" b="1" dirty="0">
                    <a:solidFill>
                      <a:srgbClr val="000099"/>
                    </a:solidFill>
                    <a:latin typeface="Times New Roman" panose="02020603050405020304" pitchFamily="18" charset="0"/>
                    <a:ea typeface="仿宋_GB2312" pitchFamily="49" charset="-122"/>
                  </a:rPr>
                  <a:t>变换数据</a:t>
                </a:r>
                <a:endParaRPr lang="zh-CN" altLang="en-US" sz="2400" b="1" dirty="0">
                  <a:solidFill>
                    <a:srgbClr val="000099"/>
                  </a:solidFill>
                  <a:latin typeface="Times New Roman" panose="02020603050405020304" pitchFamily="18" charset="0"/>
                  <a:ea typeface="仿宋_GB2312" pitchFamily="49" charset="-122"/>
                </a:endParaRPr>
              </a:p>
              <a:p>
                <a:pPr marL="0" lvl="0" indent="0" algn="ctr" eaLnBrk="1" hangingPunct="1">
                  <a:lnSpc>
                    <a:spcPct val="90000"/>
                  </a:lnSpc>
                  <a:spcBef>
                    <a:spcPct val="0"/>
                  </a:spcBef>
                  <a:buClrTx/>
                  <a:buSzTx/>
                  <a:buFontTx/>
                  <a:buNone/>
                </a:pPr>
                <a:r>
                  <a:rPr lang="en-US" altLang="zh-CN" sz="2400" b="1" dirty="0">
                    <a:solidFill>
                      <a:srgbClr val="000099"/>
                    </a:solidFill>
                    <a:latin typeface="Times New Roman" panose="02020603050405020304" pitchFamily="18" charset="0"/>
                  </a:rPr>
                  <a:t>C</a:t>
                </a:r>
                <a:r>
                  <a:rPr lang="en-US" altLang="zh-CN" sz="2400" b="1" dirty="0">
                    <a:solidFill>
                      <a:srgbClr val="000099"/>
                    </a:solidFill>
                    <a:latin typeface="Times New Roman" panose="02020603050405020304" pitchFamily="18" charset="0"/>
                    <a:sym typeface="Symbol" panose="05050102010706020507" pitchFamily="18" charset="2"/>
                  </a:rPr>
                  <a:t>D</a:t>
                </a:r>
                <a:endParaRPr lang="en-US" altLang="zh-CN" sz="2400" b="1" dirty="0">
                  <a:solidFill>
                    <a:srgbClr val="000099"/>
                  </a:solidFill>
                  <a:latin typeface="Times New Roman" panose="02020603050405020304" pitchFamily="18" charset="0"/>
                </a:endParaRPr>
              </a:p>
            </p:txBody>
          </p:sp>
        </p:grpSp>
        <p:grpSp>
          <p:nvGrpSpPr>
            <p:cNvPr id="161805" name="Group 14"/>
            <p:cNvGrpSpPr/>
            <p:nvPr/>
          </p:nvGrpSpPr>
          <p:grpSpPr>
            <a:xfrm>
              <a:off x="3872" y="2696"/>
              <a:ext cx="1072" cy="576"/>
              <a:chOff x="968" y="2808"/>
              <a:chExt cx="1072" cy="576"/>
            </a:xfrm>
          </p:grpSpPr>
          <p:sp>
            <p:nvSpPr>
              <p:cNvPr id="161807" name="Oval 15"/>
              <p:cNvSpPr/>
              <p:nvPr/>
            </p:nvSpPr>
            <p:spPr>
              <a:xfrm>
                <a:off x="968" y="2808"/>
                <a:ext cx="1072" cy="576"/>
              </a:xfrm>
              <a:prstGeom prst="ellipse">
                <a:avLst/>
              </a:prstGeom>
              <a:solidFill>
                <a:srgbClr val="99FF99"/>
              </a:solidFill>
              <a:ln w="9525" cap="flat" cmpd="sng">
                <a:solidFill>
                  <a:schemeClr val="tx1"/>
                </a:solidFill>
                <a:prstDash val="solid"/>
                <a:headEnd type="none" w="med" len="med"/>
                <a:tailEnd type="none" w="med" len="med"/>
              </a:ln>
              <a:effectLst>
                <a:outerShdw dist="35921" dir="2699999" algn="ctr" rotWithShape="0">
                  <a:schemeClr val="bg2"/>
                </a:outerShdw>
              </a:effectLst>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endParaRPr lang="zh-CN" altLang="en-US" sz="1800" dirty="0"/>
              </a:p>
            </p:txBody>
          </p:sp>
          <p:sp>
            <p:nvSpPr>
              <p:cNvPr id="161808" name="Text Box 16"/>
              <p:cNvSpPr txBox="1"/>
              <p:nvPr/>
            </p:nvSpPr>
            <p:spPr>
              <a:xfrm>
                <a:off x="1064" y="2897"/>
                <a:ext cx="888" cy="47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lgn="ctr" eaLnBrk="1" hangingPunct="1">
                  <a:lnSpc>
                    <a:spcPct val="90000"/>
                  </a:lnSpc>
                  <a:spcBef>
                    <a:spcPct val="0"/>
                  </a:spcBef>
                  <a:buClrTx/>
                  <a:buSzTx/>
                  <a:buFontTx/>
                  <a:buNone/>
                </a:pPr>
                <a:r>
                  <a:rPr lang="zh-CN" altLang="en-US" sz="2400" b="1" dirty="0">
                    <a:solidFill>
                      <a:srgbClr val="000099"/>
                    </a:solidFill>
                    <a:latin typeface="Times New Roman" panose="02020603050405020304" pitchFamily="18" charset="0"/>
                    <a:ea typeface="仿宋_GB2312" pitchFamily="49" charset="-122"/>
                  </a:rPr>
                  <a:t>传出数据</a:t>
                </a:r>
                <a:endParaRPr lang="zh-CN" altLang="en-US" sz="2400" b="1" dirty="0">
                  <a:solidFill>
                    <a:srgbClr val="000099"/>
                  </a:solidFill>
                  <a:latin typeface="Times New Roman" panose="02020603050405020304" pitchFamily="18" charset="0"/>
                  <a:ea typeface="仿宋_GB2312" pitchFamily="49" charset="-122"/>
                </a:endParaRPr>
              </a:p>
              <a:p>
                <a:pPr marL="0" lvl="0" indent="0" algn="ctr" eaLnBrk="1" hangingPunct="1">
                  <a:lnSpc>
                    <a:spcPct val="90000"/>
                  </a:lnSpc>
                  <a:spcBef>
                    <a:spcPct val="0"/>
                  </a:spcBef>
                  <a:buClrTx/>
                  <a:buSzTx/>
                  <a:buFontTx/>
                  <a:buNone/>
                </a:pPr>
                <a:r>
                  <a:rPr lang="en-US" altLang="zh-CN" sz="2400" b="1" dirty="0">
                    <a:solidFill>
                      <a:srgbClr val="000099"/>
                    </a:solidFill>
                    <a:latin typeface="Times New Roman" panose="02020603050405020304" pitchFamily="18" charset="0"/>
                  </a:rPr>
                  <a:t>D</a:t>
                </a:r>
                <a:endParaRPr lang="en-US" altLang="zh-CN" sz="2400" b="1" dirty="0">
                  <a:solidFill>
                    <a:srgbClr val="000099"/>
                  </a:solidFill>
                  <a:latin typeface="Times New Roman" panose="02020603050405020304" pitchFamily="18" charset="0"/>
                </a:endParaRPr>
              </a:p>
            </p:txBody>
          </p:sp>
        </p:grpSp>
        <p:sp>
          <p:nvSpPr>
            <p:cNvPr id="161806" name="Line 17"/>
            <p:cNvSpPr/>
            <p:nvPr/>
          </p:nvSpPr>
          <p:spPr>
            <a:xfrm>
              <a:off x="560" y="2968"/>
              <a:ext cx="432" cy="0"/>
            </a:xfrm>
            <a:prstGeom prst="line">
              <a:avLst/>
            </a:prstGeom>
            <a:ln w="38100" cap="flat" cmpd="sng">
              <a:solidFill>
                <a:srgbClr val="0000FF"/>
              </a:solidFill>
              <a:prstDash val="solid"/>
              <a:headEnd type="none" w="med" len="med"/>
              <a:tailEnd type="triangle" w="med" len="lg"/>
            </a:ln>
          </p:spPr>
        </p:sp>
      </p:gr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宋体" panose="02010600030101010101" pitchFamily="2" charset="-122"/>
                <a:cs typeface="Times New Roman" panose="02020603050405020304" pitchFamily="18" charset="0"/>
              </a:rPr>
              <a:t>2.2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结构化设计</a:t>
            </a:r>
            <a:endPar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13316"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pic>
        <p:nvPicPr>
          <p:cNvPr id="162821" name="Picture 2"/>
          <p:cNvPicPr>
            <a:picLocks noChangeAspect="1"/>
          </p:cNvPicPr>
          <p:nvPr/>
        </p:nvPicPr>
        <p:blipFill>
          <a:blip r:embed="rId1"/>
          <a:stretch>
            <a:fillRect/>
          </a:stretch>
        </p:blipFill>
        <p:spPr>
          <a:xfrm>
            <a:off x="376555" y="1541145"/>
            <a:ext cx="7735888" cy="5026025"/>
          </a:xfrm>
          <a:prstGeom prst="rect">
            <a:avLst/>
          </a:prstGeom>
          <a:noFill/>
          <a:ln w="9525">
            <a:noFill/>
          </a:ln>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宋体" panose="02010600030101010101" pitchFamily="2" charset="-122"/>
                <a:cs typeface="Times New Roman" panose="02020603050405020304" pitchFamily="18" charset="0"/>
              </a:rPr>
              <a:t>2.2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结构化设计</a:t>
            </a:r>
            <a:endPar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13316"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pic>
        <p:nvPicPr>
          <p:cNvPr id="3" name="图片 2"/>
          <p:cNvPicPr>
            <a:picLocks noChangeAspect="1"/>
          </p:cNvPicPr>
          <p:nvPr/>
        </p:nvPicPr>
        <p:blipFill>
          <a:blip r:embed="rId1"/>
          <a:srcRect t="3593" r="5401" b="2976"/>
          <a:stretch>
            <a:fillRect/>
          </a:stretch>
        </p:blipFill>
        <p:spPr>
          <a:xfrm>
            <a:off x="467360" y="1417955"/>
            <a:ext cx="7482840" cy="5323205"/>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宋体" panose="02010600030101010101" pitchFamily="2" charset="-122"/>
                <a:cs typeface="Times New Roman" panose="02020603050405020304" pitchFamily="18" charset="0"/>
              </a:rPr>
              <a:t>2.2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结构化设计</a:t>
            </a:r>
            <a:endPar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13316"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
        <p:nvSpPr>
          <p:cNvPr id="91139" name="Rectangle 3"/>
          <p:cNvSpPr>
            <a:spLocks noGrp="1" noChangeArrowheads="1"/>
          </p:cNvSpPr>
          <p:nvPr>
            <p:ph idx="1"/>
          </p:nvPr>
        </p:nvSpPr>
        <p:spPr>
          <a:xfrm>
            <a:off x="792163" y="1419225"/>
            <a:ext cx="7493000" cy="4711700"/>
          </a:xfrm>
        </p:spPr>
        <p:txBody>
          <a:bodyPr vert="horz" wrap="square" lIns="91440" tIns="45720" rIns="91440" bIns="45720" numCol="1" anchor="t" anchorCtr="0" compatLnSpc="1">
            <a:normAutofit lnSpcReduction="10000"/>
          </a:bodyPr>
          <a:lstStyle/>
          <a:p>
            <a:pPr marL="0" marR="0" lvl="0" indent="0" algn="l" defTabSz="914400" rtl="0" eaLnBrk="1" fontAlgn="base" latinLnBrk="0" hangingPunct="1">
              <a:lnSpc>
                <a:spcPct val="110000"/>
              </a:lnSpc>
              <a:spcBef>
                <a:spcPct val="20000"/>
              </a:spcBef>
              <a:spcAft>
                <a:spcPct val="0"/>
              </a:spcAft>
              <a:buClr>
                <a:srgbClr val="990099"/>
              </a:buClr>
              <a:buSzPct val="70000"/>
              <a:buFont typeface="Wingdings" panose="05000000000000000000" pitchFamily="2" charset="2"/>
              <a:buNone/>
              <a:defRPr/>
            </a:pPr>
            <a:r>
              <a:rPr kumimoji="0" lang="zh-CN" altLang="en-US" sz="2600" b="1" i="0" u="none" strike="noStrike" kern="0" cap="none" spc="0" normalizeH="0" baseline="0" noProof="0">
                <a:ln>
                  <a:noFill/>
                </a:ln>
                <a:solidFill>
                  <a:srgbClr val="0070C0"/>
                </a:solidFill>
                <a:effectLst/>
                <a:uLnTx/>
                <a:uFillTx/>
                <a:latin typeface="+mn-ea"/>
                <a:cs typeface="+mn-ea"/>
              </a:rPr>
              <a:t>模块设计的原则</a:t>
            </a:r>
            <a:endParaRPr kumimoji="0" lang="zh-CN" altLang="en-US" sz="2600" b="1" i="0" u="none" strike="noStrike" kern="0" cap="none" spc="0" normalizeH="0" baseline="0" noProof="0">
              <a:ln>
                <a:noFill/>
              </a:ln>
              <a:solidFill>
                <a:srgbClr val="0070C0"/>
              </a:solidFill>
              <a:effectLst/>
              <a:uLnTx/>
              <a:uFillTx/>
              <a:latin typeface="+mn-ea"/>
              <a:cs typeface="+mn-ea"/>
            </a:endParaRPr>
          </a:p>
          <a:p>
            <a:pPr marL="342900" marR="0" lvl="0" indent="-342900" algn="l" defTabSz="914400" rtl="0" eaLnBrk="1" fontAlgn="base" latinLnBrk="0" hangingPunct="1">
              <a:lnSpc>
                <a:spcPct val="110000"/>
              </a:lnSpc>
              <a:spcBef>
                <a:spcPct val="20000"/>
              </a:spcBef>
              <a:spcAft>
                <a:spcPct val="0"/>
              </a:spcAft>
              <a:buClr>
                <a:srgbClr val="990099"/>
              </a:buClr>
              <a:buSzPct val="70000"/>
              <a:buFont typeface="Wingdings" panose="05000000000000000000" pitchFamily="2" charset="2"/>
              <a:buChar char="l"/>
              <a:defRPr/>
            </a:pPr>
            <a:r>
              <a:rPr kumimoji="0" lang="zh-CN" altLang="en-US" sz="2600" b="1" i="0" u="none" strike="noStrike" kern="0" cap="none" spc="0" normalizeH="0" baseline="0" noProof="0">
                <a:ln>
                  <a:noFill/>
                </a:ln>
                <a:solidFill>
                  <a:schemeClr val="tx1"/>
                </a:solidFill>
                <a:effectLst/>
                <a:uLnTx/>
                <a:uFillTx/>
                <a:latin typeface="+mn-ea"/>
                <a:cs typeface="+mn-ea"/>
              </a:rPr>
              <a:t>在选择模块设计的次序时，必须对一个模块的全部直接下属模块都设计完成之后，才能转向另一个模块的下层模块的设计。</a:t>
            </a:r>
            <a:endParaRPr kumimoji="0" lang="zh-CN" altLang="en-US" sz="2600" b="1" i="0" u="none" strike="noStrike" kern="0" cap="none" spc="0" normalizeH="0" baseline="0" noProof="0">
              <a:ln>
                <a:noFill/>
              </a:ln>
              <a:solidFill>
                <a:schemeClr val="tx1"/>
              </a:solidFill>
              <a:effectLst/>
              <a:uLnTx/>
              <a:uFillTx/>
              <a:latin typeface="+mn-ea"/>
              <a:cs typeface="+mn-ea"/>
            </a:endParaRPr>
          </a:p>
          <a:p>
            <a:pPr marL="342900" marR="0" lvl="0" indent="-342900" algn="l" defTabSz="914400" rtl="0" eaLnBrk="1" fontAlgn="base" latinLnBrk="0" hangingPunct="1">
              <a:lnSpc>
                <a:spcPct val="110000"/>
              </a:lnSpc>
              <a:spcBef>
                <a:spcPct val="20000"/>
              </a:spcBef>
              <a:spcAft>
                <a:spcPct val="0"/>
              </a:spcAft>
              <a:buClr>
                <a:srgbClr val="990099"/>
              </a:buClr>
              <a:buSzPct val="70000"/>
              <a:buFont typeface="Wingdings" panose="05000000000000000000" pitchFamily="2" charset="2"/>
              <a:buChar char="l"/>
              <a:defRPr/>
            </a:pPr>
            <a:endParaRPr kumimoji="0" lang="zh-CN" altLang="en-US" sz="2600" b="1" i="0" u="none" strike="noStrike" kern="0" cap="none" spc="0" normalizeH="0" baseline="0" noProof="0">
              <a:ln>
                <a:noFill/>
              </a:ln>
              <a:solidFill>
                <a:schemeClr val="tx1"/>
              </a:solidFill>
              <a:effectLst/>
              <a:uLnTx/>
              <a:uFillTx/>
              <a:latin typeface="+mn-ea"/>
              <a:cs typeface="+mn-ea"/>
            </a:endParaRPr>
          </a:p>
          <a:p>
            <a:pPr marL="342900" marR="0" lvl="0" indent="-342900" algn="l" defTabSz="914400" rtl="0" eaLnBrk="1" fontAlgn="base" latinLnBrk="0" hangingPunct="1">
              <a:lnSpc>
                <a:spcPct val="110000"/>
              </a:lnSpc>
              <a:spcBef>
                <a:spcPct val="20000"/>
              </a:spcBef>
              <a:spcAft>
                <a:spcPct val="0"/>
              </a:spcAft>
              <a:buClr>
                <a:srgbClr val="990099"/>
              </a:buClr>
              <a:buSzPct val="70000"/>
              <a:buFont typeface="Wingdings" panose="05000000000000000000" pitchFamily="2" charset="2"/>
              <a:buChar char="l"/>
              <a:defRPr/>
            </a:pP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ea"/>
                <a:cs typeface="+mn-ea"/>
              </a:rPr>
              <a:t>使用“黑盒”技术</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ea"/>
                <a:cs typeface="+mn-ea"/>
              </a:rPr>
              <a:t>: </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ea"/>
                <a:cs typeface="+mn-ea"/>
              </a:rPr>
              <a:t>在设计当前模块时，</a:t>
            </a:r>
            <a:r>
              <a:rPr kumimoji="0" lang="zh-CN" altLang="en-US" sz="2600" b="1" i="0" u="sng" strike="noStrike" kern="0" cap="none" spc="0" normalizeH="0" baseline="0" noProof="0">
                <a:ln>
                  <a:noFill/>
                </a:ln>
                <a:solidFill>
                  <a:srgbClr val="CC3300"/>
                </a:solidFill>
                <a:effectLst>
                  <a:outerShdw blurRad="38100" dist="38100" dir="2700000" algn="tl">
                    <a:srgbClr val="C0C0C0"/>
                  </a:outerShdw>
                </a:effectLst>
                <a:uLnTx/>
                <a:uFillTx/>
                <a:latin typeface="+mn-ea"/>
                <a:cs typeface="+mn-ea"/>
              </a:rPr>
              <a:t>先把该模块的所有下层模块定义成</a:t>
            </a:r>
            <a:r>
              <a:rPr kumimoji="0" lang="zh-CN" altLang="en-US" sz="2600" b="1" i="0" u="none" strike="noStrike" kern="0" cap="none" spc="0" normalizeH="0" baseline="0" noProof="0">
                <a:ln>
                  <a:noFill/>
                </a:ln>
                <a:solidFill>
                  <a:schemeClr val="accent2"/>
                </a:solidFill>
                <a:effectLst>
                  <a:outerShdw blurRad="38100" dist="38100" dir="2700000" algn="tl">
                    <a:srgbClr val="C0C0C0"/>
                  </a:outerShdw>
                </a:effectLst>
                <a:uLnTx/>
                <a:uFillTx/>
                <a:latin typeface="+mn-ea"/>
                <a:cs typeface="+mn-ea"/>
              </a:rPr>
              <a:t>“黑盒”</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ea"/>
                <a:cs typeface="+mn-ea"/>
              </a:rPr>
              <a:t>，在设计中利用它们时暂不考虑其内部结构和实现。在这一步定义好的“黑盒”，在下一步就可以对它们进行设计和加工。最后，全部“黑盒”的内容和结构应完全被确定。</a:t>
            </a:r>
            <a:endParaRPr kumimoji="0" lang="zh-CN" altLang="en-US" sz="2600" b="1" i="0" u="none" strike="noStrike" kern="0" cap="none" spc="0" normalizeH="0" baseline="0" noProof="0">
              <a:ln>
                <a:noFill/>
              </a:ln>
              <a:solidFill>
                <a:schemeClr val="tx1"/>
              </a:solidFill>
              <a:effectLst/>
              <a:uLnTx/>
              <a:uFillTx/>
              <a:latin typeface="+mn-ea"/>
              <a:cs typeface="+mn-ea"/>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宋体" panose="02010600030101010101" pitchFamily="2" charset="-122"/>
                <a:cs typeface="Times New Roman" panose="02020603050405020304" pitchFamily="18" charset="0"/>
              </a:rPr>
              <a:t>2.2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结构化设计</a:t>
            </a:r>
            <a:endPar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13316"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
        <p:nvSpPr>
          <p:cNvPr id="4" name="Rectangle 2"/>
          <p:cNvSpPr>
            <a:spLocks noGrp="1" noChangeArrowheads="1"/>
          </p:cNvSpPr>
          <p:nvPr>
            <p:ph idx="1"/>
          </p:nvPr>
        </p:nvSpPr>
        <p:spPr>
          <a:xfrm>
            <a:off x="441325" y="1557020"/>
            <a:ext cx="7985760" cy="4661535"/>
          </a:xfrm>
        </p:spPr>
        <p:txBody>
          <a:bodyPr vert="horz" wrap="square" lIns="91440" tIns="45720" rIns="91440" bIns="45720" numCol="1" anchor="t" anchorCtr="0" compatLnSpc="1"/>
          <a:lstStyle/>
          <a:p>
            <a:pPr marL="342900" marR="0" lvl="0" indent="-342900" algn="l" defTabSz="914400" rtl="0" eaLnBrk="1" fontAlgn="base" latinLnBrk="0" hangingPunct="1">
              <a:lnSpc>
                <a:spcPct val="110000"/>
              </a:lnSpc>
              <a:spcBef>
                <a:spcPct val="15000"/>
              </a:spcBef>
              <a:spcAft>
                <a:spcPct val="0"/>
              </a:spcAft>
              <a:buClr>
                <a:schemeClr val="tx2"/>
              </a:buClr>
              <a:buSzPct val="70000"/>
              <a:buFont typeface="Wingdings" panose="05000000000000000000" pitchFamily="2" charset="2"/>
              <a:buChar char="l"/>
              <a:defRPr/>
            </a:pPr>
            <a:r>
              <a:rPr kumimoji="0" lang="zh-CN" altLang="en-US" b="1" i="0" u="none" strike="noStrike" kern="0" cap="none" spc="0" normalizeH="0" baseline="0" noProof="0" dirty="0">
                <a:ln>
                  <a:noFill/>
                </a:ln>
                <a:solidFill>
                  <a:schemeClr val="tx1"/>
                </a:solidFill>
                <a:effectLst>
                  <a:outerShdw blurRad="38100" dist="38100" dir="2700000" algn="tl">
                    <a:srgbClr val="C0C0C0"/>
                  </a:outerShdw>
                </a:effectLst>
                <a:uLnTx/>
                <a:uFillTx/>
                <a:latin typeface="+mn-ea"/>
                <a:cs typeface="+mn-ea"/>
              </a:rPr>
              <a:t>在设计下层模块时，应考虑模块的</a:t>
            </a:r>
            <a:r>
              <a:rPr kumimoji="0" lang="zh-CN" altLang="en-US" b="1" i="0" u="none" strike="noStrike" kern="0" cap="none" spc="0" normalizeH="0" baseline="0" noProof="0" dirty="0">
                <a:ln>
                  <a:noFill/>
                </a:ln>
                <a:solidFill>
                  <a:schemeClr val="tx2"/>
                </a:solidFill>
                <a:effectLst>
                  <a:outerShdw blurRad="38100" dist="38100" dir="2700000" algn="tl">
                    <a:srgbClr val="C0C0C0"/>
                  </a:outerShdw>
                </a:effectLst>
                <a:uLnTx/>
                <a:uFillTx/>
                <a:latin typeface="+mn-ea"/>
                <a:cs typeface="+mn-ea"/>
              </a:rPr>
              <a:t>耦合</a:t>
            </a:r>
            <a:r>
              <a:rPr kumimoji="0" lang="zh-CN" altLang="en-US" b="1" i="0" u="none" strike="noStrike" kern="0" cap="none" spc="0" normalizeH="0" baseline="0" noProof="0" dirty="0">
                <a:ln>
                  <a:noFill/>
                </a:ln>
                <a:solidFill>
                  <a:schemeClr val="tx1"/>
                </a:solidFill>
                <a:effectLst>
                  <a:outerShdw blurRad="38100" dist="38100" dir="2700000" algn="tl">
                    <a:srgbClr val="C0C0C0"/>
                  </a:outerShdw>
                </a:effectLst>
                <a:uLnTx/>
                <a:uFillTx/>
                <a:latin typeface="+mn-ea"/>
                <a:cs typeface="+mn-ea"/>
              </a:rPr>
              <a:t>和</a:t>
            </a:r>
            <a:r>
              <a:rPr kumimoji="0" lang="zh-CN" altLang="en-US" b="1" i="0" u="none" strike="noStrike" kern="0" cap="none" spc="0" normalizeH="0" baseline="0" noProof="0" dirty="0">
                <a:ln>
                  <a:noFill/>
                </a:ln>
                <a:solidFill>
                  <a:schemeClr val="tx2"/>
                </a:solidFill>
                <a:effectLst>
                  <a:outerShdw blurRad="38100" dist="38100" dir="2700000" algn="tl">
                    <a:srgbClr val="C0C0C0"/>
                  </a:outerShdw>
                </a:effectLst>
                <a:uLnTx/>
                <a:uFillTx/>
                <a:latin typeface="+mn-ea"/>
                <a:cs typeface="+mn-ea"/>
              </a:rPr>
              <a:t>内聚</a:t>
            </a:r>
            <a:r>
              <a:rPr kumimoji="0" lang="zh-CN" altLang="en-US" b="1" i="0" u="none" strike="noStrike" kern="0" cap="none" spc="0" normalizeH="0" baseline="0" noProof="0" dirty="0">
                <a:ln>
                  <a:noFill/>
                </a:ln>
                <a:solidFill>
                  <a:schemeClr val="tx1"/>
                </a:solidFill>
                <a:effectLst>
                  <a:outerShdw blurRad="38100" dist="38100" dir="2700000" algn="tl">
                    <a:srgbClr val="C0C0C0"/>
                  </a:outerShdw>
                </a:effectLst>
                <a:uLnTx/>
                <a:uFillTx/>
                <a:latin typeface="+mn-ea"/>
                <a:cs typeface="+mn-ea"/>
              </a:rPr>
              <a:t>问题，以提高初始结构图质量。</a:t>
            </a:r>
            <a:endParaRPr kumimoji="0" lang="zh-CN" altLang="en-US" b="1" i="0" u="none" strike="noStrike" kern="0" cap="none" spc="0" normalizeH="0" baseline="0" noProof="0" dirty="0">
              <a:ln>
                <a:noFill/>
              </a:ln>
              <a:solidFill>
                <a:schemeClr val="tx1"/>
              </a:solidFill>
              <a:effectLst>
                <a:outerShdw blurRad="38100" dist="38100" dir="2700000" algn="tl">
                  <a:srgbClr val="C0C0C0"/>
                </a:outerShdw>
              </a:effectLst>
              <a:uLnTx/>
              <a:uFillTx/>
              <a:latin typeface="+mn-ea"/>
              <a:cs typeface="+mn-ea"/>
            </a:endParaRPr>
          </a:p>
          <a:p>
            <a:pPr marL="342900" marR="0" lvl="0" indent="-342900" algn="l" defTabSz="914400" rtl="0" eaLnBrk="1" fontAlgn="base" latinLnBrk="0" hangingPunct="1">
              <a:lnSpc>
                <a:spcPct val="110000"/>
              </a:lnSpc>
              <a:spcBef>
                <a:spcPct val="15000"/>
              </a:spcBef>
              <a:spcAft>
                <a:spcPct val="0"/>
              </a:spcAft>
              <a:buClr>
                <a:schemeClr val="tx2"/>
              </a:buClr>
              <a:buSzPct val="70000"/>
              <a:buFont typeface="Wingdings" panose="05000000000000000000" pitchFamily="2" charset="2"/>
              <a:buChar char="l"/>
              <a:defRPr/>
            </a:pPr>
            <a:r>
              <a:rPr kumimoji="0" lang="zh-CN" altLang="en-US" b="1" i="0" u="none" strike="noStrike" kern="0" cap="none" spc="0" normalizeH="0" baseline="0" noProof="0" dirty="0">
                <a:ln>
                  <a:noFill/>
                </a:ln>
                <a:solidFill>
                  <a:schemeClr val="tx1"/>
                </a:solidFill>
                <a:effectLst>
                  <a:outerShdw blurRad="38100" dist="38100" dir="2700000" algn="tl">
                    <a:srgbClr val="C0C0C0"/>
                  </a:outerShdw>
                </a:effectLst>
                <a:uLnTx/>
                <a:uFillTx/>
                <a:latin typeface="+mn-ea"/>
                <a:cs typeface="+mn-ea"/>
              </a:rPr>
              <a:t>模块划分时，一个模块的直接下属模块一般在 </a:t>
            </a:r>
            <a:r>
              <a:rPr kumimoji="0" lang="en-US" altLang="zh-CN" b="1" i="0" u="none" strike="noStrike" kern="0" cap="none" spc="0" normalizeH="0" baseline="0" noProof="0" dirty="0">
                <a:ln>
                  <a:noFill/>
                </a:ln>
                <a:solidFill>
                  <a:schemeClr val="tx1"/>
                </a:solidFill>
                <a:effectLst>
                  <a:outerShdw blurRad="38100" dist="38100" dir="2700000" algn="tl">
                    <a:srgbClr val="C0C0C0"/>
                  </a:outerShdw>
                </a:effectLst>
                <a:uLnTx/>
                <a:uFillTx/>
                <a:latin typeface="+mn-ea"/>
                <a:cs typeface="+mn-ea"/>
              </a:rPr>
              <a:t>5 </a:t>
            </a:r>
            <a:r>
              <a:rPr kumimoji="0" lang="zh-CN" altLang="en-US" b="1" i="0" u="none" strike="noStrike" kern="0" cap="none" spc="0" normalizeH="0" baseline="0" noProof="0" dirty="0">
                <a:ln>
                  <a:noFill/>
                </a:ln>
                <a:solidFill>
                  <a:schemeClr val="tx1"/>
                </a:solidFill>
                <a:effectLst>
                  <a:outerShdw blurRad="38100" dist="38100" dir="2700000" algn="tl">
                    <a:srgbClr val="C0C0C0"/>
                  </a:outerShdw>
                </a:effectLst>
                <a:uLnTx/>
                <a:uFillTx/>
                <a:latin typeface="+mn-ea"/>
                <a:cs typeface="+mn-ea"/>
              </a:rPr>
              <a:t>个左右。如果直接下属模块超过 </a:t>
            </a:r>
            <a:r>
              <a:rPr kumimoji="0" lang="en-US" altLang="zh-CN" b="1" i="0" u="none" strike="noStrike" kern="0" cap="none" spc="0" normalizeH="0" baseline="0" noProof="0" dirty="0">
                <a:ln>
                  <a:noFill/>
                </a:ln>
                <a:solidFill>
                  <a:schemeClr val="tx1"/>
                </a:solidFill>
                <a:effectLst>
                  <a:outerShdw blurRad="38100" dist="38100" dir="2700000" algn="tl">
                    <a:srgbClr val="C0C0C0"/>
                  </a:outerShdw>
                </a:effectLst>
                <a:uLnTx/>
                <a:uFillTx/>
                <a:latin typeface="+mn-ea"/>
                <a:cs typeface="+mn-ea"/>
              </a:rPr>
              <a:t>10 </a:t>
            </a:r>
            <a:r>
              <a:rPr kumimoji="0" lang="zh-CN" altLang="en-US" b="1" i="0" u="none" strike="noStrike" kern="0" cap="none" spc="0" normalizeH="0" baseline="0" noProof="0" dirty="0">
                <a:ln>
                  <a:noFill/>
                </a:ln>
                <a:solidFill>
                  <a:schemeClr val="tx1"/>
                </a:solidFill>
                <a:effectLst>
                  <a:outerShdw blurRad="38100" dist="38100" dir="2700000" algn="tl">
                    <a:srgbClr val="C0C0C0"/>
                  </a:outerShdw>
                </a:effectLst>
                <a:uLnTx/>
                <a:uFillTx/>
                <a:latin typeface="+mn-ea"/>
                <a:cs typeface="+mn-ea"/>
              </a:rPr>
              <a:t>个，可设立中间层次。</a:t>
            </a:r>
            <a:endParaRPr kumimoji="0" lang="zh-CN" altLang="en-US" b="1" i="0" u="none" strike="noStrike" kern="0" cap="none" spc="0" normalizeH="0" baseline="0" noProof="0" dirty="0">
              <a:ln>
                <a:noFill/>
              </a:ln>
              <a:solidFill>
                <a:schemeClr val="tx1"/>
              </a:solidFill>
              <a:effectLst>
                <a:outerShdw blurRad="38100" dist="38100" dir="2700000" algn="tl">
                  <a:srgbClr val="C0C0C0"/>
                </a:outerShdw>
              </a:effectLst>
              <a:uLnTx/>
              <a:uFillTx/>
              <a:latin typeface="+mn-ea"/>
              <a:cs typeface="+mn-ea"/>
            </a:endParaRPr>
          </a:p>
          <a:p>
            <a:pPr marL="342900" marR="0" lvl="0" indent="-342900" algn="l" defTabSz="914400" rtl="0" eaLnBrk="1" fontAlgn="base" latinLnBrk="0" hangingPunct="1">
              <a:lnSpc>
                <a:spcPct val="110000"/>
              </a:lnSpc>
              <a:spcBef>
                <a:spcPct val="15000"/>
              </a:spcBef>
              <a:spcAft>
                <a:spcPct val="0"/>
              </a:spcAft>
              <a:buClr>
                <a:schemeClr val="tx2"/>
              </a:buClr>
              <a:buSzPct val="70000"/>
              <a:buFont typeface="Wingdings" panose="05000000000000000000" pitchFamily="2" charset="2"/>
              <a:buChar char="l"/>
              <a:defRPr/>
            </a:pPr>
            <a:r>
              <a:rPr kumimoji="0" lang="zh-CN" altLang="en-US" b="1" i="0" u="none" strike="noStrike" kern="0" cap="none" spc="0" normalizeH="0" baseline="0" noProof="0" dirty="0">
                <a:ln>
                  <a:noFill/>
                </a:ln>
                <a:solidFill>
                  <a:schemeClr val="tx1"/>
                </a:solidFill>
                <a:effectLst>
                  <a:outerShdw blurRad="38100" dist="38100" dir="2700000" algn="tl">
                    <a:srgbClr val="C0C0C0"/>
                  </a:outerShdw>
                </a:effectLst>
                <a:uLnTx/>
                <a:uFillTx/>
                <a:latin typeface="+mn-ea"/>
                <a:cs typeface="+mn-ea"/>
              </a:rPr>
              <a:t>如果出现以下情况，就停止模块分解：</a:t>
            </a:r>
            <a:endParaRPr kumimoji="0" lang="zh-CN" altLang="en-US" b="1" i="0" u="none" strike="noStrike" kern="0" cap="none" spc="0" normalizeH="0" baseline="0" noProof="0" dirty="0">
              <a:ln>
                <a:noFill/>
              </a:ln>
              <a:solidFill>
                <a:schemeClr val="tx1"/>
              </a:solidFill>
              <a:effectLst>
                <a:outerShdw blurRad="38100" dist="38100" dir="2700000" algn="tl">
                  <a:srgbClr val="C0C0C0"/>
                </a:outerShdw>
              </a:effectLst>
              <a:uLnTx/>
              <a:uFillTx/>
              <a:latin typeface="+mn-ea"/>
              <a:cs typeface="+mn-ea"/>
            </a:endParaRPr>
          </a:p>
          <a:p>
            <a:pPr marL="742950" marR="0" lvl="1" indent="-285750" algn="l" defTabSz="914400" rtl="0" eaLnBrk="1" fontAlgn="base" latinLnBrk="0" hangingPunct="1">
              <a:lnSpc>
                <a:spcPct val="110000"/>
              </a:lnSpc>
              <a:spcBef>
                <a:spcPct val="15000"/>
              </a:spcBef>
              <a:spcAft>
                <a:spcPct val="0"/>
              </a:spcAft>
              <a:buClr>
                <a:schemeClr val="tx2"/>
              </a:buClr>
              <a:buSzPct val="85000"/>
              <a:buFont typeface="Wingdings" panose="05000000000000000000" pitchFamily="2" charset="2"/>
              <a:buChar char="l"/>
              <a:defRPr/>
            </a:pPr>
            <a:r>
              <a:rPr kumimoji="0" lang="zh-CN" altLang="en-US"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ea"/>
                <a:cs typeface="+mn-ea"/>
              </a:rPr>
              <a:t> 模块不能再细分为明显的子任务；</a:t>
            </a:r>
            <a:endParaRPr kumimoji="0" lang="zh-CN" altLang="en-US"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ea"/>
              <a:cs typeface="+mn-ea"/>
            </a:endParaRPr>
          </a:p>
          <a:p>
            <a:pPr marL="742950" marR="0" lvl="1" indent="-285750" algn="l" defTabSz="914400" rtl="0" eaLnBrk="1" fontAlgn="base" latinLnBrk="0" hangingPunct="1">
              <a:lnSpc>
                <a:spcPct val="110000"/>
              </a:lnSpc>
              <a:spcBef>
                <a:spcPct val="15000"/>
              </a:spcBef>
              <a:spcAft>
                <a:spcPct val="0"/>
              </a:spcAft>
              <a:buClr>
                <a:schemeClr val="tx2"/>
              </a:buClr>
              <a:buSzPct val="85000"/>
              <a:buFont typeface="Wingdings" panose="05000000000000000000" pitchFamily="2" charset="2"/>
              <a:buChar char="l"/>
              <a:defRPr/>
            </a:pPr>
            <a:r>
              <a:rPr kumimoji="0" lang="zh-CN" altLang="en-US"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ea"/>
                <a:cs typeface="+mn-ea"/>
              </a:rPr>
              <a:t> 分解成用户提供的模块或库函数；</a:t>
            </a:r>
            <a:endParaRPr kumimoji="0" lang="zh-CN" altLang="en-US"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ea"/>
              <a:cs typeface="+mn-ea"/>
            </a:endParaRPr>
          </a:p>
          <a:p>
            <a:pPr marL="742950" marR="0" lvl="1" indent="-285750" algn="l" defTabSz="914400" rtl="0" eaLnBrk="1" fontAlgn="base" latinLnBrk="0" hangingPunct="1">
              <a:lnSpc>
                <a:spcPct val="110000"/>
              </a:lnSpc>
              <a:spcBef>
                <a:spcPct val="15000"/>
              </a:spcBef>
              <a:spcAft>
                <a:spcPct val="0"/>
              </a:spcAft>
              <a:buClr>
                <a:schemeClr val="tx2"/>
              </a:buClr>
              <a:buSzPct val="85000"/>
              <a:buFont typeface="Wingdings" panose="05000000000000000000" pitchFamily="2" charset="2"/>
              <a:buChar char="l"/>
              <a:defRPr/>
            </a:pPr>
            <a:r>
              <a:rPr kumimoji="0" lang="zh-CN" altLang="en-US"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ea"/>
                <a:cs typeface="+mn-ea"/>
              </a:rPr>
              <a:t> 模块接口是输入输出设备传送的信息；</a:t>
            </a:r>
            <a:endParaRPr kumimoji="0" lang="zh-CN" altLang="en-US"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ea"/>
              <a:cs typeface="+mn-ea"/>
            </a:endParaRPr>
          </a:p>
          <a:p>
            <a:pPr marL="742950" marR="0" lvl="1" indent="-285750" algn="l" defTabSz="914400" rtl="0" eaLnBrk="1" fontAlgn="base" latinLnBrk="0" hangingPunct="1">
              <a:lnSpc>
                <a:spcPct val="110000"/>
              </a:lnSpc>
              <a:spcBef>
                <a:spcPct val="15000"/>
              </a:spcBef>
              <a:spcAft>
                <a:spcPct val="0"/>
              </a:spcAft>
              <a:buClr>
                <a:schemeClr val="tx2"/>
              </a:buClr>
              <a:buSzPct val="85000"/>
              <a:buFont typeface="Wingdings" panose="05000000000000000000" pitchFamily="2" charset="2"/>
              <a:buChar char="l"/>
              <a:defRPr/>
            </a:pPr>
            <a:r>
              <a:rPr kumimoji="0" lang="zh-CN" altLang="en-US"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ea"/>
                <a:cs typeface="+mn-ea"/>
              </a:rPr>
              <a:t> 模块不宜再分解得过小。</a:t>
            </a:r>
            <a:endParaRPr kumimoji="0" lang="zh-CN" altLang="en-US"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ea"/>
              <a:cs typeface="+mn-ea"/>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宋体" panose="02010600030101010101" pitchFamily="2" charset="-122"/>
                <a:cs typeface="Times New Roman" panose="02020603050405020304" pitchFamily="18" charset="0"/>
              </a:rPr>
              <a:t>2.2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结构化设计</a:t>
            </a:r>
            <a:endPar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13316"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
        <p:nvSpPr>
          <p:cNvPr id="4" name="Rectangle 2"/>
          <p:cNvSpPr>
            <a:spLocks noGrp="1" noChangeArrowheads="1"/>
          </p:cNvSpPr>
          <p:nvPr>
            <p:ph idx="1"/>
          </p:nvPr>
        </p:nvSpPr>
        <p:spPr>
          <a:xfrm>
            <a:off x="441325" y="1557020"/>
            <a:ext cx="7985760" cy="4661535"/>
          </a:xfrm>
        </p:spPr>
        <p:txBody>
          <a:bodyPr vert="horz" wrap="square" lIns="91440" tIns="45720" rIns="91440" bIns="45720" numCol="1" anchor="t" anchorCtr="0" compatLnSpc="1"/>
          <a:lstStyle/>
          <a:p>
            <a:pPr marL="0" marR="0" lvl="0" indent="0" algn="l" defTabSz="914400" rtl="0" eaLnBrk="1" fontAlgn="base" latinLnBrk="0" hangingPunct="1">
              <a:lnSpc>
                <a:spcPct val="110000"/>
              </a:lnSpc>
              <a:spcBef>
                <a:spcPct val="15000"/>
              </a:spcBef>
              <a:spcAft>
                <a:spcPct val="0"/>
              </a:spcAft>
              <a:buClr>
                <a:schemeClr val="tx2"/>
              </a:buClr>
              <a:buSzPct val="70000"/>
              <a:buFont typeface="Wingdings" panose="05000000000000000000" pitchFamily="2" charset="2"/>
              <a:buNone/>
              <a:defRPr/>
            </a:pPr>
            <a:r>
              <a:rPr kumimoji="0" lang="zh-CN" altLang="en-US" sz="2800" b="1" i="0" u="sng" strike="noStrike" kern="0" cap="none" spc="0" normalizeH="0" baseline="0" noProof="0">
                <a:ln>
                  <a:noFill/>
                </a:ln>
                <a:solidFill>
                  <a:srgbClr val="0070C0"/>
                </a:solidFill>
                <a:effectLst>
                  <a:outerShdw blurRad="38100" dist="38100" dir="2700000" algn="tl">
                    <a:srgbClr val="C0C0C0"/>
                  </a:outerShdw>
                </a:effectLst>
                <a:uLnTx/>
                <a:uFillTx/>
                <a:latin typeface="+mn-ea"/>
                <a:cs typeface="+mn-ea"/>
              </a:rPr>
              <a:t>过程设计（详细设计）</a:t>
            </a:r>
            <a:endParaRPr kumimoji="0" lang="zh-CN" altLang="en-US" sz="2800" b="1" i="0" u="sng" strike="noStrike" kern="0" cap="none" spc="0" normalizeH="0" baseline="0" noProof="0">
              <a:ln>
                <a:noFill/>
              </a:ln>
              <a:solidFill>
                <a:srgbClr val="0070C0"/>
              </a:solidFill>
              <a:effectLst>
                <a:outerShdw blurRad="38100" dist="38100" dir="2700000" algn="tl">
                  <a:srgbClr val="C0C0C0"/>
                </a:outerShdw>
              </a:effectLst>
              <a:uLnTx/>
              <a:uFillTx/>
              <a:latin typeface="+mn-ea"/>
              <a:cs typeface="+mn-ea"/>
            </a:endParaRPr>
          </a:p>
        </p:txBody>
      </p:sp>
      <p:sp>
        <p:nvSpPr>
          <p:cNvPr id="188418" name="Rectangle 2"/>
          <p:cNvSpPr>
            <a:spLocks noGrp="1" noChangeArrowheads="1"/>
          </p:cNvSpPr>
          <p:nvPr/>
        </p:nvSpPr>
        <p:spPr>
          <a:xfrm>
            <a:off x="467360" y="2276793"/>
            <a:ext cx="7521575" cy="4284663"/>
          </a:xfrm>
          <a:prstGeom prst="rect">
            <a:avLst/>
          </a:prstGeom>
          <a:noFill/>
          <a:ln w="9525">
            <a:noFill/>
          </a:ln>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vl6pPr marL="20561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6pPr>
            <a:lvl7pPr marL="25133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7pPr>
            <a:lvl8pPr marL="29705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8pPr>
            <a:lvl9pPr marL="34277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9pPr>
          </a:lstStyle>
          <a:p>
            <a:pPr marL="342900" marR="0" lvl="0" indent="-342900" algn="l" defTabSz="914400" rtl="0" eaLnBrk="1" fontAlgn="base" latinLnBrk="0" hangingPunct="1">
              <a:lnSpc>
                <a:spcPct val="105000"/>
              </a:lnSpc>
              <a:spcBef>
                <a:spcPct val="15000"/>
              </a:spcBef>
              <a:spcAft>
                <a:spcPct val="0"/>
              </a:spcAft>
              <a:buClr>
                <a:srgbClr val="990099"/>
              </a:buClr>
              <a:buSzPct val="55000"/>
              <a:buFont typeface="Wingdings" panose="05000000000000000000" pitchFamily="2" charset="2"/>
              <a:buChar char="n"/>
              <a:defRPr/>
            </a:pPr>
            <a:r>
              <a:rPr kumimoji="0" lang="zh-CN" altLang="en-US" sz="2400" b="1" i="0" u="none" strike="noStrike" kern="0" cap="none" spc="0" normalizeH="0" baseline="0" noProof="0">
                <a:ln>
                  <a:noFill/>
                </a:ln>
                <a:solidFill>
                  <a:srgbClr val="000099"/>
                </a:solidFill>
                <a:effectLst>
                  <a:outerShdw blurRad="38100" dist="38100" dir="2700000" algn="tl">
                    <a:srgbClr val="C0C0C0"/>
                  </a:outerShdw>
                </a:effectLst>
                <a:uLnTx/>
                <a:uFillTx/>
                <a:latin typeface="+mn-ea"/>
                <a:ea typeface="+mn-ea"/>
                <a:cs typeface="+mn-ea"/>
              </a:rPr>
              <a:t>在过程设计阶段，要决定各个模块的实现算法，并精确地表达这些算法。</a:t>
            </a:r>
            <a:endParaRPr kumimoji="0" lang="zh-CN" altLang="en-US" sz="2400" b="1" i="0" u="none" strike="noStrike" kern="0" cap="none" spc="0" normalizeH="0" baseline="0" noProof="0">
              <a:ln>
                <a:noFill/>
              </a:ln>
              <a:solidFill>
                <a:srgbClr val="000099"/>
              </a:solidFill>
              <a:effectLst>
                <a:outerShdw blurRad="38100" dist="38100" dir="2700000" algn="tl">
                  <a:srgbClr val="C0C0C0"/>
                </a:outerShdw>
              </a:effectLst>
              <a:uLnTx/>
              <a:uFillTx/>
              <a:latin typeface="+mn-ea"/>
              <a:ea typeface="+mn-ea"/>
              <a:cs typeface="+mn-ea"/>
            </a:endParaRPr>
          </a:p>
          <a:p>
            <a:pPr marL="342900" marR="0" lvl="0" indent="-342900" algn="l" defTabSz="914400" rtl="0" eaLnBrk="1" fontAlgn="base" latinLnBrk="0" hangingPunct="1">
              <a:lnSpc>
                <a:spcPct val="105000"/>
              </a:lnSpc>
              <a:spcBef>
                <a:spcPct val="15000"/>
              </a:spcBef>
              <a:spcAft>
                <a:spcPct val="0"/>
              </a:spcAft>
              <a:buClr>
                <a:srgbClr val="990099"/>
              </a:buClr>
              <a:buSzPct val="55000"/>
              <a:buFont typeface="Wingdings" panose="05000000000000000000" pitchFamily="2" charset="2"/>
              <a:buChar char="n"/>
              <a:defRPr/>
            </a:pPr>
            <a:endParaRPr kumimoji="0" lang="zh-CN" altLang="en-US" sz="2400" b="1" i="0" u="none" strike="noStrike" kern="0" cap="none" spc="0" normalizeH="0" baseline="0" noProof="0">
              <a:ln>
                <a:noFill/>
              </a:ln>
              <a:solidFill>
                <a:srgbClr val="000099"/>
              </a:solidFill>
              <a:effectLst>
                <a:outerShdw blurRad="38100" dist="38100" dir="2700000" algn="tl">
                  <a:srgbClr val="C0C0C0"/>
                </a:outerShdw>
              </a:effectLst>
              <a:uLnTx/>
              <a:uFillTx/>
              <a:latin typeface="+mn-ea"/>
              <a:ea typeface="+mn-ea"/>
              <a:cs typeface="+mn-ea"/>
            </a:endParaRPr>
          </a:p>
          <a:p>
            <a:pPr marL="342900" marR="0" lvl="0" indent="-342900" algn="l" defTabSz="914400" rtl="0" eaLnBrk="1" fontAlgn="base" latinLnBrk="0" hangingPunct="1">
              <a:lnSpc>
                <a:spcPct val="105000"/>
              </a:lnSpc>
              <a:spcBef>
                <a:spcPct val="15000"/>
              </a:spcBef>
              <a:spcAft>
                <a:spcPct val="0"/>
              </a:spcAft>
              <a:buClr>
                <a:srgbClr val="990099"/>
              </a:buClr>
              <a:buSzPct val="55000"/>
              <a:buFont typeface="Wingdings" panose="05000000000000000000" pitchFamily="2" charset="2"/>
              <a:buChar char="n"/>
              <a:defRPr/>
            </a:pPr>
            <a:r>
              <a:rPr kumimoji="0" lang="zh-CN" altLang="en-US" sz="2400" b="1" i="0" u="none" strike="noStrike" kern="0" cap="none" spc="0" normalizeH="0" baseline="0" noProof="0">
                <a:ln>
                  <a:noFill/>
                </a:ln>
                <a:solidFill>
                  <a:srgbClr val="000099"/>
                </a:solidFill>
                <a:effectLst>
                  <a:outerShdw blurRad="38100" dist="38100" dir="2700000" algn="tl">
                    <a:srgbClr val="C0C0C0"/>
                  </a:outerShdw>
                </a:effectLst>
                <a:uLnTx/>
                <a:uFillTx/>
                <a:latin typeface="+mn-ea"/>
                <a:ea typeface="+mn-ea"/>
                <a:cs typeface="+mn-ea"/>
              </a:rPr>
              <a:t>前者涉及所开发项目的具体要求和对每个模块规定的功能。以及算法的设计和评价。</a:t>
            </a:r>
            <a:endParaRPr kumimoji="0" lang="zh-CN" altLang="en-US" sz="2400" b="1" i="0" u="none" strike="noStrike" kern="0" cap="none" spc="0" normalizeH="0" baseline="0" noProof="0">
              <a:ln>
                <a:noFill/>
              </a:ln>
              <a:solidFill>
                <a:srgbClr val="000099"/>
              </a:solidFill>
              <a:effectLst>
                <a:outerShdw blurRad="38100" dist="38100" dir="2700000" algn="tl">
                  <a:srgbClr val="C0C0C0"/>
                </a:outerShdw>
              </a:effectLst>
              <a:uLnTx/>
              <a:uFillTx/>
              <a:latin typeface="+mn-ea"/>
              <a:ea typeface="+mn-ea"/>
              <a:cs typeface="+mn-ea"/>
            </a:endParaRPr>
          </a:p>
          <a:p>
            <a:pPr marL="342900" marR="0" lvl="0" indent="-342900" algn="l" defTabSz="914400" rtl="0" eaLnBrk="1" fontAlgn="base" latinLnBrk="0" hangingPunct="1">
              <a:lnSpc>
                <a:spcPct val="105000"/>
              </a:lnSpc>
              <a:spcBef>
                <a:spcPct val="15000"/>
              </a:spcBef>
              <a:spcAft>
                <a:spcPct val="0"/>
              </a:spcAft>
              <a:buClr>
                <a:srgbClr val="990099"/>
              </a:buClr>
              <a:buSzPct val="55000"/>
              <a:buFont typeface="Wingdings" panose="05000000000000000000" pitchFamily="2" charset="2"/>
              <a:buChar char="n"/>
              <a:defRPr/>
            </a:pPr>
            <a:r>
              <a:rPr kumimoji="0" lang="zh-CN" altLang="en-US" sz="2400" b="1" i="0" u="none" strike="noStrike" kern="0" cap="none" spc="0" normalizeH="0" baseline="0" noProof="0">
                <a:ln>
                  <a:noFill/>
                </a:ln>
                <a:solidFill>
                  <a:srgbClr val="000099"/>
                </a:solidFill>
                <a:effectLst>
                  <a:outerShdw blurRad="38100" dist="38100" dir="2700000" algn="tl">
                    <a:srgbClr val="C0C0C0"/>
                  </a:outerShdw>
                </a:effectLst>
                <a:uLnTx/>
                <a:uFillTx/>
                <a:latin typeface="+mn-ea"/>
                <a:ea typeface="+mn-ea"/>
                <a:cs typeface="+mn-ea"/>
              </a:rPr>
              <a:t>后者需要给出适当的算法描述：</a:t>
            </a:r>
            <a:endParaRPr kumimoji="0" lang="zh-CN" altLang="en-US" sz="2400" b="1" i="0" u="none" strike="noStrike" kern="0" cap="none" spc="0" normalizeH="0" baseline="0" noProof="0">
              <a:ln>
                <a:noFill/>
              </a:ln>
              <a:solidFill>
                <a:srgbClr val="000099"/>
              </a:solidFill>
              <a:effectLst>
                <a:outerShdw blurRad="38100" dist="38100" dir="2700000" algn="tl">
                  <a:srgbClr val="C0C0C0"/>
                </a:outerShdw>
              </a:effectLst>
              <a:uLnTx/>
              <a:uFillTx/>
              <a:latin typeface="+mn-ea"/>
              <a:ea typeface="+mn-ea"/>
              <a:cs typeface="+mn-ea"/>
            </a:endParaRPr>
          </a:p>
          <a:p>
            <a:pPr marL="742950" marR="0" lvl="1" indent="-285750" algn="l" defTabSz="914400" rtl="0" eaLnBrk="1" fontAlgn="base" latinLnBrk="0" hangingPunct="1">
              <a:lnSpc>
                <a:spcPct val="105000"/>
              </a:lnSpc>
              <a:spcBef>
                <a:spcPct val="15000"/>
              </a:spcBef>
              <a:spcAft>
                <a:spcPct val="0"/>
              </a:spcAft>
              <a:buClr>
                <a:schemeClr val="accent2"/>
              </a:buClr>
              <a:buSzPct val="85000"/>
              <a:buFont typeface="Wingdings" panose="05000000000000000000" pitchFamily="2" charset="2"/>
              <a:buChar char="l"/>
              <a:defRPr/>
            </a:pPr>
            <a:r>
              <a:rPr kumimoji="0" lang="zh-CN" altLang="en-US" sz="2400" b="1" i="0" u="none" strike="noStrike" kern="0" cap="none" spc="0" normalizeH="0" baseline="0" noProof="0">
                <a:ln>
                  <a:noFill/>
                </a:ln>
                <a:solidFill>
                  <a:srgbClr val="000099"/>
                </a:solidFill>
                <a:effectLst>
                  <a:outerShdw blurRad="38100" dist="38100" dir="2700000" algn="tl">
                    <a:srgbClr val="C0C0C0"/>
                  </a:outerShdw>
                </a:effectLst>
                <a:uLnTx/>
                <a:uFillTx/>
                <a:latin typeface="+mn-ea"/>
                <a:ea typeface="+mn-ea"/>
                <a:cs typeface="+mn-ea"/>
              </a:rPr>
              <a:t>图形工具：</a:t>
            </a:r>
            <a:r>
              <a:rPr kumimoji="0" lang="zh-CN" altLang="en-US" sz="2400" b="1" i="0" u="none" strike="noStrike" kern="0" cap="none" spc="0" normalizeH="0" baseline="0" noProof="0">
                <a:ln>
                  <a:noFill/>
                </a:ln>
                <a:solidFill>
                  <a:srgbClr val="FF0000"/>
                </a:solidFill>
                <a:effectLst>
                  <a:outerShdw blurRad="38100" dist="38100" dir="2700000" algn="tl">
                    <a:srgbClr val="C0C0C0"/>
                  </a:outerShdw>
                </a:effectLst>
                <a:uLnTx/>
                <a:uFillTx/>
                <a:latin typeface="+mn-ea"/>
                <a:ea typeface="+mn-ea"/>
                <a:cs typeface="+mn-ea"/>
              </a:rPr>
              <a:t>程序流程图</a:t>
            </a:r>
            <a:r>
              <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mn-ea"/>
                <a:ea typeface="+mn-ea"/>
                <a:cs typeface="+mn-ea"/>
              </a:rPr>
              <a:t>，</a:t>
            </a:r>
            <a:r>
              <a:rPr kumimoji="0" lang="en-US" altLang="zh-CN" sz="2400" b="1" i="0" u="none" strike="noStrike" kern="0" cap="none" spc="0" normalizeH="0" baseline="0" noProof="0">
                <a:ln>
                  <a:noFill/>
                </a:ln>
                <a:solidFill>
                  <a:srgbClr val="FF0000"/>
                </a:solidFill>
                <a:effectLst>
                  <a:outerShdw blurRad="38100" dist="38100" dir="2700000" algn="tl">
                    <a:srgbClr val="C0C0C0"/>
                  </a:outerShdw>
                </a:effectLst>
                <a:uLnTx/>
                <a:uFillTx/>
                <a:latin typeface="+mn-ea"/>
                <a:ea typeface="+mn-ea"/>
                <a:cs typeface="+mn-ea"/>
              </a:rPr>
              <a:t>N-S</a:t>
            </a:r>
            <a:r>
              <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mn-ea"/>
                <a:ea typeface="+mn-ea"/>
                <a:cs typeface="+mn-ea"/>
              </a:rPr>
              <a:t>，</a:t>
            </a:r>
            <a:r>
              <a:rPr kumimoji="0" lang="en-US" altLang="zh-CN" sz="2400" b="1" i="0" u="none" strike="noStrike" kern="0" cap="none" spc="0" normalizeH="0" baseline="0" noProof="0">
                <a:ln>
                  <a:noFill/>
                </a:ln>
                <a:solidFill>
                  <a:schemeClr val="tx2"/>
                </a:solidFill>
                <a:effectLst>
                  <a:outerShdw blurRad="38100" dist="38100" dir="2700000" algn="tl">
                    <a:srgbClr val="C0C0C0"/>
                  </a:outerShdw>
                </a:effectLst>
                <a:uLnTx/>
                <a:uFillTx/>
                <a:latin typeface="+mn-ea"/>
                <a:ea typeface="+mn-ea"/>
                <a:cs typeface="+mn-ea"/>
              </a:rPr>
              <a:t>PAD</a:t>
            </a:r>
            <a:r>
              <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mn-ea"/>
                <a:ea typeface="+mn-ea"/>
                <a:cs typeface="+mn-ea"/>
              </a:rPr>
              <a:t>，</a:t>
            </a:r>
            <a:r>
              <a:rPr kumimoji="0" lang="en-US" altLang="zh-CN" sz="2400" b="1" i="0" u="none" strike="noStrike" kern="0" cap="none" spc="0" normalizeH="0" baseline="0" noProof="0">
                <a:ln>
                  <a:noFill/>
                </a:ln>
                <a:solidFill>
                  <a:schemeClr val="tx2"/>
                </a:solidFill>
                <a:effectLst>
                  <a:outerShdw blurRad="38100" dist="38100" dir="2700000" algn="tl">
                    <a:srgbClr val="C0C0C0"/>
                  </a:outerShdw>
                </a:effectLst>
                <a:uLnTx/>
                <a:uFillTx/>
                <a:latin typeface="+mn-ea"/>
                <a:ea typeface="+mn-ea"/>
                <a:cs typeface="+mn-ea"/>
              </a:rPr>
              <a:t>HIPO</a:t>
            </a:r>
            <a:endParaRPr kumimoji="0" lang="en-US" altLang="zh-CN" sz="2400" b="1" i="0" u="none" strike="noStrike" kern="0" cap="none" spc="0" normalizeH="0" baseline="0" noProof="0">
              <a:ln>
                <a:noFill/>
              </a:ln>
              <a:solidFill>
                <a:schemeClr val="tx2"/>
              </a:solidFill>
              <a:effectLst>
                <a:outerShdw blurRad="38100" dist="38100" dir="2700000" algn="tl">
                  <a:srgbClr val="C0C0C0"/>
                </a:outerShdw>
              </a:effectLst>
              <a:uLnTx/>
              <a:uFillTx/>
              <a:latin typeface="+mn-ea"/>
              <a:ea typeface="+mn-ea"/>
              <a:cs typeface="+mn-ea"/>
            </a:endParaRPr>
          </a:p>
          <a:p>
            <a:pPr marL="742950" marR="0" lvl="1" indent="-285750" algn="l" defTabSz="914400" rtl="0" eaLnBrk="1" fontAlgn="base" latinLnBrk="0" hangingPunct="1">
              <a:lnSpc>
                <a:spcPct val="105000"/>
              </a:lnSpc>
              <a:spcBef>
                <a:spcPct val="15000"/>
              </a:spcBef>
              <a:spcAft>
                <a:spcPct val="0"/>
              </a:spcAft>
              <a:buClr>
                <a:schemeClr val="accent2"/>
              </a:buClr>
              <a:buSzPct val="85000"/>
              <a:buFont typeface="Wingdings" panose="05000000000000000000" pitchFamily="2" charset="2"/>
              <a:buChar char="l"/>
              <a:defRPr/>
            </a:pPr>
            <a:r>
              <a:rPr kumimoji="0" lang="zh-CN" altLang="en-US" sz="2400" b="1" i="0" u="none" strike="noStrike" kern="0" cap="none" spc="0" normalizeH="0" baseline="0" noProof="0">
                <a:ln>
                  <a:noFill/>
                </a:ln>
                <a:solidFill>
                  <a:srgbClr val="000099"/>
                </a:solidFill>
                <a:effectLst>
                  <a:outerShdw blurRad="38100" dist="38100" dir="2700000" algn="tl">
                    <a:srgbClr val="C0C0C0"/>
                  </a:outerShdw>
                </a:effectLst>
                <a:uLnTx/>
                <a:uFillTx/>
                <a:latin typeface="+mn-ea"/>
                <a:ea typeface="+mn-ea"/>
                <a:cs typeface="+mn-ea"/>
              </a:rPr>
              <a:t>表格工具：</a:t>
            </a:r>
            <a:r>
              <a:rPr kumimoji="0" lang="zh-CN" altLang="en-US" sz="2400" b="1" i="0" u="none" strike="noStrike" kern="0" cap="none" spc="0" normalizeH="0" baseline="0" noProof="0">
                <a:ln>
                  <a:noFill/>
                </a:ln>
                <a:solidFill>
                  <a:schemeClr val="tx2"/>
                </a:solidFill>
                <a:effectLst>
                  <a:outerShdw blurRad="38100" dist="38100" dir="2700000" algn="tl">
                    <a:srgbClr val="C0C0C0"/>
                  </a:outerShdw>
                </a:effectLst>
                <a:uLnTx/>
                <a:uFillTx/>
                <a:latin typeface="+mn-ea"/>
                <a:ea typeface="+mn-ea"/>
                <a:cs typeface="+mn-ea"/>
              </a:rPr>
              <a:t>判定表</a:t>
            </a:r>
            <a:endParaRPr kumimoji="0" lang="zh-CN" altLang="en-US" sz="2400" b="1" i="0" u="none" strike="noStrike" kern="0" cap="none" spc="0" normalizeH="0" baseline="0" noProof="0">
              <a:ln>
                <a:noFill/>
              </a:ln>
              <a:solidFill>
                <a:schemeClr val="tx2"/>
              </a:solidFill>
              <a:effectLst>
                <a:outerShdw blurRad="38100" dist="38100" dir="2700000" algn="tl">
                  <a:srgbClr val="C0C0C0"/>
                </a:outerShdw>
              </a:effectLst>
              <a:uLnTx/>
              <a:uFillTx/>
              <a:latin typeface="+mn-ea"/>
              <a:ea typeface="+mn-ea"/>
              <a:cs typeface="+mn-ea"/>
            </a:endParaRPr>
          </a:p>
          <a:p>
            <a:pPr marL="742950" marR="0" lvl="1" indent="-285750" algn="l" defTabSz="914400" rtl="0" eaLnBrk="1" fontAlgn="base" latinLnBrk="0" hangingPunct="1">
              <a:lnSpc>
                <a:spcPct val="105000"/>
              </a:lnSpc>
              <a:spcBef>
                <a:spcPct val="15000"/>
              </a:spcBef>
              <a:spcAft>
                <a:spcPct val="0"/>
              </a:spcAft>
              <a:buClr>
                <a:schemeClr val="accent2"/>
              </a:buClr>
              <a:buSzPct val="85000"/>
              <a:buFont typeface="Wingdings" panose="05000000000000000000" pitchFamily="2" charset="2"/>
              <a:buChar char="l"/>
              <a:defRPr/>
            </a:pPr>
            <a:r>
              <a:rPr kumimoji="0" lang="zh-CN" altLang="en-US" sz="2400" b="1" i="0" u="none" strike="noStrike" kern="0" cap="none" spc="0" normalizeH="0" baseline="0" noProof="0">
                <a:ln>
                  <a:noFill/>
                </a:ln>
                <a:solidFill>
                  <a:srgbClr val="000099"/>
                </a:solidFill>
                <a:effectLst>
                  <a:outerShdw blurRad="38100" dist="38100" dir="2700000" algn="tl">
                    <a:srgbClr val="C0C0C0"/>
                  </a:outerShdw>
                </a:effectLst>
                <a:uLnTx/>
                <a:uFillTx/>
                <a:latin typeface="+mn-ea"/>
                <a:ea typeface="+mn-ea"/>
                <a:cs typeface="+mn-ea"/>
              </a:rPr>
              <a:t>语言工具：</a:t>
            </a:r>
            <a:r>
              <a:rPr kumimoji="0" lang="en-US" altLang="zh-CN" sz="2400" b="1" i="0" u="none" strike="noStrike" kern="0" cap="none" spc="0" normalizeH="0" baseline="0" noProof="0">
                <a:ln>
                  <a:noFill/>
                </a:ln>
                <a:solidFill>
                  <a:schemeClr val="tx2"/>
                </a:solidFill>
                <a:effectLst>
                  <a:outerShdw blurRad="38100" dist="38100" dir="2700000" algn="tl">
                    <a:srgbClr val="C0C0C0"/>
                  </a:outerShdw>
                </a:effectLst>
                <a:uLnTx/>
                <a:uFillTx/>
                <a:latin typeface="+mn-ea"/>
                <a:ea typeface="+mn-ea"/>
                <a:cs typeface="+mn-ea"/>
              </a:rPr>
              <a:t>PDL</a:t>
            </a:r>
            <a:r>
              <a:rPr kumimoji="0" lang="zh-CN" altLang="en-US" sz="2400" b="1" i="0" u="none" strike="noStrike" kern="0" cap="none" spc="0" normalizeH="0" baseline="0" noProof="0">
                <a:ln>
                  <a:noFill/>
                </a:ln>
                <a:solidFill>
                  <a:srgbClr val="000099"/>
                </a:solidFill>
                <a:effectLst>
                  <a:outerShdw blurRad="38100" dist="38100" dir="2700000" algn="tl">
                    <a:srgbClr val="C0C0C0"/>
                  </a:outerShdw>
                </a:effectLst>
                <a:uLnTx/>
                <a:uFillTx/>
                <a:latin typeface="+mn-ea"/>
                <a:ea typeface="+mn-ea"/>
                <a:cs typeface="+mn-ea"/>
              </a:rPr>
              <a:t>，</a:t>
            </a:r>
            <a:r>
              <a:rPr kumimoji="0" lang="en-US" altLang="zh-CN" sz="2400" b="1" i="0" u="none" strike="noStrike" kern="0" cap="none" spc="0" normalizeH="0" baseline="0" noProof="0">
                <a:ln>
                  <a:noFill/>
                </a:ln>
                <a:solidFill>
                  <a:schemeClr val="tx2"/>
                </a:solidFill>
                <a:effectLst>
                  <a:outerShdw blurRad="38100" dist="38100" dir="2700000" algn="tl">
                    <a:srgbClr val="C0C0C0"/>
                  </a:outerShdw>
                </a:effectLst>
                <a:uLnTx/>
                <a:uFillTx/>
                <a:latin typeface="+mn-ea"/>
                <a:ea typeface="+mn-ea"/>
                <a:cs typeface="+mn-ea"/>
              </a:rPr>
              <a:t>HIPO</a:t>
            </a:r>
            <a:endParaRPr kumimoji="0" lang="en-US" altLang="zh-CN" sz="2400" b="1" i="0" u="none" strike="noStrike" kern="0" cap="none" spc="0" normalizeH="0" baseline="0" noProof="0">
              <a:ln>
                <a:noFill/>
              </a:ln>
              <a:solidFill>
                <a:schemeClr val="tx2"/>
              </a:solidFill>
              <a:effectLst>
                <a:outerShdw blurRad="38100" dist="38100" dir="2700000" algn="tl">
                  <a:srgbClr val="C0C0C0"/>
                </a:outerShdw>
              </a:effectLst>
              <a:uLnTx/>
              <a:uFillTx/>
              <a:latin typeface="+mn-ea"/>
              <a:ea typeface="+mn-ea"/>
              <a:cs typeface="+mn-ea"/>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宋体" panose="02010600030101010101" pitchFamily="2" charset="-122"/>
                <a:cs typeface="Times New Roman" panose="02020603050405020304" pitchFamily="18" charset="0"/>
              </a:rPr>
              <a:t>2.2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结构化设计</a:t>
            </a:r>
            <a:endPar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13316"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
        <p:nvSpPr>
          <p:cNvPr id="189443" name="Rectangle 3"/>
          <p:cNvSpPr>
            <a:spLocks noGrp="1" noChangeArrowheads="1"/>
          </p:cNvSpPr>
          <p:nvPr/>
        </p:nvSpPr>
        <p:spPr>
          <a:xfrm>
            <a:off x="425450" y="1640840"/>
            <a:ext cx="8112760" cy="609600"/>
          </a:xfrm>
          <a:prstGeom prst="rect">
            <a:avLst/>
          </a:prstGeom>
          <a:noFill/>
          <a:ln w="9525">
            <a:noFill/>
          </a:ln>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vl6pPr marL="20561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6pPr>
            <a:lvl7pPr marL="25133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7pPr>
            <a:lvl8pPr marL="29705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8pPr>
            <a:lvl9pPr marL="34277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9pPr>
          </a:lstStyle>
          <a:p>
            <a:pPr marL="342900" marR="0" lvl="0" indent="-342900" algn="l" defTabSz="914400" rtl="0" eaLnBrk="1" fontAlgn="base" latinLnBrk="0" hangingPunct="1">
              <a:lnSpc>
                <a:spcPct val="105000"/>
              </a:lnSpc>
              <a:spcBef>
                <a:spcPct val="20000"/>
              </a:spcBef>
              <a:spcAft>
                <a:spcPct val="0"/>
              </a:spcAft>
              <a:buClr>
                <a:srgbClr val="990099"/>
              </a:buClr>
              <a:buSzPct val="70000"/>
              <a:buFont typeface="Wingdings" panose="05000000000000000000" pitchFamily="2" charset="2"/>
              <a:buChar char="l"/>
              <a:defRPr/>
            </a:pPr>
            <a:r>
              <a:rPr kumimoji="0" lang="zh-CN" altLang="en-US" sz="2000" b="1" i="0" u="none" strike="noStrike" kern="0" cap="none" spc="0" normalizeH="0" baseline="0" noProof="0">
                <a:ln>
                  <a:noFill/>
                </a:ln>
                <a:solidFill>
                  <a:srgbClr val="FF0000"/>
                </a:solidFill>
                <a:effectLst>
                  <a:outerShdw blurRad="38100" dist="38100" dir="2700000" algn="tl">
                    <a:srgbClr val="C0C0C0"/>
                  </a:outerShdw>
                </a:effectLst>
                <a:uLnTx/>
                <a:uFillTx/>
                <a:latin typeface="+mn-lt"/>
                <a:ea typeface="仿宋_GB2312" pitchFamily="49" charset="-122"/>
                <a:cs typeface="+mn-cs"/>
              </a:rPr>
              <a:t>程序流程图</a:t>
            </a:r>
            <a:r>
              <a:rPr kumimoji="0" lang="zh-CN" altLang="en-US" sz="2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仿宋_GB2312" pitchFamily="49" charset="-122"/>
                <a:cs typeface="+mn-cs"/>
              </a:rPr>
              <a:t>也称为程序框图，程序流程图使用五种基本控制结构是</a:t>
            </a:r>
            <a:r>
              <a:rPr kumimoji="0" lang="en-US" altLang="zh-CN" sz="2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仿宋_GB2312" pitchFamily="49" charset="-122"/>
                <a:cs typeface="+mn-cs"/>
              </a:rPr>
              <a:t>:</a:t>
            </a:r>
            <a:endParaRPr kumimoji="0" lang="en-US" altLang="zh-CN" sz="2000" b="0" i="0" u="none" strike="noStrike" kern="0" cap="none" spc="0" normalizeH="0" baseline="0" noProof="0">
              <a:ln>
                <a:noFill/>
              </a:ln>
              <a:solidFill>
                <a:schemeClr val="tx1"/>
              </a:solidFill>
              <a:effectLst/>
              <a:uLnTx/>
              <a:uFillTx/>
              <a:latin typeface="+mn-lt"/>
              <a:ea typeface="宋体" panose="02010600030101010101" pitchFamily="2" charset="-122"/>
              <a:cs typeface="+mn-cs"/>
            </a:endParaRPr>
          </a:p>
        </p:txBody>
      </p:sp>
      <p:grpSp>
        <p:nvGrpSpPr>
          <p:cNvPr id="196615" name="Group 4"/>
          <p:cNvGrpSpPr/>
          <p:nvPr/>
        </p:nvGrpSpPr>
        <p:grpSpPr>
          <a:xfrm>
            <a:off x="681355" y="2315210"/>
            <a:ext cx="819150" cy="1776413"/>
            <a:chOff x="686" y="1463"/>
            <a:chExt cx="516" cy="1119"/>
          </a:xfrm>
        </p:grpSpPr>
        <p:grpSp>
          <p:nvGrpSpPr>
            <p:cNvPr id="196691" name="Group 5"/>
            <p:cNvGrpSpPr/>
            <p:nvPr/>
          </p:nvGrpSpPr>
          <p:grpSpPr>
            <a:xfrm>
              <a:off x="686" y="1463"/>
              <a:ext cx="516" cy="1119"/>
              <a:chOff x="686" y="1463"/>
              <a:chExt cx="516" cy="1119"/>
            </a:xfrm>
          </p:grpSpPr>
          <p:sp>
            <p:nvSpPr>
              <p:cNvPr id="196694" name="Line 6"/>
              <p:cNvSpPr/>
              <p:nvPr/>
            </p:nvSpPr>
            <p:spPr>
              <a:xfrm>
                <a:off x="942" y="1463"/>
                <a:ext cx="0" cy="201"/>
              </a:xfrm>
              <a:prstGeom prst="line">
                <a:avLst/>
              </a:prstGeom>
              <a:ln w="19050" cap="flat" cmpd="sng">
                <a:solidFill>
                  <a:srgbClr val="006600"/>
                </a:solidFill>
                <a:prstDash val="solid"/>
                <a:headEnd type="none" w="med" len="med"/>
                <a:tailEnd type="triangle" w="sm" len="lg"/>
              </a:ln>
            </p:spPr>
          </p:sp>
          <p:sp>
            <p:nvSpPr>
              <p:cNvPr id="196695" name="Line 7"/>
              <p:cNvSpPr/>
              <p:nvPr/>
            </p:nvSpPr>
            <p:spPr>
              <a:xfrm>
                <a:off x="955" y="1916"/>
                <a:ext cx="0" cy="201"/>
              </a:xfrm>
              <a:prstGeom prst="line">
                <a:avLst/>
              </a:prstGeom>
              <a:ln w="19050" cap="flat" cmpd="sng">
                <a:solidFill>
                  <a:srgbClr val="006600"/>
                </a:solidFill>
                <a:prstDash val="solid"/>
                <a:headEnd type="none" w="med" len="med"/>
                <a:tailEnd type="triangle" w="sm" len="lg"/>
              </a:ln>
            </p:spPr>
          </p:sp>
          <p:sp>
            <p:nvSpPr>
              <p:cNvPr id="196696" name="Line 8"/>
              <p:cNvSpPr/>
              <p:nvPr/>
            </p:nvSpPr>
            <p:spPr>
              <a:xfrm>
                <a:off x="956" y="2381"/>
                <a:ext cx="0" cy="201"/>
              </a:xfrm>
              <a:prstGeom prst="line">
                <a:avLst/>
              </a:prstGeom>
              <a:ln w="19050" cap="flat" cmpd="sng">
                <a:solidFill>
                  <a:srgbClr val="006600"/>
                </a:solidFill>
                <a:prstDash val="solid"/>
                <a:headEnd type="none" w="med" len="med"/>
                <a:tailEnd type="triangle" w="sm" len="lg"/>
              </a:ln>
            </p:spPr>
          </p:sp>
          <p:sp>
            <p:nvSpPr>
              <p:cNvPr id="196697" name="Rectangle 9"/>
              <p:cNvSpPr/>
              <p:nvPr/>
            </p:nvSpPr>
            <p:spPr>
              <a:xfrm>
                <a:off x="686" y="1664"/>
                <a:ext cx="512" cy="247"/>
              </a:xfrm>
              <a:prstGeom prst="rect">
                <a:avLst/>
              </a:prstGeom>
              <a:solidFill>
                <a:srgbClr val="CCFF66"/>
              </a:solidFill>
              <a:ln w="9525" cap="flat" cmpd="sng">
                <a:solidFill>
                  <a:srgbClr val="006600"/>
                </a:solidFill>
                <a:prstDash val="solid"/>
                <a:miter/>
                <a:headEnd type="none" w="med" len="med"/>
                <a:tailEnd type="none" w="med" len="med"/>
              </a:ln>
              <a:effectLst>
                <a:outerShdw dist="35921" dir="2699999" algn="ctr" rotWithShape="0">
                  <a:schemeClr val="bg2"/>
                </a:outerShdw>
              </a:effectLst>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endParaRPr lang="zh-CN" altLang="en-US" sz="1800" dirty="0"/>
              </a:p>
            </p:txBody>
          </p:sp>
          <p:sp>
            <p:nvSpPr>
              <p:cNvPr id="196698" name="Rectangle 10"/>
              <p:cNvSpPr/>
              <p:nvPr/>
            </p:nvSpPr>
            <p:spPr>
              <a:xfrm>
                <a:off x="690" y="2117"/>
                <a:ext cx="512" cy="247"/>
              </a:xfrm>
              <a:prstGeom prst="rect">
                <a:avLst/>
              </a:prstGeom>
              <a:solidFill>
                <a:srgbClr val="CCFF66"/>
              </a:solidFill>
              <a:ln w="9525" cap="flat" cmpd="sng">
                <a:solidFill>
                  <a:srgbClr val="006600"/>
                </a:solidFill>
                <a:prstDash val="solid"/>
                <a:miter/>
                <a:headEnd type="none" w="med" len="med"/>
                <a:tailEnd type="none" w="med" len="med"/>
              </a:ln>
              <a:effectLst>
                <a:outerShdw dist="35921" dir="2699999" algn="ctr" rotWithShape="0">
                  <a:schemeClr val="bg2"/>
                </a:outerShdw>
              </a:effectLst>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endParaRPr lang="zh-CN" altLang="en-US" sz="1800" dirty="0"/>
              </a:p>
            </p:txBody>
          </p:sp>
        </p:grpSp>
        <p:sp>
          <p:nvSpPr>
            <p:cNvPr id="196692" name="Text Box 11"/>
            <p:cNvSpPr txBox="1"/>
            <p:nvPr/>
          </p:nvSpPr>
          <p:spPr>
            <a:xfrm>
              <a:off x="819" y="1633"/>
              <a:ext cx="255" cy="2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r>
                <a:rPr lang="en-US" altLang="zh-CN" sz="2400" b="1" dirty="0">
                  <a:solidFill>
                    <a:srgbClr val="000099"/>
                  </a:solidFill>
                  <a:latin typeface="Times New Roman" panose="02020603050405020304" pitchFamily="18" charset="0"/>
                </a:rPr>
                <a:t>A</a:t>
              </a:r>
              <a:endParaRPr lang="en-US" altLang="zh-CN" sz="2400" b="1" dirty="0">
                <a:solidFill>
                  <a:srgbClr val="000099"/>
                </a:solidFill>
                <a:latin typeface="Times New Roman" panose="02020603050405020304" pitchFamily="18" charset="0"/>
              </a:endParaRPr>
            </a:p>
          </p:txBody>
        </p:sp>
        <p:sp>
          <p:nvSpPr>
            <p:cNvPr id="196693" name="Text Box 12"/>
            <p:cNvSpPr txBox="1"/>
            <p:nvPr/>
          </p:nvSpPr>
          <p:spPr>
            <a:xfrm>
              <a:off x="842" y="2104"/>
              <a:ext cx="244" cy="2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r>
                <a:rPr lang="en-US" altLang="zh-CN" sz="2400" b="1" dirty="0">
                  <a:solidFill>
                    <a:srgbClr val="000099"/>
                  </a:solidFill>
                  <a:latin typeface="Times New Roman" panose="02020603050405020304" pitchFamily="18" charset="0"/>
                </a:rPr>
                <a:t>B</a:t>
              </a:r>
              <a:endParaRPr lang="en-US" altLang="zh-CN" sz="2400" b="1" dirty="0">
                <a:solidFill>
                  <a:srgbClr val="000099"/>
                </a:solidFill>
                <a:latin typeface="Times New Roman" panose="02020603050405020304" pitchFamily="18" charset="0"/>
              </a:endParaRPr>
            </a:p>
          </p:txBody>
        </p:sp>
      </p:grpSp>
      <p:grpSp>
        <p:nvGrpSpPr>
          <p:cNvPr id="196616" name="Group 13"/>
          <p:cNvGrpSpPr/>
          <p:nvPr/>
        </p:nvGrpSpPr>
        <p:grpSpPr>
          <a:xfrm>
            <a:off x="425450" y="4696778"/>
            <a:ext cx="1981200" cy="1776412"/>
            <a:chOff x="1704" y="1458"/>
            <a:chExt cx="1248" cy="1119"/>
          </a:xfrm>
        </p:grpSpPr>
        <p:sp>
          <p:nvSpPr>
            <p:cNvPr id="196676" name="Line 14"/>
            <p:cNvSpPr/>
            <p:nvPr/>
          </p:nvSpPr>
          <p:spPr>
            <a:xfrm>
              <a:off x="2316" y="1458"/>
              <a:ext cx="0" cy="201"/>
            </a:xfrm>
            <a:prstGeom prst="line">
              <a:avLst/>
            </a:prstGeom>
            <a:ln w="19050" cap="flat" cmpd="sng">
              <a:solidFill>
                <a:srgbClr val="006600"/>
              </a:solidFill>
              <a:prstDash val="solid"/>
              <a:headEnd type="none" w="med" len="med"/>
              <a:tailEnd type="triangle" w="sm" len="lg"/>
            </a:ln>
          </p:spPr>
        </p:sp>
        <p:sp>
          <p:nvSpPr>
            <p:cNvPr id="196677" name="Line 15"/>
            <p:cNvSpPr/>
            <p:nvPr/>
          </p:nvSpPr>
          <p:spPr>
            <a:xfrm flipH="1">
              <a:off x="1954" y="1784"/>
              <a:ext cx="0" cy="192"/>
            </a:xfrm>
            <a:prstGeom prst="line">
              <a:avLst/>
            </a:prstGeom>
            <a:ln w="19050" cap="flat" cmpd="sng">
              <a:solidFill>
                <a:srgbClr val="006600"/>
              </a:solidFill>
              <a:prstDash val="solid"/>
              <a:headEnd type="none" w="med" len="med"/>
              <a:tailEnd type="triangle" w="sm" len="lg"/>
            </a:ln>
          </p:spPr>
        </p:sp>
        <p:sp>
          <p:nvSpPr>
            <p:cNvPr id="196678" name="Line 16"/>
            <p:cNvSpPr/>
            <p:nvPr/>
          </p:nvSpPr>
          <p:spPr>
            <a:xfrm>
              <a:off x="2330" y="2376"/>
              <a:ext cx="0" cy="201"/>
            </a:xfrm>
            <a:prstGeom prst="line">
              <a:avLst/>
            </a:prstGeom>
            <a:ln w="19050" cap="flat" cmpd="sng">
              <a:solidFill>
                <a:srgbClr val="006600"/>
              </a:solidFill>
              <a:prstDash val="solid"/>
              <a:headEnd type="none" w="med" len="med"/>
              <a:tailEnd type="triangle" w="sm" len="lg"/>
            </a:ln>
          </p:spPr>
        </p:sp>
        <p:sp>
          <p:nvSpPr>
            <p:cNvPr id="196679" name="Rectangle 17"/>
            <p:cNvSpPr/>
            <p:nvPr/>
          </p:nvSpPr>
          <p:spPr>
            <a:xfrm>
              <a:off x="1704" y="1972"/>
              <a:ext cx="512" cy="247"/>
            </a:xfrm>
            <a:prstGeom prst="rect">
              <a:avLst/>
            </a:prstGeom>
            <a:solidFill>
              <a:srgbClr val="CCFF66"/>
            </a:solidFill>
            <a:ln w="9525" cap="flat" cmpd="sng">
              <a:solidFill>
                <a:srgbClr val="006600"/>
              </a:solidFill>
              <a:prstDash val="solid"/>
              <a:miter/>
              <a:headEnd type="none" w="med" len="med"/>
              <a:tailEnd type="none" w="med" len="med"/>
            </a:ln>
            <a:effectLst>
              <a:outerShdw dist="35921" dir="2699999" algn="ctr" rotWithShape="0">
                <a:schemeClr val="bg2"/>
              </a:outerShdw>
            </a:effectLst>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endParaRPr lang="zh-CN" altLang="en-US" sz="1800" dirty="0"/>
            </a:p>
          </p:txBody>
        </p:sp>
        <p:sp>
          <p:nvSpPr>
            <p:cNvPr id="196680" name="Rectangle 18"/>
            <p:cNvSpPr/>
            <p:nvPr/>
          </p:nvSpPr>
          <p:spPr>
            <a:xfrm>
              <a:off x="2440" y="1975"/>
              <a:ext cx="512" cy="247"/>
            </a:xfrm>
            <a:prstGeom prst="rect">
              <a:avLst/>
            </a:prstGeom>
            <a:solidFill>
              <a:srgbClr val="CCFF66"/>
            </a:solidFill>
            <a:ln w="9525" cap="flat" cmpd="sng">
              <a:solidFill>
                <a:srgbClr val="006600"/>
              </a:solidFill>
              <a:prstDash val="solid"/>
              <a:miter/>
              <a:headEnd type="none" w="med" len="med"/>
              <a:tailEnd type="none" w="med" len="med"/>
            </a:ln>
            <a:effectLst>
              <a:outerShdw dist="35921" dir="2699999" algn="ctr" rotWithShape="0">
                <a:schemeClr val="bg2"/>
              </a:outerShdw>
            </a:effectLst>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endParaRPr lang="zh-CN" altLang="en-US" sz="1800" dirty="0"/>
            </a:p>
          </p:txBody>
        </p:sp>
        <p:sp>
          <p:nvSpPr>
            <p:cNvPr id="196681" name="Text Box 19"/>
            <p:cNvSpPr txBox="1"/>
            <p:nvPr/>
          </p:nvSpPr>
          <p:spPr>
            <a:xfrm>
              <a:off x="1836" y="1940"/>
              <a:ext cx="255" cy="2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r>
                <a:rPr lang="en-US" altLang="zh-CN" sz="2400" b="1" dirty="0">
                  <a:solidFill>
                    <a:srgbClr val="000099"/>
                  </a:solidFill>
                  <a:latin typeface="Times New Roman" panose="02020603050405020304" pitchFamily="18" charset="0"/>
                </a:rPr>
                <a:t>A</a:t>
              </a:r>
              <a:endParaRPr lang="en-US" altLang="zh-CN" sz="2400" b="1" dirty="0">
                <a:solidFill>
                  <a:srgbClr val="000099"/>
                </a:solidFill>
                <a:latin typeface="Times New Roman" panose="02020603050405020304" pitchFamily="18" charset="0"/>
              </a:endParaRPr>
            </a:p>
          </p:txBody>
        </p:sp>
        <p:sp>
          <p:nvSpPr>
            <p:cNvPr id="196682" name="Text Box 20"/>
            <p:cNvSpPr txBox="1"/>
            <p:nvPr/>
          </p:nvSpPr>
          <p:spPr>
            <a:xfrm>
              <a:off x="2564" y="1952"/>
              <a:ext cx="244" cy="2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r>
                <a:rPr lang="en-US" altLang="zh-CN" sz="2400" b="1" dirty="0">
                  <a:solidFill>
                    <a:srgbClr val="000099"/>
                  </a:solidFill>
                  <a:latin typeface="Times New Roman" panose="02020603050405020304" pitchFamily="18" charset="0"/>
                </a:rPr>
                <a:t>B</a:t>
              </a:r>
              <a:endParaRPr lang="en-US" altLang="zh-CN" sz="2400" b="1" dirty="0">
                <a:solidFill>
                  <a:srgbClr val="000099"/>
                </a:solidFill>
                <a:latin typeface="Times New Roman" panose="02020603050405020304" pitchFamily="18" charset="0"/>
              </a:endParaRPr>
            </a:p>
          </p:txBody>
        </p:sp>
        <p:sp>
          <p:nvSpPr>
            <p:cNvPr id="196683" name="AutoShape 21"/>
            <p:cNvSpPr/>
            <p:nvPr/>
          </p:nvSpPr>
          <p:spPr>
            <a:xfrm>
              <a:off x="2028" y="1646"/>
              <a:ext cx="575" cy="257"/>
            </a:xfrm>
            <a:prstGeom prst="diamond">
              <a:avLst/>
            </a:prstGeom>
            <a:solidFill>
              <a:srgbClr val="CCFF66"/>
            </a:solidFill>
            <a:ln w="9525" cap="flat" cmpd="sng">
              <a:solidFill>
                <a:srgbClr val="006600"/>
              </a:solidFill>
              <a:prstDash val="solid"/>
              <a:miter/>
              <a:headEnd type="none" w="med" len="med"/>
              <a:tailEnd type="none" w="med" len="med"/>
            </a:ln>
            <a:effectLst>
              <a:outerShdw dist="35921" dir="2699999" algn="ctr" rotWithShape="0">
                <a:schemeClr val="bg2"/>
              </a:outerShdw>
            </a:effectLst>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endParaRPr lang="zh-CN" altLang="en-US" sz="1800" dirty="0"/>
            </a:p>
          </p:txBody>
        </p:sp>
        <p:sp>
          <p:nvSpPr>
            <p:cNvPr id="196684" name="Line 22"/>
            <p:cNvSpPr/>
            <p:nvPr/>
          </p:nvSpPr>
          <p:spPr>
            <a:xfrm flipH="1">
              <a:off x="2690" y="1770"/>
              <a:ext cx="0" cy="220"/>
            </a:xfrm>
            <a:prstGeom prst="line">
              <a:avLst/>
            </a:prstGeom>
            <a:ln w="19050" cap="flat" cmpd="sng">
              <a:solidFill>
                <a:srgbClr val="006600"/>
              </a:solidFill>
              <a:prstDash val="solid"/>
              <a:headEnd type="none" w="med" len="med"/>
              <a:tailEnd type="triangle" w="sm" len="lg"/>
            </a:ln>
          </p:spPr>
        </p:sp>
        <p:sp>
          <p:nvSpPr>
            <p:cNvPr id="196685" name="Line 23"/>
            <p:cNvSpPr/>
            <p:nvPr/>
          </p:nvSpPr>
          <p:spPr>
            <a:xfrm flipH="1">
              <a:off x="1946" y="1774"/>
              <a:ext cx="82" cy="0"/>
            </a:xfrm>
            <a:prstGeom prst="line">
              <a:avLst/>
            </a:prstGeom>
            <a:ln w="19050" cap="flat" cmpd="sng">
              <a:solidFill>
                <a:srgbClr val="008000"/>
              </a:solidFill>
              <a:prstDash val="solid"/>
              <a:headEnd type="none" w="med" len="med"/>
              <a:tailEnd type="none" w="med" len="med"/>
            </a:ln>
          </p:spPr>
        </p:sp>
        <p:sp>
          <p:nvSpPr>
            <p:cNvPr id="196686" name="Line 24"/>
            <p:cNvSpPr/>
            <p:nvPr/>
          </p:nvSpPr>
          <p:spPr>
            <a:xfrm>
              <a:off x="2604" y="1774"/>
              <a:ext cx="92" cy="0"/>
            </a:xfrm>
            <a:prstGeom prst="line">
              <a:avLst/>
            </a:prstGeom>
            <a:ln w="19050" cap="flat" cmpd="sng">
              <a:solidFill>
                <a:srgbClr val="008000"/>
              </a:solidFill>
              <a:prstDash val="solid"/>
              <a:headEnd type="none" w="med" len="med"/>
              <a:tailEnd type="none" w="med" len="med"/>
            </a:ln>
          </p:spPr>
        </p:sp>
        <p:sp>
          <p:nvSpPr>
            <p:cNvPr id="196687" name="Line 25"/>
            <p:cNvSpPr/>
            <p:nvPr/>
          </p:nvSpPr>
          <p:spPr>
            <a:xfrm>
              <a:off x="1955" y="2240"/>
              <a:ext cx="0" cy="137"/>
            </a:xfrm>
            <a:prstGeom prst="line">
              <a:avLst/>
            </a:prstGeom>
            <a:ln w="19050" cap="flat" cmpd="sng">
              <a:solidFill>
                <a:srgbClr val="008000"/>
              </a:solidFill>
              <a:prstDash val="solid"/>
              <a:headEnd type="none" w="med" len="med"/>
              <a:tailEnd type="none" w="med" len="med"/>
            </a:ln>
          </p:spPr>
        </p:sp>
        <p:sp>
          <p:nvSpPr>
            <p:cNvPr id="196688" name="Line 26"/>
            <p:cNvSpPr/>
            <p:nvPr/>
          </p:nvSpPr>
          <p:spPr>
            <a:xfrm>
              <a:off x="1955" y="2368"/>
              <a:ext cx="741" cy="0"/>
            </a:xfrm>
            <a:prstGeom prst="line">
              <a:avLst/>
            </a:prstGeom>
            <a:ln w="9525" cap="flat" cmpd="sng">
              <a:solidFill>
                <a:srgbClr val="006600"/>
              </a:solidFill>
              <a:prstDash val="solid"/>
              <a:headEnd type="none" w="med" len="med"/>
              <a:tailEnd type="none" w="med" len="med"/>
            </a:ln>
          </p:spPr>
        </p:sp>
        <p:sp>
          <p:nvSpPr>
            <p:cNvPr id="196689" name="Line 27"/>
            <p:cNvSpPr/>
            <p:nvPr/>
          </p:nvSpPr>
          <p:spPr>
            <a:xfrm flipH="1">
              <a:off x="2695" y="2231"/>
              <a:ext cx="1" cy="137"/>
            </a:xfrm>
            <a:prstGeom prst="line">
              <a:avLst/>
            </a:prstGeom>
            <a:ln w="19050" cap="flat" cmpd="sng">
              <a:solidFill>
                <a:srgbClr val="008000"/>
              </a:solidFill>
              <a:prstDash val="solid"/>
              <a:headEnd type="none" w="med" len="med"/>
              <a:tailEnd type="none" w="med" len="med"/>
            </a:ln>
          </p:spPr>
        </p:sp>
        <p:sp>
          <p:nvSpPr>
            <p:cNvPr id="196690" name="Text Box 28"/>
            <p:cNvSpPr txBox="1"/>
            <p:nvPr/>
          </p:nvSpPr>
          <p:spPr>
            <a:xfrm>
              <a:off x="2207" y="1634"/>
              <a:ext cx="233" cy="2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r>
                <a:rPr lang="en-US" altLang="zh-CN" sz="2400" b="1" dirty="0">
                  <a:solidFill>
                    <a:srgbClr val="000099"/>
                  </a:solidFill>
                  <a:latin typeface="Times New Roman" panose="02020603050405020304" pitchFamily="18" charset="0"/>
                </a:rPr>
                <a:t>P</a:t>
              </a:r>
              <a:endParaRPr lang="en-US" altLang="zh-CN" sz="2400" b="1" dirty="0">
                <a:solidFill>
                  <a:srgbClr val="000099"/>
                </a:solidFill>
                <a:latin typeface="Times New Roman" panose="02020603050405020304" pitchFamily="18" charset="0"/>
              </a:endParaRPr>
            </a:p>
          </p:txBody>
        </p:sp>
      </p:grpSp>
      <p:grpSp>
        <p:nvGrpSpPr>
          <p:cNvPr id="196617" name="Group 29"/>
          <p:cNvGrpSpPr/>
          <p:nvPr/>
        </p:nvGrpSpPr>
        <p:grpSpPr>
          <a:xfrm>
            <a:off x="6024245" y="2515870"/>
            <a:ext cx="2409825" cy="3376613"/>
            <a:chOff x="3660" y="1490"/>
            <a:chExt cx="1518" cy="2127"/>
          </a:xfrm>
        </p:grpSpPr>
        <p:sp>
          <p:nvSpPr>
            <p:cNvPr id="196653" name="Line 30"/>
            <p:cNvSpPr/>
            <p:nvPr/>
          </p:nvSpPr>
          <p:spPr>
            <a:xfrm>
              <a:off x="3948" y="1490"/>
              <a:ext cx="0" cy="201"/>
            </a:xfrm>
            <a:prstGeom prst="line">
              <a:avLst/>
            </a:prstGeom>
            <a:ln w="19050" cap="flat" cmpd="sng">
              <a:solidFill>
                <a:srgbClr val="006600"/>
              </a:solidFill>
              <a:prstDash val="solid"/>
              <a:headEnd type="none" w="med" len="med"/>
              <a:tailEnd type="triangle" w="sm" len="lg"/>
            </a:ln>
          </p:spPr>
        </p:sp>
        <p:sp>
          <p:nvSpPr>
            <p:cNvPr id="196654" name="Line 31"/>
            <p:cNvSpPr/>
            <p:nvPr/>
          </p:nvSpPr>
          <p:spPr>
            <a:xfrm flipH="1">
              <a:off x="3971" y="3434"/>
              <a:ext cx="1198" cy="0"/>
            </a:xfrm>
            <a:prstGeom prst="line">
              <a:avLst/>
            </a:prstGeom>
            <a:ln w="19050" cap="flat" cmpd="sng">
              <a:solidFill>
                <a:srgbClr val="006600"/>
              </a:solidFill>
              <a:prstDash val="solid"/>
              <a:headEnd type="none" w="med" len="med"/>
              <a:tailEnd type="triangle" w="sm" len="lg"/>
            </a:ln>
          </p:spPr>
        </p:sp>
        <p:sp>
          <p:nvSpPr>
            <p:cNvPr id="196655" name="Line 32"/>
            <p:cNvSpPr/>
            <p:nvPr/>
          </p:nvSpPr>
          <p:spPr>
            <a:xfrm flipH="1">
              <a:off x="3953" y="2930"/>
              <a:ext cx="0" cy="687"/>
            </a:xfrm>
            <a:prstGeom prst="line">
              <a:avLst/>
            </a:prstGeom>
            <a:ln w="19050" cap="flat" cmpd="sng">
              <a:solidFill>
                <a:srgbClr val="006600"/>
              </a:solidFill>
              <a:prstDash val="solid"/>
              <a:headEnd type="none" w="med" len="med"/>
              <a:tailEnd type="triangle" w="sm" len="lg"/>
            </a:ln>
          </p:spPr>
        </p:sp>
        <p:sp>
          <p:nvSpPr>
            <p:cNvPr id="196656" name="Rectangle 33"/>
            <p:cNvSpPr/>
            <p:nvPr/>
          </p:nvSpPr>
          <p:spPr>
            <a:xfrm>
              <a:off x="4403" y="2034"/>
              <a:ext cx="512" cy="247"/>
            </a:xfrm>
            <a:prstGeom prst="rect">
              <a:avLst/>
            </a:prstGeom>
            <a:solidFill>
              <a:srgbClr val="CCFF66"/>
            </a:solidFill>
            <a:ln w="9525" cap="flat" cmpd="sng">
              <a:solidFill>
                <a:srgbClr val="006600"/>
              </a:solidFill>
              <a:prstDash val="solid"/>
              <a:miter/>
              <a:headEnd type="none" w="med" len="med"/>
              <a:tailEnd type="none" w="med" len="med"/>
            </a:ln>
            <a:effectLst>
              <a:outerShdw dist="35921" dir="2699999" algn="ctr" rotWithShape="0">
                <a:schemeClr val="bg2"/>
              </a:outerShdw>
            </a:effectLst>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endParaRPr lang="zh-CN" altLang="en-US" sz="1800" dirty="0"/>
            </a:p>
          </p:txBody>
        </p:sp>
        <p:sp>
          <p:nvSpPr>
            <p:cNvPr id="196657" name="Text Box 34"/>
            <p:cNvSpPr txBox="1"/>
            <p:nvPr/>
          </p:nvSpPr>
          <p:spPr>
            <a:xfrm>
              <a:off x="4497" y="2011"/>
              <a:ext cx="351" cy="2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r>
                <a:rPr lang="en-US" altLang="zh-CN" sz="2400" b="1" dirty="0">
                  <a:solidFill>
                    <a:srgbClr val="000099"/>
                  </a:solidFill>
                  <a:latin typeface="Times New Roman" panose="02020603050405020304" pitchFamily="18" charset="0"/>
                </a:rPr>
                <a:t>A1</a:t>
              </a:r>
              <a:endParaRPr lang="en-US" altLang="zh-CN" sz="2400" b="1" dirty="0">
                <a:solidFill>
                  <a:srgbClr val="000099"/>
                </a:solidFill>
                <a:latin typeface="Times New Roman" panose="02020603050405020304" pitchFamily="18" charset="0"/>
              </a:endParaRPr>
            </a:p>
          </p:txBody>
        </p:sp>
        <p:sp>
          <p:nvSpPr>
            <p:cNvPr id="196658" name="AutoShape 35"/>
            <p:cNvSpPr/>
            <p:nvPr/>
          </p:nvSpPr>
          <p:spPr>
            <a:xfrm>
              <a:off x="3660" y="1678"/>
              <a:ext cx="575" cy="257"/>
            </a:xfrm>
            <a:prstGeom prst="diamond">
              <a:avLst/>
            </a:prstGeom>
            <a:solidFill>
              <a:srgbClr val="CCFF66"/>
            </a:solidFill>
            <a:ln w="9525" cap="flat" cmpd="sng">
              <a:solidFill>
                <a:srgbClr val="006600"/>
              </a:solidFill>
              <a:prstDash val="solid"/>
              <a:miter/>
              <a:headEnd type="none" w="med" len="med"/>
              <a:tailEnd type="none" w="med" len="med"/>
            </a:ln>
            <a:effectLst>
              <a:outerShdw dist="35921" dir="2699999" algn="ctr" rotWithShape="0">
                <a:schemeClr val="bg2"/>
              </a:outerShdw>
            </a:effectLst>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endParaRPr lang="zh-CN" altLang="en-US" sz="1800" dirty="0"/>
            </a:p>
          </p:txBody>
        </p:sp>
        <p:sp>
          <p:nvSpPr>
            <p:cNvPr id="196659" name="Line 36"/>
            <p:cNvSpPr/>
            <p:nvPr/>
          </p:nvSpPr>
          <p:spPr>
            <a:xfrm flipV="1">
              <a:off x="3947" y="2156"/>
              <a:ext cx="458" cy="1"/>
            </a:xfrm>
            <a:prstGeom prst="line">
              <a:avLst/>
            </a:prstGeom>
            <a:ln w="19050" cap="flat" cmpd="sng">
              <a:solidFill>
                <a:srgbClr val="006600"/>
              </a:solidFill>
              <a:prstDash val="solid"/>
              <a:headEnd type="none" w="med" len="med"/>
              <a:tailEnd type="triangle" w="sm" len="lg"/>
            </a:ln>
          </p:spPr>
        </p:sp>
        <p:sp>
          <p:nvSpPr>
            <p:cNvPr id="196660" name="Line 37"/>
            <p:cNvSpPr/>
            <p:nvPr/>
          </p:nvSpPr>
          <p:spPr>
            <a:xfrm flipH="1" flipV="1">
              <a:off x="4932" y="3178"/>
              <a:ext cx="230" cy="0"/>
            </a:xfrm>
            <a:prstGeom prst="line">
              <a:avLst/>
            </a:prstGeom>
            <a:ln w="19050" cap="flat" cmpd="sng">
              <a:solidFill>
                <a:srgbClr val="008000"/>
              </a:solidFill>
              <a:prstDash val="solid"/>
              <a:headEnd type="none" w="med" len="med"/>
              <a:tailEnd type="none" w="med" len="med"/>
            </a:ln>
          </p:spPr>
        </p:sp>
        <p:sp>
          <p:nvSpPr>
            <p:cNvPr id="196661" name="Line 38"/>
            <p:cNvSpPr/>
            <p:nvPr/>
          </p:nvSpPr>
          <p:spPr>
            <a:xfrm flipV="1">
              <a:off x="4940" y="2154"/>
              <a:ext cx="238" cy="0"/>
            </a:xfrm>
            <a:prstGeom prst="line">
              <a:avLst/>
            </a:prstGeom>
            <a:ln w="19050" cap="flat" cmpd="sng">
              <a:solidFill>
                <a:srgbClr val="008000"/>
              </a:solidFill>
              <a:prstDash val="solid"/>
              <a:headEnd type="none" w="med" len="med"/>
              <a:tailEnd type="none" w="med" len="med"/>
            </a:ln>
          </p:spPr>
        </p:sp>
        <p:sp>
          <p:nvSpPr>
            <p:cNvPr id="196662" name="Line 39"/>
            <p:cNvSpPr/>
            <p:nvPr/>
          </p:nvSpPr>
          <p:spPr>
            <a:xfrm>
              <a:off x="3953" y="1943"/>
              <a:ext cx="0" cy="713"/>
            </a:xfrm>
            <a:prstGeom prst="line">
              <a:avLst/>
            </a:prstGeom>
            <a:ln w="9525" cap="flat" cmpd="sng">
              <a:solidFill>
                <a:srgbClr val="006600"/>
              </a:solidFill>
              <a:prstDash val="solid"/>
              <a:headEnd type="none" w="med" len="med"/>
              <a:tailEnd type="triangle" w="sm" len="lg"/>
            </a:ln>
          </p:spPr>
        </p:sp>
        <p:sp>
          <p:nvSpPr>
            <p:cNvPr id="196663" name="Line 40"/>
            <p:cNvSpPr/>
            <p:nvPr/>
          </p:nvSpPr>
          <p:spPr>
            <a:xfrm flipV="1">
              <a:off x="4941" y="2491"/>
              <a:ext cx="237" cy="0"/>
            </a:xfrm>
            <a:prstGeom prst="line">
              <a:avLst/>
            </a:prstGeom>
            <a:ln w="19050" cap="flat" cmpd="sng">
              <a:solidFill>
                <a:srgbClr val="008000"/>
              </a:solidFill>
              <a:prstDash val="solid"/>
              <a:headEnd type="none" w="med" len="med"/>
              <a:tailEnd type="none" w="med" len="med"/>
            </a:ln>
          </p:spPr>
        </p:sp>
        <p:sp>
          <p:nvSpPr>
            <p:cNvPr id="196664" name="Text Box 41"/>
            <p:cNvSpPr txBox="1"/>
            <p:nvPr/>
          </p:nvSpPr>
          <p:spPr>
            <a:xfrm>
              <a:off x="3839" y="1666"/>
              <a:ext cx="233" cy="2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r>
                <a:rPr lang="en-US" altLang="zh-CN" sz="2400" b="1" dirty="0">
                  <a:solidFill>
                    <a:srgbClr val="000099"/>
                  </a:solidFill>
                  <a:latin typeface="Times New Roman" panose="02020603050405020304" pitchFamily="18" charset="0"/>
                </a:rPr>
                <a:t>P</a:t>
              </a:r>
              <a:endParaRPr lang="en-US" altLang="zh-CN" sz="2400" b="1" dirty="0">
                <a:solidFill>
                  <a:srgbClr val="000099"/>
                </a:solidFill>
                <a:latin typeface="Times New Roman" panose="02020603050405020304" pitchFamily="18" charset="0"/>
              </a:endParaRPr>
            </a:p>
          </p:txBody>
        </p:sp>
        <p:sp>
          <p:nvSpPr>
            <p:cNvPr id="196665" name="Text Box 42"/>
            <p:cNvSpPr txBox="1"/>
            <p:nvPr/>
          </p:nvSpPr>
          <p:spPr>
            <a:xfrm>
              <a:off x="3973" y="1898"/>
              <a:ext cx="320" cy="2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r>
                <a:rPr lang="en-US" altLang="zh-CN" sz="2400" b="1" dirty="0">
                  <a:solidFill>
                    <a:srgbClr val="000099"/>
                  </a:solidFill>
                  <a:latin typeface="Times New Roman" panose="02020603050405020304" pitchFamily="18" charset="0"/>
                </a:rPr>
                <a:t>=1</a:t>
              </a:r>
              <a:endParaRPr lang="en-US" altLang="zh-CN" sz="2400" b="1" dirty="0">
                <a:solidFill>
                  <a:srgbClr val="000099"/>
                </a:solidFill>
                <a:latin typeface="Times New Roman" panose="02020603050405020304" pitchFamily="18" charset="0"/>
              </a:endParaRPr>
            </a:p>
          </p:txBody>
        </p:sp>
        <p:sp>
          <p:nvSpPr>
            <p:cNvPr id="196666" name="Rectangle 43"/>
            <p:cNvSpPr/>
            <p:nvPr/>
          </p:nvSpPr>
          <p:spPr>
            <a:xfrm>
              <a:off x="4408" y="2367"/>
              <a:ext cx="512" cy="247"/>
            </a:xfrm>
            <a:prstGeom prst="rect">
              <a:avLst/>
            </a:prstGeom>
            <a:solidFill>
              <a:srgbClr val="CCFF66"/>
            </a:solidFill>
            <a:ln w="9525" cap="flat" cmpd="sng">
              <a:solidFill>
                <a:srgbClr val="006600"/>
              </a:solidFill>
              <a:prstDash val="solid"/>
              <a:miter/>
              <a:headEnd type="none" w="med" len="med"/>
              <a:tailEnd type="none" w="med" len="med"/>
            </a:ln>
            <a:effectLst>
              <a:outerShdw dist="35921" dir="2699999" algn="ctr" rotWithShape="0">
                <a:schemeClr val="bg2"/>
              </a:outerShdw>
            </a:effectLst>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endParaRPr lang="zh-CN" altLang="en-US" sz="1800" dirty="0"/>
            </a:p>
          </p:txBody>
        </p:sp>
        <p:sp>
          <p:nvSpPr>
            <p:cNvPr id="196667" name="Text Box 44"/>
            <p:cNvSpPr txBox="1"/>
            <p:nvPr/>
          </p:nvSpPr>
          <p:spPr>
            <a:xfrm>
              <a:off x="4493" y="2344"/>
              <a:ext cx="351" cy="2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r>
                <a:rPr lang="en-US" altLang="zh-CN" sz="2400" b="1" dirty="0">
                  <a:solidFill>
                    <a:srgbClr val="000099"/>
                  </a:solidFill>
                  <a:latin typeface="Times New Roman" panose="02020603050405020304" pitchFamily="18" charset="0"/>
                </a:rPr>
                <a:t>A2</a:t>
              </a:r>
              <a:endParaRPr lang="en-US" altLang="zh-CN" sz="2400" b="1" dirty="0">
                <a:solidFill>
                  <a:srgbClr val="000099"/>
                </a:solidFill>
                <a:latin typeface="Times New Roman" panose="02020603050405020304" pitchFamily="18" charset="0"/>
              </a:endParaRPr>
            </a:p>
          </p:txBody>
        </p:sp>
        <p:sp>
          <p:nvSpPr>
            <p:cNvPr id="196668" name="Line 45"/>
            <p:cNvSpPr/>
            <p:nvPr/>
          </p:nvSpPr>
          <p:spPr>
            <a:xfrm flipV="1">
              <a:off x="3952" y="2489"/>
              <a:ext cx="458" cy="1"/>
            </a:xfrm>
            <a:prstGeom prst="line">
              <a:avLst/>
            </a:prstGeom>
            <a:ln w="19050" cap="flat" cmpd="sng">
              <a:solidFill>
                <a:srgbClr val="006600"/>
              </a:solidFill>
              <a:prstDash val="solid"/>
              <a:headEnd type="none" w="med" len="med"/>
              <a:tailEnd type="triangle" w="sm" len="lg"/>
            </a:ln>
          </p:spPr>
        </p:sp>
        <p:sp>
          <p:nvSpPr>
            <p:cNvPr id="196669" name="Line 46"/>
            <p:cNvSpPr/>
            <p:nvPr/>
          </p:nvSpPr>
          <p:spPr>
            <a:xfrm flipH="1">
              <a:off x="3949" y="2668"/>
              <a:ext cx="1" cy="283"/>
            </a:xfrm>
            <a:prstGeom prst="line">
              <a:avLst/>
            </a:prstGeom>
            <a:ln w="19050" cap="flat" cmpd="sng">
              <a:solidFill>
                <a:srgbClr val="008000"/>
              </a:solidFill>
              <a:prstDash val="sysDot"/>
              <a:headEnd type="none" w="med" len="med"/>
              <a:tailEnd type="none" w="med" len="med"/>
            </a:ln>
          </p:spPr>
        </p:sp>
        <p:sp>
          <p:nvSpPr>
            <p:cNvPr id="196670" name="Text Box 47"/>
            <p:cNvSpPr txBox="1"/>
            <p:nvPr/>
          </p:nvSpPr>
          <p:spPr>
            <a:xfrm>
              <a:off x="3978" y="2231"/>
              <a:ext cx="320" cy="2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r>
                <a:rPr lang="en-US" altLang="zh-CN" sz="2400" b="1" dirty="0">
                  <a:solidFill>
                    <a:srgbClr val="000099"/>
                  </a:solidFill>
                  <a:latin typeface="Times New Roman" panose="02020603050405020304" pitchFamily="18" charset="0"/>
                </a:rPr>
                <a:t>=2</a:t>
              </a:r>
              <a:endParaRPr lang="en-US" altLang="zh-CN" sz="2400" b="1" dirty="0">
                <a:solidFill>
                  <a:srgbClr val="000099"/>
                </a:solidFill>
                <a:latin typeface="Times New Roman" panose="02020603050405020304" pitchFamily="18" charset="0"/>
              </a:endParaRPr>
            </a:p>
          </p:txBody>
        </p:sp>
        <p:sp>
          <p:nvSpPr>
            <p:cNvPr id="196671" name="Rectangle 48"/>
            <p:cNvSpPr/>
            <p:nvPr/>
          </p:nvSpPr>
          <p:spPr>
            <a:xfrm>
              <a:off x="4403" y="3056"/>
              <a:ext cx="512" cy="247"/>
            </a:xfrm>
            <a:prstGeom prst="rect">
              <a:avLst/>
            </a:prstGeom>
            <a:solidFill>
              <a:srgbClr val="CCFF66"/>
            </a:solidFill>
            <a:ln w="9525" cap="flat" cmpd="sng">
              <a:solidFill>
                <a:srgbClr val="006600"/>
              </a:solidFill>
              <a:prstDash val="solid"/>
              <a:miter/>
              <a:headEnd type="none" w="med" len="med"/>
              <a:tailEnd type="none" w="med" len="med"/>
            </a:ln>
            <a:effectLst>
              <a:outerShdw dist="35921" dir="2699999" algn="ctr" rotWithShape="0">
                <a:schemeClr val="bg2"/>
              </a:outerShdw>
            </a:effectLst>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endParaRPr lang="zh-CN" altLang="en-US" sz="1800" dirty="0"/>
            </a:p>
          </p:txBody>
        </p:sp>
        <p:sp>
          <p:nvSpPr>
            <p:cNvPr id="196672" name="Text Box 49"/>
            <p:cNvSpPr txBox="1"/>
            <p:nvPr/>
          </p:nvSpPr>
          <p:spPr>
            <a:xfrm>
              <a:off x="4506" y="3033"/>
              <a:ext cx="362" cy="2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r>
                <a:rPr lang="en-US" altLang="zh-CN" sz="2400" b="1" dirty="0">
                  <a:solidFill>
                    <a:srgbClr val="000099"/>
                  </a:solidFill>
                  <a:latin typeface="Times New Roman" panose="02020603050405020304" pitchFamily="18" charset="0"/>
                </a:rPr>
                <a:t>An</a:t>
              </a:r>
              <a:endParaRPr lang="en-US" altLang="zh-CN" sz="2400" b="1" dirty="0">
                <a:solidFill>
                  <a:srgbClr val="000099"/>
                </a:solidFill>
                <a:latin typeface="Times New Roman" panose="02020603050405020304" pitchFamily="18" charset="0"/>
              </a:endParaRPr>
            </a:p>
          </p:txBody>
        </p:sp>
        <p:sp>
          <p:nvSpPr>
            <p:cNvPr id="196673" name="Line 50"/>
            <p:cNvSpPr/>
            <p:nvPr/>
          </p:nvSpPr>
          <p:spPr>
            <a:xfrm flipV="1">
              <a:off x="3947" y="3178"/>
              <a:ext cx="458" cy="1"/>
            </a:xfrm>
            <a:prstGeom prst="line">
              <a:avLst/>
            </a:prstGeom>
            <a:ln w="19050" cap="flat" cmpd="sng">
              <a:solidFill>
                <a:srgbClr val="006600"/>
              </a:solidFill>
              <a:prstDash val="solid"/>
              <a:headEnd type="none" w="med" len="med"/>
              <a:tailEnd type="triangle" w="sm" len="lg"/>
            </a:ln>
          </p:spPr>
        </p:sp>
        <p:sp>
          <p:nvSpPr>
            <p:cNvPr id="196674" name="Text Box 51"/>
            <p:cNvSpPr txBox="1"/>
            <p:nvPr/>
          </p:nvSpPr>
          <p:spPr>
            <a:xfrm>
              <a:off x="3973" y="2920"/>
              <a:ext cx="332" cy="2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r>
                <a:rPr lang="en-US" altLang="zh-CN" sz="2400" b="1" dirty="0">
                  <a:solidFill>
                    <a:srgbClr val="000099"/>
                  </a:solidFill>
                  <a:latin typeface="Times New Roman" panose="02020603050405020304" pitchFamily="18" charset="0"/>
                </a:rPr>
                <a:t>=n</a:t>
              </a:r>
              <a:endParaRPr lang="en-US" altLang="zh-CN" sz="2400" b="1" dirty="0">
                <a:solidFill>
                  <a:srgbClr val="000099"/>
                </a:solidFill>
                <a:latin typeface="Times New Roman" panose="02020603050405020304" pitchFamily="18" charset="0"/>
              </a:endParaRPr>
            </a:p>
          </p:txBody>
        </p:sp>
        <p:sp>
          <p:nvSpPr>
            <p:cNvPr id="196675" name="Line 52"/>
            <p:cNvSpPr/>
            <p:nvPr/>
          </p:nvSpPr>
          <p:spPr>
            <a:xfrm>
              <a:off x="5165" y="2158"/>
              <a:ext cx="0" cy="1280"/>
            </a:xfrm>
            <a:prstGeom prst="line">
              <a:avLst/>
            </a:prstGeom>
            <a:ln w="19050" cap="flat" cmpd="sng">
              <a:solidFill>
                <a:srgbClr val="006600"/>
              </a:solidFill>
              <a:prstDash val="solid"/>
              <a:headEnd type="none" w="med" len="med"/>
              <a:tailEnd type="none" w="med" len="med"/>
            </a:ln>
          </p:spPr>
        </p:sp>
      </p:grpSp>
      <p:grpSp>
        <p:nvGrpSpPr>
          <p:cNvPr id="196618" name="Group 53"/>
          <p:cNvGrpSpPr/>
          <p:nvPr/>
        </p:nvGrpSpPr>
        <p:grpSpPr>
          <a:xfrm>
            <a:off x="2878455" y="2400935"/>
            <a:ext cx="1612900" cy="1633538"/>
            <a:chOff x="468" y="2706"/>
            <a:chExt cx="1016" cy="1029"/>
          </a:xfrm>
        </p:grpSpPr>
        <p:sp>
          <p:nvSpPr>
            <p:cNvPr id="196638" name="Text Box 54"/>
            <p:cNvSpPr txBox="1"/>
            <p:nvPr/>
          </p:nvSpPr>
          <p:spPr>
            <a:xfrm>
              <a:off x="976" y="3100"/>
              <a:ext cx="223"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r>
                <a:rPr lang="en-US" altLang="zh-CN" sz="2000" b="1" dirty="0">
                  <a:solidFill>
                    <a:srgbClr val="FF0000"/>
                  </a:solidFill>
                  <a:latin typeface="Times New Roman" panose="02020603050405020304" pitchFamily="18" charset="0"/>
                </a:rPr>
                <a:t>T</a:t>
              </a:r>
              <a:endParaRPr lang="en-US" altLang="zh-CN" sz="2000" b="1" dirty="0">
                <a:solidFill>
                  <a:srgbClr val="FF0000"/>
                </a:solidFill>
                <a:latin typeface="Times New Roman" panose="02020603050405020304" pitchFamily="18" charset="0"/>
              </a:endParaRPr>
            </a:p>
          </p:txBody>
        </p:sp>
        <p:grpSp>
          <p:nvGrpSpPr>
            <p:cNvPr id="196639" name="Group 55"/>
            <p:cNvGrpSpPr/>
            <p:nvPr/>
          </p:nvGrpSpPr>
          <p:grpSpPr>
            <a:xfrm>
              <a:off x="468" y="2706"/>
              <a:ext cx="1016" cy="1029"/>
              <a:chOff x="468" y="2706"/>
              <a:chExt cx="1016" cy="1029"/>
            </a:xfrm>
          </p:grpSpPr>
          <p:sp>
            <p:nvSpPr>
              <p:cNvPr id="196641" name="Line 56"/>
              <p:cNvSpPr/>
              <p:nvPr/>
            </p:nvSpPr>
            <p:spPr>
              <a:xfrm>
                <a:off x="966" y="2706"/>
                <a:ext cx="0" cy="210"/>
              </a:xfrm>
              <a:prstGeom prst="line">
                <a:avLst/>
              </a:prstGeom>
              <a:ln w="19050" cap="flat" cmpd="sng">
                <a:solidFill>
                  <a:srgbClr val="006600"/>
                </a:solidFill>
                <a:prstDash val="solid"/>
                <a:headEnd type="none" w="med" len="med"/>
                <a:tailEnd type="triangle" w="sm" len="lg"/>
              </a:ln>
            </p:spPr>
          </p:sp>
          <p:sp>
            <p:nvSpPr>
              <p:cNvPr id="196642" name="Line 57"/>
              <p:cNvSpPr/>
              <p:nvPr/>
            </p:nvSpPr>
            <p:spPr>
              <a:xfrm flipH="1">
                <a:off x="1472" y="3049"/>
                <a:ext cx="0" cy="686"/>
              </a:xfrm>
              <a:prstGeom prst="line">
                <a:avLst/>
              </a:prstGeom>
              <a:ln w="19050" cap="flat" cmpd="sng">
                <a:solidFill>
                  <a:srgbClr val="006600"/>
                </a:solidFill>
                <a:prstDash val="solid"/>
                <a:headEnd type="none" w="med" len="med"/>
                <a:tailEnd type="triangle" w="sm" len="lg"/>
              </a:ln>
            </p:spPr>
          </p:sp>
          <p:sp>
            <p:nvSpPr>
              <p:cNvPr id="196643" name="Line 58"/>
              <p:cNvSpPr/>
              <p:nvPr/>
            </p:nvSpPr>
            <p:spPr>
              <a:xfrm flipV="1">
                <a:off x="478" y="2792"/>
                <a:ext cx="458" cy="0"/>
              </a:xfrm>
              <a:prstGeom prst="line">
                <a:avLst/>
              </a:prstGeom>
              <a:ln w="19050" cap="flat" cmpd="sng">
                <a:solidFill>
                  <a:srgbClr val="006600"/>
                </a:solidFill>
                <a:prstDash val="solid"/>
                <a:headEnd type="none" w="med" len="med"/>
                <a:tailEnd type="triangle" w="sm" len="lg"/>
              </a:ln>
            </p:spPr>
          </p:sp>
          <p:sp>
            <p:nvSpPr>
              <p:cNvPr id="196644" name="Rectangle 59"/>
              <p:cNvSpPr/>
              <p:nvPr/>
            </p:nvSpPr>
            <p:spPr>
              <a:xfrm>
                <a:off x="719" y="3329"/>
                <a:ext cx="512" cy="247"/>
              </a:xfrm>
              <a:prstGeom prst="rect">
                <a:avLst/>
              </a:prstGeom>
              <a:solidFill>
                <a:srgbClr val="CCFF66"/>
              </a:solidFill>
              <a:ln w="9525" cap="flat" cmpd="sng">
                <a:solidFill>
                  <a:srgbClr val="006600"/>
                </a:solidFill>
                <a:prstDash val="solid"/>
                <a:miter/>
                <a:headEnd type="none" w="med" len="med"/>
                <a:tailEnd type="none" w="med" len="med"/>
              </a:ln>
              <a:effectLst>
                <a:outerShdw dist="35921" dir="2699999" algn="ctr" rotWithShape="0">
                  <a:schemeClr val="bg2"/>
                </a:outerShdw>
              </a:effectLst>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endParaRPr lang="zh-CN" altLang="en-US" sz="1800" dirty="0"/>
              </a:p>
            </p:txBody>
          </p:sp>
          <p:sp>
            <p:nvSpPr>
              <p:cNvPr id="196645" name="Text Box 60"/>
              <p:cNvSpPr txBox="1"/>
              <p:nvPr/>
            </p:nvSpPr>
            <p:spPr>
              <a:xfrm>
                <a:off x="869" y="3307"/>
                <a:ext cx="223" cy="2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r>
                  <a:rPr lang="en-US" altLang="zh-CN" sz="2400" b="1" dirty="0">
                    <a:solidFill>
                      <a:srgbClr val="000099"/>
                    </a:solidFill>
                    <a:latin typeface="Times New Roman" panose="02020603050405020304" pitchFamily="18" charset="0"/>
                  </a:rPr>
                  <a:t>S</a:t>
                </a:r>
                <a:endParaRPr lang="en-US" altLang="zh-CN" sz="2400" b="1" dirty="0">
                  <a:solidFill>
                    <a:srgbClr val="000099"/>
                  </a:solidFill>
                  <a:latin typeface="Times New Roman" panose="02020603050405020304" pitchFamily="18" charset="0"/>
                </a:endParaRPr>
              </a:p>
            </p:txBody>
          </p:sp>
          <p:sp>
            <p:nvSpPr>
              <p:cNvPr id="196646" name="AutoShape 61"/>
              <p:cNvSpPr/>
              <p:nvPr/>
            </p:nvSpPr>
            <p:spPr>
              <a:xfrm>
                <a:off x="678" y="2903"/>
                <a:ext cx="575" cy="257"/>
              </a:xfrm>
              <a:prstGeom prst="diamond">
                <a:avLst/>
              </a:prstGeom>
              <a:solidFill>
                <a:srgbClr val="CCFF66"/>
              </a:solidFill>
              <a:ln w="9525" cap="flat" cmpd="sng">
                <a:solidFill>
                  <a:srgbClr val="006600"/>
                </a:solidFill>
                <a:prstDash val="solid"/>
                <a:miter/>
                <a:headEnd type="none" w="med" len="med"/>
                <a:tailEnd type="none" w="med" len="med"/>
              </a:ln>
              <a:effectLst>
                <a:outerShdw dist="35921" dir="2699999" algn="ctr" rotWithShape="0">
                  <a:schemeClr val="bg2"/>
                </a:outerShdw>
              </a:effectLst>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endParaRPr lang="zh-CN" altLang="en-US" sz="1800" dirty="0"/>
              </a:p>
            </p:txBody>
          </p:sp>
          <p:sp>
            <p:nvSpPr>
              <p:cNvPr id="196647" name="Line 62"/>
              <p:cNvSpPr/>
              <p:nvPr/>
            </p:nvSpPr>
            <p:spPr>
              <a:xfrm flipH="1">
                <a:off x="965" y="3164"/>
                <a:ext cx="0" cy="174"/>
              </a:xfrm>
              <a:prstGeom prst="line">
                <a:avLst/>
              </a:prstGeom>
              <a:ln w="19050" cap="flat" cmpd="sng">
                <a:solidFill>
                  <a:srgbClr val="006600"/>
                </a:solidFill>
                <a:prstDash val="solid"/>
                <a:headEnd type="none" w="med" len="med"/>
                <a:tailEnd type="triangle" w="sm" len="lg"/>
              </a:ln>
            </p:spPr>
          </p:sp>
          <p:sp>
            <p:nvSpPr>
              <p:cNvPr id="196648" name="Line 63"/>
              <p:cNvSpPr/>
              <p:nvPr/>
            </p:nvSpPr>
            <p:spPr>
              <a:xfrm>
                <a:off x="1254" y="3031"/>
                <a:ext cx="230" cy="0"/>
              </a:xfrm>
              <a:prstGeom prst="line">
                <a:avLst/>
              </a:prstGeom>
              <a:ln w="19050" cap="flat" cmpd="sng">
                <a:solidFill>
                  <a:srgbClr val="008000"/>
                </a:solidFill>
                <a:prstDash val="solid"/>
                <a:headEnd type="none" w="med" len="med"/>
                <a:tailEnd type="none" w="med" len="med"/>
              </a:ln>
            </p:spPr>
          </p:sp>
          <p:sp>
            <p:nvSpPr>
              <p:cNvPr id="196649" name="Line 64"/>
              <p:cNvSpPr/>
              <p:nvPr/>
            </p:nvSpPr>
            <p:spPr>
              <a:xfrm>
                <a:off x="468" y="2785"/>
                <a:ext cx="0" cy="932"/>
              </a:xfrm>
              <a:prstGeom prst="line">
                <a:avLst/>
              </a:prstGeom>
              <a:ln w="19050" cap="flat" cmpd="sng">
                <a:solidFill>
                  <a:srgbClr val="008000"/>
                </a:solidFill>
                <a:prstDash val="solid"/>
                <a:headEnd type="none" w="med" len="med"/>
                <a:tailEnd type="none" w="med" len="med"/>
              </a:ln>
            </p:spPr>
          </p:sp>
          <p:sp>
            <p:nvSpPr>
              <p:cNvPr id="196650" name="Line 65"/>
              <p:cNvSpPr/>
              <p:nvPr/>
            </p:nvSpPr>
            <p:spPr>
              <a:xfrm>
                <a:off x="468" y="3717"/>
                <a:ext cx="522" cy="0"/>
              </a:xfrm>
              <a:prstGeom prst="line">
                <a:avLst/>
              </a:prstGeom>
              <a:ln w="9525" cap="flat" cmpd="sng">
                <a:solidFill>
                  <a:srgbClr val="006600"/>
                </a:solidFill>
                <a:prstDash val="solid"/>
                <a:headEnd type="none" w="med" len="med"/>
                <a:tailEnd type="none" w="med" len="med"/>
              </a:ln>
            </p:spPr>
          </p:sp>
          <p:sp>
            <p:nvSpPr>
              <p:cNvPr id="196651" name="Line 66"/>
              <p:cNvSpPr/>
              <p:nvPr/>
            </p:nvSpPr>
            <p:spPr>
              <a:xfrm flipH="1">
                <a:off x="979" y="3580"/>
                <a:ext cx="1" cy="137"/>
              </a:xfrm>
              <a:prstGeom prst="line">
                <a:avLst/>
              </a:prstGeom>
              <a:ln w="19050" cap="flat" cmpd="sng">
                <a:solidFill>
                  <a:srgbClr val="008000"/>
                </a:solidFill>
                <a:prstDash val="solid"/>
                <a:headEnd type="none" w="med" len="med"/>
                <a:tailEnd type="none" w="med" len="med"/>
              </a:ln>
            </p:spPr>
          </p:sp>
          <p:sp>
            <p:nvSpPr>
              <p:cNvPr id="196652" name="Text Box 67"/>
              <p:cNvSpPr txBox="1"/>
              <p:nvPr/>
            </p:nvSpPr>
            <p:spPr>
              <a:xfrm>
                <a:off x="857" y="2891"/>
                <a:ext cx="233" cy="2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r>
                  <a:rPr lang="en-US" altLang="zh-CN" sz="2400" b="1" dirty="0">
                    <a:solidFill>
                      <a:srgbClr val="000099"/>
                    </a:solidFill>
                    <a:latin typeface="Times New Roman" panose="02020603050405020304" pitchFamily="18" charset="0"/>
                  </a:rPr>
                  <a:t>P</a:t>
                </a:r>
                <a:endParaRPr lang="en-US" altLang="zh-CN" sz="2400" b="1" dirty="0">
                  <a:solidFill>
                    <a:srgbClr val="000099"/>
                  </a:solidFill>
                  <a:latin typeface="Times New Roman" panose="02020603050405020304" pitchFamily="18" charset="0"/>
                </a:endParaRPr>
              </a:p>
            </p:txBody>
          </p:sp>
        </p:grpSp>
        <p:sp>
          <p:nvSpPr>
            <p:cNvPr id="196640" name="Text Box 68"/>
            <p:cNvSpPr txBox="1"/>
            <p:nvPr/>
          </p:nvSpPr>
          <p:spPr>
            <a:xfrm>
              <a:off x="1191" y="2794"/>
              <a:ext cx="214"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r>
                <a:rPr lang="en-US" altLang="zh-CN" sz="2000" b="1" dirty="0">
                  <a:solidFill>
                    <a:srgbClr val="FF0000"/>
                  </a:solidFill>
                  <a:latin typeface="Times New Roman" panose="02020603050405020304" pitchFamily="18" charset="0"/>
                </a:rPr>
                <a:t>F</a:t>
              </a:r>
              <a:endParaRPr lang="en-US" altLang="zh-CN" sz="2000" b="1" dirty="0">
                <a:solidFill>
                  <a:srgbClr val="FF0000"/>
                </a:solidFill>
                <a:latin typeface="Times New Roman" panose="02020603050405020304" pitchFamily="18" charset="0"/>
              </a:endParaRPr>
            </a:p>
          </p:txBody>
        </p:sp>
      </p:grpSp>
      <p:grpSp>
        <p:nvGrpSpPr>
          <p:cNvPr id="196619" name="Group 69"/>
          <p:cNvGrpSpPr/>
          <p:nvPr/>
        </p:nvGrpSpPr>
        <p:grpSpPr>
          <a:xfrm>
            <a:off x="3378200" y="4769803"/>
            <a:ext cx="1381125" cy="1706562"/>
            <a:chOff x="2164" y="2747"/>
            <a:chExt cx="870" cy="1075"/>
          </a:xfrm>
        </p:grpSpPr>
        <p:sp>
          <p:nvSpPr>
            <p:cNvPr id="196625" name="Text Box 70"/>
            <p:cNvSpPr txBox="1"/>
            <p:nvPr/>
          </p:nvSpPr>
          <p:spPr>
            <a:xfrm>
              <a:off x="2494" y="3566"/>
              <a:ext cx="214"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r>
                <a:rPr lang="en-US" altLang="zh-CN" sz="2000" b="1" dirty="0">
                  <a:solidFill>
                    <a:srgbClr val="FF0000"/>
                  </a:solidFill>
                  <a:latin typeface="Times New Roman" panose="02020603050405020304" pitchFamily="18" charset="0"/>
                </a:rPr>
                <a:t>F</a:t>
              </a:r>
              <a:endParaRPr lang="en-US" altLang="zh-CN" sz="2000" b="1" dirty="0">
                <a:solidFill>
                  <a:srgbClr val="FF0000"/>
                </a:solidFill>
                <a:latin typeface="Times New Roman" panose="02020603050405020304" pitchFamily="18" charset="0"/>
              </a:endParaRPr>
            </a:p>
          </p:txBody>
        </p:sp>
        <p:grpSp>
          <p:nvGrpSpPr>
            <p:cNvPr id="196626" name="Group 71"/>
            <p:cNvGrpSpPr/>
            <p:nvPr/>
          </p:nvGrpSpPr>
          <p:grpSpPr>
            <a:xfrm>
              <a:off x="2164" y="2747"/>
              <a:ext cx="870" cy="1075"/>
              <a:chOff x="2155" y="2738"/>
              <a:chExt cx="870" cy="1075"/>
            </a:xfrm>
          </p:grpSpPr>
          <p:sp>
            <p:nvSpPr>
              <p:cNvPr id="196627" name="Line 72"/>
              <p:cNvSpPr/>
              <p:nvPr/>
            </p:nvSpPr>
            <p:spPr>
              <a:xfrm>
                <a:off x="2443" y="2738"/>
                <a:ext cx="0" cy="210"/>
              </a:xfrm>
              <a:prstGeom prst="line">
                <a:avLst/>
              </a:prstGeom>
              <a:ln w="19050" cap="flat" cmpd="sng">
                <a:solidFill>
                  <a:srgbClr val="006600"/>
                </a:solidFill>
                <a:prstDash val="solid"/>
                <a:headEnd type="none" w="med" len="med"/>
                <a:tailEnd type="triangle" w="sm" len="lg"/>
              </a:ln>
            </p:spPr>
          </p:sp>
          <p:sp>
            <p:nvSpPr>
              <p:cNvPr id="196628" name="Line 73"/>
              <p:cNvSpPr/>
              <p:nvPr/>
            </p:nvSpPr>
            <p:spPr>
              <a:xfrm flipH="1">
                <a:off x="2447" y="3634"/>
                <a:ext cx="0" cy="179"/>
              </a:xfrm>
              <a:prstGeom prst="line">
                <a:avLst/>
              </a:prstGeom>
              <a:ln w="19050" cap="flat" cmpd="sng">
                <a:solidFill>
                  <a:srgbClr val="006600"/>
                </a:solidFill>
                <a:prstDash val="solid"/>
                <a:headEnd type="none" w="med" len="med"/>
                <a:tailEnd type="triangle" w="sm" len="lg"/>
              </a:ln>
            </p:spPr>
          </p:sp>
          <p:sp>
            <p:nvSpPr>
              <p:cNvPr id="196629" name="Line 74"/>
              <p:cNvSpPr/>
              <p:nvPr/>
            </p:nvSpPr>
            <p:spPr>
              <a:xfrm flipV="1">
                <a:off x="2477" y="2824"/>
                <a:ext cx="540" cy="0"/>
              </a:xfrm>
              <a:prstGeom prst="line">
                <a:avLst/>
              </a:prstGeom>
              <a:ln w="19050" cap="flat" cmpd="sng">
                <a:solidFill>
                  <a:srgbClr val="006600"/>
                </a:solidFill>
                <a:prstDash val="solid"/>
                <a:headEnd type="triangle" w="sm" len="lg"/>
                <a:tailEnd type="none" w="sm" len="lg"/>
              </a:ln>
            </p:spPr>
          </p:sp>
          <p:sp>
            <p:nvSpPr>
              <p:cNvPr id="196630" name="Rectangle 75"/>
              <p:cNvSpPr/>
              <p:nvPr/>
            </p:nvSpPr>
            <p:spPr>
              <a:xfrm>
                <a:off x="2187" y="2922"/>
                <a:ext cx="512" cy="247"/>
              </a:xfrm>
              <a:prstGeom prst="rect">
                <a:avLst/>
              </a:prstGeom>
              <a:solidFill>
                <a:srgbClr val="CCFF66"/>
              </a:solidFill>
              <a:ln w="9525" cap="flat" cmpd="sng">
                <a:solidFill>
                  <a:srgbClr val="006600"/>
                </a:solidFill>
                <a:prstDash val="solid"/>
                <a:miter/>
                <a:headEnd type="none" w="med" len="med"/>
                <a:tailEnd type="none" w="med" len="med"/>
              </a:ln>
              <a:effectLst>
                <a:outerShdw dist="35921" dir="2699999" algn="ctr" rotWithShape="0">
                  <a:schemeClr val="bg2"/>
                </a:outerShdw>
              </a:effectLst>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endParaRPr lang="zh-CN" altLang="en-US" sz="1800" dirty="0"/>
              </a:p>
            </p:txBody>
          </p:sp>
          <p:sp>
            <p:nvSpPr>
              <p:cNvPr id="196631" name="Text Box 76"/>
              <p:cNvSpPr txBox="1"/>
              <p:nvPr/>
            </p:nvSpPr>
            <p:spPr>
              <a:xfrm>
                <a:off x="2329" y="2900"/>
                <a:ext cx="223" cy="2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r>
                  <a:rPr lang="en-US" altLang="zh-CN" sz="2400" b="1" dirty="0">
                    <a:solidFill>
                      <a:srgbClr val="000099"/>
                    </a:solidFill>
                    <a:latin typeface="Times New Roman" panose="02020603050405020304" pitchFamily="18" charset="0"/>
                  </a:rPr>
                  <a:t>S</a:t>
                </a:r>
                <a:endParaRPr lang="en-US" altLang="zh-CN" sz="2400" b="1" dirty="0">
                  <a:solidFill>
                    <a:srgbClr val="000099"/>
                  </a:solidFill>
                  <a:latin typeface="Times New Roman" panose="02020603050405020304" pitchFamily="18" charset="0"/>
                </a:endParaRPr>
              </a:p>
            </p:txBody>
          </p:sp>
          <p:sp>
            <p:nvSpPr>
              <p:cNvPr id="196632" name="AutoShape 77"/>
              <p:cNvSpPr/>
              <p:nvPr/>
            </p:nvSpPr>
            <p:spPr>
              <a:xfrm>
                <a:off x="2155" y="3355"/>
                <a:ext cx="575" cy="257"/>
              </a:xfrm>
              <a:prstGeom prst="diamond">
                <a:avLst/>
              </a:prstGeom>
              <a:solidFill>
                <a:srgbClr val="CCFF66"/>
              </a:solidFill>
              <a:ln w="9525" cap="flat" cmpd="sng">
                <a:solidFill>
                  <a:srgbClr val="006600"/>
                </a:solidFill>
                <a:prstDash val="solid"/>
                <a:miter/>
                <a:headEnd type="none" w="med" len="med"/>
                <a:tailEnd type="none" w="med" len="med"/>
              </a:ln>
              <a:effectLst>
                <a:outerShdw dist="35921" dir="2699999" algn="ctr" rotWithShape="0">
                  <a:schemeClr val="bg2"/>
                </a:outerShdw>
              </a:effectLst>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endParaRPr lang="zh-CN" altLang="en-US" sz="1800" dirty="0"/>
              </a:p>
            </p:txBody>
          </p:sp>
          <p:sp>
            <p:nvSpPr>
              <p:cNvPr id="196633" name="Line 78"/>
              <p:cNvSpPr/>
              <p:nvPr/>
            </p:nvSpPr>
            <p:spPr>
              <a:xfrm flipH="1">
                <a:off x="2442" y="3196"/>
                <a:ext cx="0" cy="174"/>
              </a:xfrm>
              <a:prstGeom prst="line">
                <a:avLst/>
              </a:prstGeom>
              <a:ln w="19050" cap="flat" cmpd="sng">
                <a:solidFill>
                  <a:srgbClr val="006600"/>
                </a:solidFill>
                <a:prstDash val="solid"/>
                <a:headEnd type="none" w="med" len="med"/>
                <a:tailEnd type="triangle" w="sm" len="lg"/>
              </a:ln>
            </p:spPr>
          </p:sp>
          <p:sp>
            <p:nvSpPr>
              <p:cNvPr id="196634" name="Line 79"/>
              <p:cNvSpPr/>
              <p:nvPr/>
            </p:nvSpPr>
            <p:spPr>
              <a:xfrm>
                <a:off x="2704" y="3483"/>
                <a:ext cx="321" cy="0"/>
              </a:xfrm>
              <a:prstGeom prst="line">
                <a:avLst/>
              </a:prstGeom>
              <a:ln w="9525" cap="flat" cmpd="sng">
                <a:solidFill>
                  <a:srgbClr val="006600"/>
                </a:solidFill>
                <a:prstDash val="solid"/>
                <a:headEnd type="none" w="med" len="med"/>
                <a:tailEnd type="none" w="med" len="med"/>
              </a:ln>
            </p:spPr>
          </p:sp>
          <p:sp>
            <p:nvSpPr>
              <p:cNvPr id="196635" name="Line 80"/>
              <p:cNvSpPr/>
              <p:nvPr/>
            </p:nvSpPr>
            <p:spPr>
              <a:xfrm flipH="1">
                <a:off x="3014" y="2826"/>
                <a:ext cx="1" cy="658"/>
              </a:xfrm>
              <a:prstGeom prst="line">
                <a:avLst/>
              </a:prstGeom>
              <a:ln w="19050" cap="flat" cmpd="sng">
                <a:solidFill>
                  <a:srgbClr val="008000"/>
                </a:solidFill>
                <a:prstDash val="solid"/>
                <a:headEnd type="none" w="med" len="med"/>
                <a:tailEnd type="none" w="med" len="med"/>
              </a:ln>
            </p:spPr>
          </p:sp>
          <p:sp>
            <p:nvSpPr>
              <p:cNvPr id="196636" name="Text Box 81"/>
              <p:cNvSpPr txBox="1"/>
              <p:nvPr/>
            </p:nvSpPr>
            <p:spPr>
              <a:xfrm>
                <a:off x="2334" y="3344"/>
                <a:ext cx="233" cy="2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r>
                  <a:rPr lang="en-US" altLang="zh-CN" sz="2400" b="1" dirty="0">
                    <a:solidFill>
                      <a:srgbClr val="000099"/>
                    </a:solidFill>
                    <a:latin typeface="Times New Roman" panose="02020603050405020304" pitchFamily="18" charset="0"/>
                  </a:rPr>
                  <a:t>P</a:t>
                </a:r>
                <a:endParaRPr lang="en-US" altLang="zh-CN" sz="2400" b="1" dirty="0">
                  <a:solidFill>
                    <a:srgbClr val="000099"/>
                  </a:solidFill>
                  <a:latin typeface="Times New Roman" panose="02020603050405020304" pitchFamily="18" charset="0"/>
                </a:endParaRPr>
              </a:p>
            </p:txBody>
          </p:sp>
          <p:sp>
            <p:nvSpPr>
              <p:cNvPr id="196637" name="Text Box 82"/>
              <p:cNvSpPr txBox="1"/>
              <p:nvPr/>
            </p:nvSpPr>
            <p:spPr>
              <a:xfrm>
                <a:off x="2672" y="3241"/>
                <a:ext cx="223"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r>
                  <a:rPr lang="en-US" altLang="zh-CN" sz="2000" b="1" dirty="0">
                    <a:solidFill>
                      <a:srgbClr val="FF0000"/>
                    </a:solidFill>
                    <a:latin typeface="Times New Roman" panose="02020603050405020304" pitchFamily="18" charset="0"/>
                  </a:rPr>
                  <a:t>T</a:t>
                </a:r>
                <a:endParaRPr lang="en-US" altLang="zh-CN" sz="2000" b="1" dirty="0">
                  <a:solidFill>
                    <a:srgbClr val="FF0000"/>
                  </a:solidFill>
                  <a:latin typeface="Times New Roman" panose="02020603050405020304" pitchFamily="18" charset="0"/>
                </a:endParaRPr>
              </a:p>
            </p:txBody>
          </p:sp>
        </p:grpSp>
      </p:grpSp>
      <p:sp>
        <p:nvSpPr>
          <p:cNvPr id="196620" name="Text Box 83"/>
          <p:cNvSpPr txBox="1"/>
          <p:nvPr/>
        </p:nvSpPr>
        <p:spPr>
          <a:xfrm>
            <a:off x="1590993" y="3683635"/>
            <a:ext cx="1108075"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r>
              <a:rPr lang="zh-CN" altLang="en-US" sz="2400" b="1" dirty="0">
                <a:latin typeface="Times New Roman" panose="02020603050405020304" pitchFamily="18" charset="0"/>
                <a:ea typeface="仿宋_GB2312" pitchFamily="49" charset="-122"/>
              </a:rPr>
              <a:t>顺序型</a:t>
            </a:r>
            <a:endParaRPr lang="zh-CN" altLang="en-US" sz="2400" b="1" dirty="0">
              <a:latin typeface="Times New Roman" panose="02020603050405020304" pitchFamily="18" charset="0"/>
              <a:ea typeface="仿宋_GB2312" pitchFamily="49" charset="-122"/>
            </a:endParaRPr>
          </a:p>
        </p:txBody>
      </p:sp>
      <p:sp>
        <p:nvSpPr>
          <p:cNvPr id="196621" name="Text Box 84"/>
          <p:cNvSpPr txBox="1"/>
          <p:nvPr/>
        </p:nvSpPr>
        <p:spPr>
          <a:xfrm>
            <a:off x="1922463" y="6122353"/>
            <a:ext cx="1108075"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r>
              <a:rPr lang="zh-CN" altLang="en-US" sz="2400" b="1" dirty="0">
                <a:latin typeface="Times New Roman" panose="02020603050405020304" pitchFamily="18" charset="0"/>
                <a:ea typeface="仿宋_GB2312" pitchFamily="49" charset="-122"/>
              </a:rPr>
              <a:t>选择型</a:t>
            </a:r>
            <a:endParaRPr lang="zh-CN" altLang="en-US" sz="2400" b="1" dirty="0">
              <a:latin typeface="Times New Roman" panose="02020603050405020304" pitchFamily="18" charset="0"/>
              <a:ea typeface="仿宋_GB2312" pitchFamily="49" charset="-122"/>
            </a:endParaRPr>
          </a:p>
        </p:txBody>
      </p:sp>
      <p:sp>
        <p:nvSpPr>
          <p:cNvPr id="196622" name="Text Box 85"/>
          <p:cNvSpPr txBox="1"/>
          <p:nvPr/>
        </p:nvSpPr>
        <p:spPr>
          <a:xfrm>
            <a:off x="4556443" y="3323273"/>
            <a:ext cx="1108075" cy="82232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r>
              <a:rPr lang="zh-CN" altLang="en-US" sz="2400" b="1" dirty="0">
                <a:latin typeface="Times New Roman" panose="02020603050405020304" pitchFamily="18" charset="0"/>
                <a:ea typeface="仿宋_GB2312" pitchFamily="49" charset="-122"/>
              </a:rPr>
              <a:t>先判断</a:t>
            </a:r>
            <a:endParaRPr lang="zh-CN" altLang="en-US" sz="2400" b="1" dirty="0">
              <a:latin typeface="Times New Roman" panose="02020603050405020304" pitchFamily="18" charset="0"/>
              <a:ea typeface="仿宋_GB2312" pitchFamily="49" charset="-122"/>
            </a:endParaRPr>
          </a:p>
          <a:p>
            <a:pPr marL="0" lvl="0" indent="0" eaLnBrk="1" hangingPunct="1">
              <a:spcBef>
                <a:spcPct val="0"/>
              </a:spcBef>
              <a:buClrTx/>
              <a:buSzTx/>
              <a:buFontTx/>
              <a:buNone/>
            </a:pPr>
            <a:r>
              <a:rPr lang="zh-CN" altLang="en-US" sz="2400" b="1" dirty="0">
                <a:latin typeface="Times New Roman" panose="02020603050405020304" pitchFamily="18" charset="0"/>
                <a:ea typeface="仿宋_GB2312" pitchFamily="49" charset="-122"/>
              </a:rPr>
              <a:t>重复型</a:t>
            </a:r>
            <a:endParaRPr lang="zh-CN" altLang="en-US" sz="2400" b="1" dirty="0">
              <a:latin typeface="Times New Roman" panose="02020603050405020304" pitchFamily="18" charset="0"/>
              <a:ea typeface="仿宋_GB2312" pitchFamily="49" charset="-122"/>
            </a:endParaRPr>
          </a:p>
        </p:txBody>
      </p:sp>
      <p:sp>
        <p:nvSpPr>
          <p:cNvPr id="196623" name="Text Box 86"/>
          <p:cNvSpPr txBox="1"/>
          <p:nvPr/>
        </p:nvSpPr>
        <p:spPr>
          <a:xfrm>
            <a:off x="4864100" y="5733415"/>
            <a:ext cx="1108075" cy="82232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r>
              <a:rPr lang="zh-CN" altLang="en-US" sz="2400" b="1" dirty="0">
                <a:latin typeface="Times New Roman" panose="02020603050405020304" pitchFamily="18" charset="0"/>
                <a:ea typeface="仿宋_GB2312" pitchFamily="49" charset="-122"/>
              </a:rPr>
              <a:t>后判断</a:t>
            </a:r>
            <a:endParaRPr lang="zh-CN" altLang="en-US" sz="2400" b="1" dirty="0">
              <a:latin typeface="Times New Roman" panose="02020603050405020304" pitchFamily="18" charset="0"/>
              <a:ea typeface="仿宋_GB2312" pitchFamily="49" charset="-122"/>
            </a:endParaRPr>
          </a:p>
          <a:p>
            <a:pPr marL="0" lvl="0" indent="0" eaLnBrk="1" hangingPunct="1">
              <a:spcBef>
                <a:spcPct val="0"/>
              </a:spcBef>
              <a:buClrTx/>
              <a:buSzTx/>
              <a:buFontTx/>
              <a:buNone/>
            </a:pPr>
            <a:r>
              <a:rPr lang="zh-CN" altLang="en-US" sz="2400" b="1" dirty="0">
                <a:latin typeface="Times New Roman" panose="02020603050405020304" pitchFamily="18" charset="0"/>
                <a:ea typeface="仿宋_GB2312" pitchFamily="49" charset="-122"/>
              </a:rPr>
              <a:t>重复型</a:t>
            </a:r>
            <a:endParaRPr lang="zh-CN" altLang="en-US" sz="2400" b="1" dirty="0">
              <a:latin typeface="Times New Roman" panose="02020603050405020304" pitchFamily="18" charset="0"/>
              <a:ea typeface="仿宋_GB2312" pitchFamily="49" charset="-122"/>
            </a:endParaRPr>
          </a:p>
        </p:txBody>
      </p:sp>
      <p:sp>
        <p:nvSpPr>
          <p:cNvPr id="196624" name="Text Box 87"/>
          <p:cNvSpPr txBox="1"/>
          <p:nvPr/>
        </p:nvSpPr>
        <p:spPr>
          <a:xfrm>
            <a:off x="6584950" y="6069965"/>
            <a:ext cx="203200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r>
              <a:rPr lang="zh-CN" altLang="en-US" sz="2400" b="1" dirty="0">
                <a:latin typeface="Times New Roman" panose="02020603050405020304" pitchFamily="18" charset="0"/>
                <a:ea typeface="仿宋_GB2312" pitchFamily="49" charset="-122"/>
              </a:rPr>
              <a:t>多分支选择型</a:t>
            </a:r>
            <a:endParaRPr lang="zh-CN" altLang="en-US" sz="2400" b="1" dirty="0">
              <a:latin typeface="Times New Roman" panose="02020603050405020304" pitchFamily="18" charset="0"/>
              <a:ea typeface="仿宋_GB2312" pitchFamily="49" charset="-122"/>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宋体" panose="02010600030101010101" pitchFamily="2" charset="-122"/>
                <a:cs typeface="Times New Roman" panose="02020603050405020304" pitchFamily="18" charset="0"/>
              </a:rPr>
              <a:t>2.2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结构化设计</a:t>
            </a:r>
            <a:endPar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3"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
        <p:nvSpPr>
          <p:cNvPr id="4" name="Rectangle 3"/>
          <p:cNvSpPr>
            <a:spLocks noGrp="1" noChangeArrowheads="1"/>
          </p:cNvSpPr>
          <p:nvPr/>
        </p:nvSpPr>
        <p:spPr>
          <a:xfrm>
            <a:off x="425450" y="1640840"/>
            <a:ext cx="8112760" cy="609600"/>
          </a:xfrm>
          <a:prstGeom prst="rect">
            <a:avLst/>
          </a:prstGeom>
          <a:noFill/>
          <a:ln w="9525">
            <a:noFill/>
          </a:ln>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vl6pPr marL="20561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6pPr>
            <a:lvl7pPr marL="25133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7pPr>
            <a:lvl8pPr marL="29705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8pPr>
            <a:lvl9pPr marL="34277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9pPr>
          </a:lstStyle>
          <a:p>
            <a:pPr marL="342900" marR="0" lvl="0" indent="-342900" algn="l" defTabSz="914400" rtl="0" eaLnBrk="1" fontAlgn="base" latinLnBrk="0" hangingPunct="1">
              <a:lnSpc>
                <a:spcPct val="105000"/>
              </a:lnSpc>
              <a:spcBef>
                <a:spcPct val="20000"/>
              </a:spcBef>
              <a:spcAft>
                <a:spcPct val="0"/>
              </a:spcAft>
              <a:buClr>
                <a:srgbClr val="990099"/>
              </a:buClr>
              <a:buSzPct val="70000"/>
              <a:buFont typeface="Wingdings" panose="05000000000000000000" pitchFamily="2" charset="2"/>
              <a:buChar char="l"/>
              <a:defRPr/>
            </a:pPr>
            <a:r>
              <a:rPr lang="en-US" altLang="zh-CN" sz="2000" b="1" kern="0" noProof="0">
                <a:ln>
                  <a:noFill/>
                </a:ln>
                <a:solidFill>
                  <a:srgbClr val="FF0000"/>
                </a:solidFill>
                <a:effectLst>
                  <a:outerShdw blurRad="38100" dist="38100" dir="2700000" algn="tl">
                    <a:srgbClr val="C0C0C0"/>
                  </a:outerShdw>
                </a:effectLst>
                <a:uLnTx/>
                <a:uFillTx/>
                <a:ea typeface="仿宋_GB2312" pitchFamily="49" charset="-122"/>
                <a:sym typeface="+mn-ea"/>
              </a:rPr>
              <a:t>N</a:t>
            </a:r>
            <a:r>
              <a:rPr lang="en-US" altLang="zh-CN" sz="2000" b="1" kern="0" noProof="0">
                <a:ln>
                  <a:noFill/>
                </a:ln>
                <a:solidFill>
                  <a:srgbClr val="FF0000"/>
                </a:solidFill>
                <a:effectLst>
                  <a:outerShdw blurRad="38100" dist="38100" dir="2700000" algn="tl">
                    <a:srgbClr val="C0C0C0"/>
                  </a:outerShdw>
                </a:effectLst>
                <a:uLnTx/>
                <a:uFillTx/>
                <a:latin typeface="宋体" panose="02010600030101010101" pitchFamily="2" charset="-122"/>
                <a:sym typeface="+mn-ea"/>
              </a:rPr>
              <a:t>-</a:t>
            </a:r>
            <a:r>
              <a:rPr lang="en-US" altLang="zh-CN" sz="2000" b="1" kern="0" noProof="0">
                <a:ln>
                  <a:noFill/>
                </a:ln>
                <a:solidFill>
                  <a:srgbClr val="FF0000"/>
                </a:solidFill>
                <a:effectLst>
                  <a:outerShdw blurRad="38100" dist="38100" dir="2700000" algn="tl">
                    <a:srgbClr val="C0C0C0"/>
                  </a:outerShdw>
                </a:effectLst>
                <a:uLnTx/>
                <a:uFillTx/>
                <a:ea typeface="仿宋_GB2312" pitchFamily="49" charset="-122"/>
                <a:sym typeface="+mn-ea"/>
              </a:rPr>
              <a:t>S</a:t>
            </a:r>
            <a:r>
              <a:rPr lang="zh-CN" altLang="en-US" sz="2000" b="1" kern="0" noProof="0">
                <a:ln>
                  <a:noFill/>
                </a:ln>
                <a:solidFill>
                  <a:srgbClr val="FF0000"/>
                </a:solidFill>
                <a:effectLst>
                  <a:outerShdw blurRad="38100" dist="38100" dir="2700000" algn="tl">
                    <a:srgbClr val="C0C0C0"/>
                  </a:outerShdw>
                </a:effectLst>
                <a:uLnTx/>
                <a:uFillTx/>
                <a:ea typeface="仿宋_GB2312" pitchFamily="49" charset="-122"/>
                <a:sym typeface="+mn-ea"/>
              </a:rPr>
              <a:t>图</a:t>
            </a:r>
            <a:r>
              <a:rPr lang="zh-CN" altLang="en-US" sz="2000" b="1" kern="0" noProof="0">
                <a:ln>
                  <a:noFill/>
                </a:ln>
                <a:effectLst>
                  <a:outerShdw blurRad="38100" dist="38100" dir="2700000" algn="tl">
                    <a:srgbClr val="C0C0C0"/>
                  </a:outerShdw>
                </a:effectLst>
                <a:uLnTx/>
                <a:uFillTx/>
                <a:ea typeface="仿宋_GB2312" pitchFamily="49" charset="-122"/>
                <a:sym typeface="+mn-ea"/>
              </a:rPr>
              <a:t>也叫做盒图。五种基本控制结构由五种图形构件表示</a:t>
            </a:r>
            <a:r>
              <a:rPr kumimoji="0" lang="en-US" altLang="zh-CN" sz="2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仿宋_GB2312" pitchFamily="49" charset="-122"/>
                <a:cs typeface="+mn-cs"/>
              </a:rPr>
              <a:t>:</a:t>
            </a:r>
            <a:endParaRPr kumimoji="0" lang="en-US" altLang="zh-CN" sz="2000" b="0" i="0" u="none" strike="noStrike" kern="0" cap="none" spc="0" normalizeH="0" baseline="0" noProof="0">
              <a:ln>
                <a:noFill/>
              </a:ln>
              <a:solidFill>
                <a:schemeClr val="tx1"/>
              </a:solidFill>
              <a:effectLst/>
              <a:uLnTx/>
              <a:uFillTx/>
              <a:latin typeface="+mn-lt"/>
              <a:ea typeface="宋体" panose="02010600030101010101" pitchFamily="2" charset="-122"/>
              <a:cs typeface="+mn-cs"/>
            </a:endParaRPr>
          </a:p>
        </p:txBody>
      </p:sp>
      <p:grpSp>
        <p:nvGrpSpPr>
          <p:cNvPr id="198663" name="Group 4"/>
          <p:cNvGrpSpPr/>
          <p:nvPr/>
        </p:nvGrpSpPr>
        <p:grpSpPr>
          <a:xfrm>
            <a:off x="265748" y="2463800"/>
            <a:ext cx="8142287" cy="3586163"/>
            <a:chOff x="303" y="1256"/>
            <a:chExt cx="5129" cy="2259"/>
          </a:xfrm>
        </p:grpSpPr>
        <p:grpSp>
          <p:nvGrpSpPr>
            <p:cNvPr id="198664" name="Group 5"/>
            <p:cNvGrpSpPr/>
            <p:nvPr/>
          </p:nvGrpSpPr>
          <p:grpSpPr>
            <a:xfrm>
              <a:off x="400" y="1386"/>
              <a:ext cx="920" cy="564"/>
              <a:chOff x="400" y="1386"/>
              <a:chExt cx="920" cy="564"/>
            </a:xfrm>
          </p:grpSpPr>
          <p:sp>
            <p:nvSpPr>
              <p:cNvPr id="198716" name="Rectangle 6"/>
              <p:cNvSpPr/>
              <p:nvPr/>
            </p:nvSpPr>
            <p:spPr>
              <a:xfrm>
                <a:off x="400" y="1400"/>
                <a:ext cx="920" cy="536"/>
              </a:xfrm>
              <a:prstGeom prst="rect">
                <a:avLst/>
              </a:prstGeom>
              <a:solidFill>
                <a:srgbClr val="CCFF99"/>
              </a:solidFill>
              <a:ln w="1905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endParaRPr lang="zh-CN" altLang="en-US" sz="1800" dirty="0"/>
              </a:p>
            </p:txBody>
          </p:sp>
          <p:sp>
            <p:nvSpPr>
              <p:cNvPr id="198717" name="Line 7"/>
              <p:cNvSpPr/>
              <p:nvPr/>
            </p:nvSpPr>
            <p:spPr>
              <a:xfrm>
                <a:off x="400" y="1672"/>
                <a:ext cx="920" cy="0"/>
              </a:xfrm>
              <a:prstGeom prst="line">
                <a:avLst/>
              </a:prstGeom>
              <a:ln w="19050" cap="flat" cmpd="sng">
                <a:solidFill>
                  <a:schemeClr val="tx1"/>
                </a:solidFill>
                <a:prstDash val="solid"/>
                <a:miter/>
                <a:headEnd type="none" w="med" len="med"/>
                <a:tailEnd type="none" w="med" len="med"/>
              </a:ln>
            </p:spPr>
          </p:sp>
          <p:sp>
            <p:nvSpPr>
              <p:cNvPr id="198718" name="Text Box 8"/>
              <p:cNvSpPr txBox="1"/>
              <p:nvPr/>
            </p:nvSpPr>
            <p:spPr>
              <a:xfrm>
                <a:off x="742" y="1386"/>
                <a:ext cx="255" cy="56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buClrTx/>
                  <a:buSzTx/>
                  <a:buFontTx/>
                  <a:buNone/>
                </a:pPr>
                <a:r>
                  <a:rPr lang="en-US" altLang="zh-CN" sz="2400" b="1" dirty="0">
                    <a:latin typeface="Times New Roman" panose="02020603050405020304" pitchFamily="18" charset="0"/>
                  </a:rPr>
                  <a:t>A</a:t>
                </a:r>
                <a:endParaRPr lang="en-US" altLang="zh-CN" sz="2400" b="1" dirty="0">
                  <a:latin typeface="Times New Roman" panose="02020603050405020304" pitchFamily="18" charset="0"/>
                </a:endParaRPr>
              </a:p>
              <a:p>
                <a:pPr marL="0" lvl="0" indent="0" eaLnBrk="1" hangingPunct="1">
                  <a:buClrTx/>
                  <a:buSzTx/>
                  <a:buFontTx/>
                  <a:buNone/>
                </a:pPr>
                <a:r>
                  <a:rPr lang="en-US" altLang="zh-CN" sz="2400" b="1" dirty="0">
                    <a:latin typeface="Times New Roman" panose="02020603050405020304" pitchFamily="18" charset="0"/>
                  </a:rPr>
                  <a:t>B</a:t>
                </a:r>
                <a:endParaRPr lang="en-US" altLang="zh-CN" sz="2400" b="1" dirty="0">
                  <a:latin typeface="Times New Roman" panose="02020603050405020304" pitchFamily="18" charset="0"/>
                </a:endParaRPr>
              </a:p>
            </p:txBody>
          </p:sp>
        </p:grpSp>
        <p:grpSp>
          <p:nvGrpSpPr>
            <p:cNvPr id="198665" name="Group 9"/>
            <p:cNvGrpSpPr/>
            <p:nvPr/>
          </p:nvGrpSpPr>
          <p:grpSpPr>
            <a:xfrm>
              <a:off x="1496" y="1258"/>
              <a:ext cx="1071" cy="694"/>
              <a:chOff x="1496" y="1258"/>
              <a:chExt cx="1071" cy="694"/>
            </a:xfrm>
          </p:grpSpPr>
          <p:sp>
            <p:nvSpPr>
              <p:cNvPr id="198706" name="Rectangle 10"/>
              <p:cNvSpPr/>
              <p:nvPr/>
            </p:nvSpPr>
            <p:spPr>
              <a:xfrm>
                <a:off x="1536" y="1280"/>
                <a:ext cx="984" cy="664"/>
              </a:xfrm>
              <a:prstGeom prst="rect">
                <a:avLst/>
              </a:prstGeom>
              <a:solidFill>
                <a:srgbClr val="CCFF99"/>
              </a:solidFill>
              <a:ln w="1905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lgn="ctr" eaLnBrk="1" hangingPunct="1">
                  <a:spcBef>
                    <a:spcPct val="0"/>
                  </a:spcBef>
                  <a:buClrTx/>
                  <a:buSzTx/>
                  <a:buFontTx/>
                  <a:buNone/>
                </a:pPr>
                <a:endParaRPr lang="zh-CN" altLang="zh-CN" sz="2400" dirty="0">
                  <a:latin typeface="Times New Roman" panose="02020603050405020304" pitchFamily="18" charset="0"/>
                </a:endParaRPr>
              </a:p>
            </p:txBody>
          </p:sp>
          <p:sp>
            <p:nvSpPr>
              <p:cNvPr id="198707" name="Line 11"/>
              <p:cNvSpPr/>
              <p:nvPr/>
            </p:nvSpPr>
            <p:spPr>
              <a:xfrm>
                <a:off x="1536" y="1528"/>
                <a:ext cx="992" cy="0"/>
              </a:xfrm>
              <a:prstGeom prst="line">
                <a:avLst/>
              </a:prstGeom>
              <a:ln w="19050" cap="flat" cmpd="sng">
                <a:solidFill>
                  <a:schemeClr val="tx1"/>
                </a:solidFill>
                <a:prstDash val="solid"/>
                <a:miter/>
                <a:headEnd type="none" w="med" len="med"/>
                <a:tailEnd type="none" w="med" len="med"/>
              </a:ln>
            </p:spPr>
          </p:sp>
          <p:sp>
            <p:nvSpPr>
              <p:cNvPr id="198708" name="Line 12"/>
              <p:cNvSpPr/>
              <p:nvPr/>
            </p:nvSpPr>
            <p:spPr>
              <a:xfrm>
                <a:off x="2040" y="1528"/>
                <a:ext cx="0" cy="424"/>
              </a:xfrm>
              <a:prstGeom prst="line">
                <a:avLst/>
              </a:prstGeom>
              <a:ln w="19050" cap="flat" cmpd="sng">
                <a:solidFill>
                  <a:schemeClr val="tx1"/>
                </a:solidFill>
                <a:prstDash val="solid"/>
                <a:miter/>
                <a:headEnd type="none" w="med" len="med"/>
                <a:tailEnd type="none" w="med" len="med"/>
              </a:ln>
            </p:spPr>
          </p:sp>
          <p:sp>
            <p:nvSpPr>
              <p:cNvPr id="198709" name="Line 13"/>
              <p:cNvSpPr/>
              <p:nvPr/>
            </p:nvSpPr>
            <p:spPr>
              <a:xfrm flipH="1">
                <a:off x="2128" y="1280"/>
                <a:ext cx="392" cy="248"/>
              </a:xfrm>
              <a:prstGeom prst="line">
                <a:avLst/>
              </a:prstGeom>
              <a:ln w="19050" cap="flat" cmpd="sng">
                <a:solidFill>
                  <a:schemeClr val="tx1"/>
                </a:solidFill>
                <a:prstDash val="solid"/>
                <a:miter/>
                <a:headEnd type="none" w="med" len="med"/>
                <a:tailEnd type="none" w="med" len="med"/>
              </a:ln>
            </p:spPr>
          </p:sp>
          <p:sp>
            <p:nvSpPr>
              <p:cNvPr id="198710" name="Line 14"/>
              <p:cNvSpPr/>
              <p:nvPr/>
            </p:nvSpPr>
            <p:spPr>
              <a:xfrm>
                <a:off x="1536" y="1280"/>
                <a:ext cx="392" cy="248"/>
              </a:xfrm>
              <a:prstGeom prst="line">
                <a:avLst/>
              </a:prstGeom>
              <a:ln w="19050" cap="flat" cmpd="sng">
                <a:solidFill>
                  <a:schemeClr val="tx1"/>
                </a:solidFill>
                <a:prstDash val="solid"/>
                <a:miter/>
                <a:headEnd type="none" w="med" len="med"/>
                <a:tailEnd type="none" w="med" len="med"/>
              </a:ln>
            </p:spPr>
          </p:sp>
          <p:sp>
            <p:nvSpPr>
              <p:cNvPr id="198711" name="Text Box 15"/>
              <p:cNvSpPr txBox="1"/>
              <p:nvPr/>
            </p:nvSpPr>
            <p:spPr>
              <a:xfrm>
                <a:off x="1894" y="1258"/>
                <a:ext cx="233" cy="2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r>
                  <a:rPr lang="en-US" altLang="zh-CN" sz="2400" b="1" dirty="0">
                    <a:latin typeface="Times New Roman" panose="02020603050405020304" pitchFamily="18" charset="0"/>
                  </a:rPr>
                  <a:t>P</a:t>
                </a:r>
                <a:endParaRPr lang="en-US" altLang="zh-CN" sz="2400" b="1" dirty="0">
                  <a:latin typeface="Times New Roman" panose="02020603050405020304" pitchFamily="18" charset="0"/>
                </a:endParaRPr>
              </a:p>
            </p:txBody>
          </p:sp>
          <p:sp>
            <p:nvSpPr>
              <p:cNvPr id="198712" name="Text Box 16"/>
              <p:cNvSpPr txBox="1"/>
              <p:nvPr/>
            </p:nvSpPr>
            <p:spPr>
              <a:xfrm>
                <a:off x="1496" y="1297"/>
                <a:ext cx="228" cy="279"/>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r>
                  <a:rPr lang="en-US" altLang="zh-CN" sz="2300" b="1" dirty="0">
                    <a:latin typeface="Times New Roman" panose="02020603050405020304" pitchFamily="18" charset="0"/>
                  </a:rPr>
                  <a:t>F</a:t>
                </a:r>
                <a:endParaRPr lang="en-US" altLang="zh-CN" sz="2300" b="1" dirty="0">
                  <a:latin typeface="Times New Roman" panose="02020603050405020304" pitchFamily="18" charset="0"/>
                </a:endParaRPr>
              </a:p>
            </p:txBody>
          </p:sp>
          <p:sp>
            <p:nvSpPr>
              <p:cNvPr id="198713" name="Text Box 17"/>
              <p:cNvSpPr txBox="1"/>
              <p:nvPr/>
            </p:nvSpPr>
            <p:spPr>
              <a:xfrm>
                <a:off x="2328" y="1297"/>
                <a:ext cx="239" cy="279"/>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r>
                  <a:rPr lang="en-US" altLang="zh-CN" sz="2300" b="1" dirty="0">
                    <a:latin typeface="Times New Roman" panose="02020603050405020304" pitchFamily="18" charset="0"/>
                  </a:rPr>
                  <a:t>T</a:t>
                </a:r>
                <a:endParaRPr lang="en-US" altLang="zh-CN" sz="2300" b="1" dirty="0">
                  <a:latin typeface="Times New Roman" panose="02020603050405020304" pitchFamily="18" charset="0"/>
                </a:endParaRPr>
              </a:p>
            </p:txBody>
          </p:sp>
          <p:sp>
            <p:nvSpPr>
              <p:cNvPr id="198714" name="Text Box 18"/>
              <p:cNvSpPr txBox="1"/>
              <p:nvPr/>
            </p:nvSpPr>
            <p:spPr>
              <a:xfrm>
                <a:off x="2150" y="1586"/>
                <a:ext cx="255" cy="2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r>
                  <a:rPr lang="en-US" altLang="zh-CN" sz="2400" b="1" dirty="0">
                    <a:latin typeface="Times New Roman" panose="02020603050405020304" pitchFamily="18" charset="0"/>
                  </a:rPr>
                  <a:t>A</a:t>
                </a:r>
                <a:endParaRPr lang="en-US" altLang="zh-CN" sz="2400" b="1" dirty="0">
                  <a:latin typeface="Times New Roman" panose="02020603050405020304" pitchFamily="18" charset="0"/>
                </a:endParaRPr>
              </a:p>
            </p:txBody>
          </p:sp>
          <p:sp>
            <p:nvSpPr>
              <p:cNvPr id="198715" name="Text Box 19"/>
              <p:cNvSpPr txBox="1"/>
              <p:nvPr/>
            </p:nvSpPr>
            <p:spPr>
              <a:xfrm>
                <a:off x="1670" y="1586"/>
                <a:ext cx="244" cy="2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r>
                  <a:rPr lang="en-US" altLang="zh-CN" sz="2400" b="1" dirty="0">
                    <a:latin typeface="Times New Roman" panose="02020603050405020304" pitchFamily="18" charset="0"/>
                  </a:rPr>
                  <a:t>B</a:t>
                </a:r>
                <a:endParaRPr lang="en-US" altLang="zh-CN" sz="2400" b="1" dirty="0">
                  <a:latin typeface="Times New Roman" panose="02020603050405020304" pitchFamily="18" charset="0"/>
                </a:endParaRPr>
              </a:p>
            </p:txBody>
          </p:sp>
        </p:grpSp>
        <p:grpSp>
          <p:nvGrpSpPr>
            <p:cNvPr id="198666" name="Group 20"/>
            <p:cNvGrpSpPr/>
            <p:nvPr/>
          </p:nvGrpSpPr>
          <p:grpSpPr>
            <a:xfrm>
              <a:off x="2712" y="1258"/>
              <a:ext cx="1071" cy="694"/>
              <a:chOff x="2712" y="1258"/>
              <a:chExt cx="1071" cy="694"/>
            </a:xfrm>
          </p:grpSpPr>
          <p:sp>
            <p:nvSpPr>
              <p:cNvPr id="198696" name="Rectangle 21"/>
              <p:cNvSpPr/>
              <p:nvPr/>
            </p:nvSpPr>
            <p:spPr>
              <a:xfrm>
                <a:off x="2752" y="1280"/>
                <a:ext cx="984" cy="664"/>
              </a:xfrm>
              <a:prstGeom prst="rect">
                <a:avLst/>
              </a:prstGeom>
              <a:solidFill>
                <a:srgbClr val="CCFF99"/>
              </a:solidFill>
              <a:ln w="1905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algn="ctr" eaLnBrk="1" hangingPunct="1">
                  <a:spcBef>
                    <a:spcPct val="0"/>
                  </a:spcBef>
                  <a:buClrTx/>
                  <a:buSzTx/>
                  <a:buFontTx/>
                  <a:buNone/>
                </a:pPr>
                <a:endParaRPr lang="zh-CN" altLang="zh-CN" sz="2400" dirty="0">
                  <a:latin typeface="Times New Roman" panose="02020603050405020304" pitchFamily="18" charset="0"/>
                </a:endParaRPr>
              </a:p>
            </p:txBody>
          </p:sp>
          <p:sp>
            <p:nvSpPr>
              <p:cNvPr id="198697" name="Line 22"/>
              <p:cNvSpPr/>
              <p:nvPr/>
            </p:nvSpPr>
            <p:spPr>
              <a:xfrm>
                <a:off x="2752" y="1528"/>
                <a:ext cx="992" cy="0"/>
              </a:xfrm>
              <a:prstGeom prst="line">
                <a:avLst/>
              </a:prstGeom>
              <a:ln w="19050" cap="flat" cmpd="sng">
                <a:solidFill>
                  <a:schemeClr val="tx1"/>
                </a:solidFill>
                <a:prstDash val="solid"/>
                <a:miter/>
                <a:headEnd type="none" w="med" len="med"/>
                <a:tailEnd type="none" w="med" len="med"/>
              </a:ln>
            </p:spPr>
          </p:sp>
          <p:sp>
            <p:nvSpPr>
              <p:cNvPr id="198698" name="Line 23"/>
              <p:cNvSpPr/>
              <p:nvPr/>
            </p:nvSpPr>
            <p:spPr>
              <a:xfrm>
                <a:off x="3256" y="1528"/>
                <a:ext cx="0" cy="424"/>
              </a:xfrm>
              <a:prstGeom prst="line">
                <a:avLst/>
              </a:prstGeom>
              <a:ln w="19050" cap="flat" cmpd="sng">
                <a:solidFill>
                  <a:schemeClr val="tx1"/>
                </a:solidFill>
                <a:prstDash val="solid"/>
                <a:miter/>
                <a:headEnd type="none" w="med" len="med"/>
                <a:tailEnd type="none" w="med" len="med"/>
              </a:ln>
            </p:spPr>
          </p:sp>
          <p:sp>
            <p:nvSpPr>
              <p:cNvPr id="198699" name="Line 24"/>
              <p:cNvSpPr/>
              <p:nvPr/>
            </p:nvSpPr>
            <p:spPr>
              <a:xfrm flipH="1">
                <a:off x="3344" y="1280"/>
                <a:ext cx="392" cy="248"/>
              </a:xfrm>
              <a:prstGeom prst="line">
                <a:avLst/>
              </a:prstGeom>
              <a:ln w="19050" cap="flat" cmpd="sng">
                <a:solidFill>
                  <a:schemeClr val="tx1"/>
                </a:solidFill>
                <a:prstDash val="solid"/>
                <a:miter/>
                <a:headEnd type="none" w="med" len="med"/>
                <a:tailEnd type="none" w="med" len="med"/>
              </a:ln>
            </p:spPr>
          </p:sp>
          <p:sp>
            <p:nvSpPr>
              <p:cNvPr id="198700" name="Line 25"/>
              <p:cNvSpPr/>
              <p:nvPr/>
            </p:nvSpPr>
            <p:spPr>
              <a:xfrm>
                <a:off x="2752" y="1280"/>
                <a:ext cx="416" cy="248"/>
              </a:xfrm>
              <a:prstGeom prst="line">
                <a:avLst/>
              </a:prstGeom>
              <a:ln w="19050" cap="flat" cmpd="sng">
                <a:solidFill>
                  <a:schemeClr val="tx1"/>
                </a:solidFill>
                <a:prstDash val="solid"/>
                <a:miter/>
                <a:headEnd type="none" w="med" len="med"/>
                <a:tailEnd type="none" w="med" len="med"/>
              </a:ln>
            </p:spPr>
          </p:sp>
          <p:sp>
            <p:nvSpPr>
              <p:cNvPr id="198701" name="Text Box 26"/>
              <p:cNvSpPr txBox="1"/>
              <p:nvPr/>
            </p:nvSpPr>
            <p:spPr>
              <a:xfrm>
                <a:off x="3110" y="1258"/>
                <a:ext cx="233" cy="2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r>
                  <a:rPr lang="en-US" altLang="zh-CN" sz="2400" b="1" dirty="0">
                    <a:latin typeface="Times New Roman" panose="02020603050405020304" pitchFamily="18" charset="0"/>
                  </a:rPr>
                  <a:t>P</a:t>
                </a:r>
                <a:endParaRPr lang="en-US" altLang="zh-CN" sz="2400" b="1" dirty="0">
                  <a:latin typeface="Times New Roman" panose="02020603050405020304" pitchFamily="18" charset="0"/>
                </a:endParaRPr>
              </a:p>
            </p:txBody>
          </p:sp>
          <p:sp>
            <p:nvSpPr>
              <p:cNvPr id="198702" name="Text Box 27"/>
              <p:cNvSpPr txBox="1"/>
              <p:nvPr/>
            </p:nvSpPr>
            <p:spPr>
              <a:xfrm>
                <a:off x="2712" y="1297"/>
                <a:ext cx="228" cy="279"/>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r>
                  <a:rPr lang="en-US" altLang="zh-CN" sz="2300" b="1" dirty="0">
                    <a:latin typeface="Times New Roman" panose="02020603050405020304" pitchFamily="18" charset="0"/>
                  </a:rPr>
                  <a:t>F</a:t>
                </a:r>
                <a:endParaRPr lang="en-US" altLang="zh-CN" sz="2300" b="1" dirty="0">
                  <a:latin typeface="Times New Roman" panose="02020603050405020304" pitchFamily="18" charset="0"/>
                </a:endParaRPr>
              </a:p>
            </p:txBody>
          </p:sp>
          <p:sp>
            <p:nvSpPr>
              <p:cNvPr id="198703" name="Text Box 28"/>
              <p:cNvSpPr txBox="1"/>
              <p:nvPr/>
            </p:nvSpPr>
            <p:spPr>
              <a:xfrm>
                <a:off x="3544" y="1297"/>
                <a:ext cx="239" cy="279"/>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r>
                  <a:rPr lang="en-US" altLang="zh-CN" sz="2300" b="1" dirty="0">
                    <a:latin typeface="Times New Roman" panose="02020603050405020304" pitchFamily="18" charset="0"/>
                  </a:rPr>
                  <a:t>T</a:t>
                </a:r>
                <a:endParaRPr lang="en-US" altLang="zh-CN" sz="2300" b="1" dirty="0">
                  <a:latin typeface="Times New Roman" panose="02020603050405020304" pitchFamily="18" charset="0"/>
                </a:endParaRPr>
              </a:p>
            </p:txBody>
          </p:sp>
          <p:sp>
            <p:nvSpPr>
              <p:cNvPr id="198704" name="Text Box 29"/>
              <p:cNvSpPr txBox="1"/>
              <p:nvPr/>
            </p:nvSpPr>
            <p:spPr>
              <a:xfrm>
                <a:off x="3366" y="1586"/>
                <a:ext cx="255" cy="2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r>
                  <a:rPr lang="en-US" altLang="zh-CN" sz="2400" b="1" dirty="0">
                    <a:latin typeface="Times New Roman" panose="02020603050405020304" pitchFamily="18" charset="0"/>
                  </a:rPr>
                  <a:t>A</a:t>
                </a:r>
                <a:endParaRPr lang="en-US" altLang="zh-CN" sz="2400" b="1" dirty="0">
                  <a:latin typeface="Times New Roman" panose="02020603050405020304" pitchFamily="18" charset="0"/>
                </a:endParaRPr>
              </a:p>
            </p:txBody>
          </p:sp>
          <p:sp>
            <p:nvSpPr>
              <p:cNvPr id="198705" name="Line 30"/>
              <p:cNvSpPr/>
              <p:nvPr/>
            </p:nvSpPr>
            <p:spPr>
              <a:xfrm>
                <a:off x="3008" y="1576"/>
                <a:ext cx="0" cy="336"/>
              </a:xfrm>
              <a:prstGeom prst="line">
                <a:avLst/>
              </a:prstGeom>
              <a:ln w="25400" cap="flat" cmpd="sng">
                <a:solidFill>
                  <a:schemeClr val="tx1"/>
                </a:solidFill>
                <a:prstDash val="solid"/>
                <a:miter/>
                <a:headEnd type="none" w="med" len="med"/>
                <a:tailEnd type="stealth" w="med" len="med"/>
              </a:ln>
            </p:spPr>
          </p:sp>
        </p:grpSp>
        <p:grpSp>
          <p:nvGrpSpPr>
            <p:cNvPr id="198667" name="Group 31"/>
            <p:cNvGrpSpPr/>
            <p:nvPr/>
          </p:nvGrpSpPr>
          <p:grpSpPr>
            <a:xfrm>
              <a:off x="432" y="2458"/>
              <a:ext cx="1024" cy="726"/>
              <a:chOff x="432" y="2458"/>
              <a:chExt cx="1024" cy="726"/>
            </a:xfrm>
          </p:grpSpPr>
          <p:sp>
            <p:nvSpPr>
              <p:cNvPr id="198692" name="Rectangle 32"/>
              <p:cNvSpPr/>
              <p:nvPr/>
            </p:nvSpPr>
            <p:spPr>
              <a:xfrm>
                <a:off x="432" y="2480"/>
                <a:ext cx="1024" cy="704"/>
              </a:xfrm>
              <a:prstGeom prst="rect">
                <a:avLst/>
              </a:prstGeom>
              <a:solidFill>
                <a:srgbClr val="CCFF99"/>
              </a:solidFill>
              <a:ln w="1905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endParaRPr lang="zh-CN" altLang="en-US" sz="1800" dirty="0"/>
              </a:p>
            </p:txBody>
          </p:sp>
          <p:sp>
            <p:nvSpPr>
              <p:cNvPr id="198693" name="Text Box 33"/>
              <p:cNvSpPr txBox="1"/>
              <p:nvPr/>
            </p:nvSpPr>
            <p:spPr>
              <a:xfrm>
                <a:off x="438" y="2458"/>
                <a:ext cx="985" cy="2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r>
                  <a:rPr lang="en-US" altLang="zh-CN" sz="2400" b="1" dirty="0">
                    <a:latin typeface="Times New Roman" panose="02020603050405020304" pitchFamily="18" charset="0"/>
                  </a:rPr>
                  <a:t>while-do P</a:t>
                </a:r>
                <a:endParaRPr lang="en-US" altLang="zh-CN" sz="2400" b="1" dirty="0">
                  <a:latin typeface="Times New Roman" panose="02020603050405020304" pitchFamily="18" charset="0"/>
                </a:endParaRPr>
              </a:p>
            </p:txBody>
          </p:sp>
          <p:sp>
            <p:nvSpPr>
              <p:cNvPr id="198694" name="Rectangle 34"/>
              <p:cNvSpPr/>
              <p:nvPr/>
            </p:nvSpPr>
            <p:spPr>
              <a:xfrm>
                <a:off x="664" y="2728"/>
                <a:ext cx="792" cy="456"/>
              </a:xfrm>
              <a:prstGeom prst="rect">
                <a:avLst/>
              </a:prstGeom>
              <a:solidFill>
                <a:srgbClr val="FFFF99"/>
              </a:solidFill>
              <a:ln w="1905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endParaRPr lang="zh-CN" altLang="en-US" sz="1800" dirty="0"/>
              </a:p>
            </p:txBody>
          </p:sp>
          <p:sp>
            <p:nvSpPr>
              <p:cNvPr id="198695" name="Text Box 35"/>
              <p:cNvSpPr txBox="1"/>
              <p:nvPr/>
            </p:nvSpPr>
            <p:spPr>
              <a:xfrm>
                <a:off x="934" y="2802"/>
                <a:ext cx="255" cy="2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r>
                  <a:rPr lang="en-US" altLang="zh-CN" sz="2400" b="1" dirty="0">
                    <a:latin typeface="Times New Roman" panose="02020603050405020304" pitchFamily="18" charset="0"/>
                  </a:rPr>
                  <a:t>A</a:t>
                </a:r>
                <a:endParaRPr lang="en-US" altLang="zh-CN" sz="2400" b="1" dirty="0">
                  <a:latin typeface="Times New Roman" panose="02020603050405020304" pitchFamily="18" charset="0"/>
                </a:endParaRPr>
              </a:p>
            </p:txBody>
          </p:sp>
        </p:grpSp>
        <p:grpSp>
          <p:nvGrpSpPr>
            <p:cNvPr id="198668" name="Group 36"/>
            <p:cNvGrpSpPr/>
            <p:nvPr/>
          </p:nvGrpSpPr>
          <p:grpSpPr>
            <a:xfrm>
              <a:off x="1792" y="2480"/>
              <a:ext cx="1024" cy="714"/>
              <a:chOff x="1792" y="2480"/>
              <a:chExt cx="1024" cy="714"/>
            </a:xfrm>
          </p:grpSpPr>
          <p:sp>
            <p:nvSpPr>
              <p:cNvPr id="198688" name="Rectangle 37"/>
              <p:cNvSpPr/>
              <p:nvPr/>
            </p:nvSpPr>
            <p:spPr>
              <a:xfrm>
                <a:off x="1792" y="2480"/>
                <a:ext cx="1024" cy="704"/>
              </a:xfrm>
              <a:prstGeom prst="rect">
                <a:avLst/>
              </a:prstGeom>
              <a:solidFill>
                <a:srgbClr val="CCFF99"/>
              </a:solidFill>
              <a:ln w="1905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endParaRPr lang="zh-CN" altLang="en-US" sz="1800" dirty="0"/>
              </a:p>
            </p:txBody>
          </p:sp>
          <p:sp>
            <p:nvSpPr>
              <p:cNvPr id="198689" name="Text Box 38"/>
              <p:cNvSpPr txBox="1"/>
              <p:nvPr/>
            </p:nvSpPr>
            <p:spPr>
              <a:xfrm>
                <a:off x="1823" y="2906"/>
                <a:ext cx="985" cy="2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r>
                  <a:rPr lang="en-US" altLang="zh-CN" sz="2400" b="1" dirty="0">
                    <a:latin typeface="Times New Roman" panose="02020603050405020304" pitchFamily="18" charset="0"/>
                  </a:rPr>
                  <a:t>do-while P</a:t>
                </a:r>
                <a:endParaRPr lang="en-US" altLang="zh-CN" sz="2400" b="1" dirty="0">
                  <a:latin typeface="Times New Roman" panose="02020603050405020304" pitchFamily="18" charset="0"/>
                </a:endParaRPr>
              </a:p>
            </p:txBody>
          </p:sp>
          <p:sp>
            <p:nvSpPr>
              <p:cNvPr id="198690" name="Rectangle 39"/>
              <p:cNvSpPr/>
              <p:nvPr/>
            </p:nvSpPr>
            <p:spPr>
              <a:xfrm>
                <a:off x="1792" y="2480"/>
                <a:ext cx="792" cy="456"/>
              </a:xfrm>
              <a:prstGeom prst="rect">
                <a:avLst/>
              </a:prstGeom>
              <a:solidFill>
                <a:srgbClr val="FFFF99"/>
              </a:solidFill>
              <a:ln w="1905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endParaRPr lang="zh-CN" altLang="en-US" sz="1800" dirty="0"/>
              </a:p>
            </p:txBody>
          </p:sp>
          <p:sp>
            <p:nvSpPr>
              <p:cNvPr id="198691" name="Text Box 40"/>
              <p:cNvSpPr txBox="1"/>
              <p:nvPr/>
            </p:nvSpPr>
            <p:spPr>
              <a:xfrm>
                <a:off x="2078" y="2554"/>
                <a:ext cx="255" cy="2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r>
                  <a:rPr lang="en-US" altLang="zh-CN" sz="2400" b="1" dirty="0">
                    <a:latin typeface="Times New Roman" panose="02020603050405020304" pitchFamily="18" charset="0"/>
                  </a:rPr>
                  <a:t>A</a:t>
                </a:r>
                <a:endParaRPr lang="en-US" altLang="zh-CN" sz="2400" b="1" dirty="0">
                  <a:latin typeface="Times New Roman" panose="02020603050405020304" pitchFamily="18" charset="0"/>
                </a:endParaRPr>
              </a:p>
            </p:txBody>
          </p:sp>
        </p:grpSp>
        <p:grpSp>
          <p:nvGrpSpPr>
            <p:cNvPr id="198669" name="Group 41"/>
            <p:cNvGrpSpPr/>
            <p:nvPr/>
          </p:nvGrpSpPr>
          <p:grpSpPr>
            <a:xfrm>
              <a:off x="3951" y="1256"/>
              <a:ext cx="1481" cy="848"/>
              <a:chOff x="3951" y="1256"/>
              <a:chExt cx="1481" cy="848"/>
            </a:xfrm>
          </p:grpSpPr>
          <p:sp>
            <p:nvSpPr>
              <p:cNvPr id="198677" name="Rectangle 42"/>
              <p:cNvSpPr/>
              <p:nvPr/>
            </p:nvSpPr>
            <p:spPr>
              <a:xfrm>
                <a:off x="3951" y="1280"/>
                <a:ext cx="1481" cy="824"/>
              </a:xfrm>
              <a:prstGeom prst="rect">
                <a:avLst/>
              </a:prstGeom>
              <a:solidFill>
                <a:srgbClr val="CCFF99"/>
              </a:solidFill>
              <a:ln w="1905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endParaRPr lang="zh-CN" altLang="en-US" sz="1800" dirty="0"/>
              </a:p>
            </p:txBody>
          </p:sp>
          <p:sp>
            <p:nvSpPr>
              <p:cNvPr id="198678" name="Line 43"/>
              <p:cNvSpPr/>
              <p:nvPr/>
            </p:nvSpPr>
            <p:spPr>
              <a:xfrm>
                <a:off x="3960" y="1728"/>
                <a:ext cx="1472" cy="0"/>
              </a:xfrm>
              <a:prstGeom prst="line">
                <a:avLst/>
              </a:prstGeom>
              <a:ln w="19050" cap="flat" cmpd="sng">
                <a:solidFill>
                  <a:schemeClr val="tx1"/>
                </a:solidFill>
                <a:prstDash val="solid"/>
                <a:miter/>
                <a:headEnd type="none" w="med" len="med"/>
                <a:tailEnd type="none" w="med" len="med"/>
              </a:ln>
            </p:spPr>
          </p:sp>
          <p:sp>
            <p:nvSpPr>
              <p:cNvPr id="198679" name="Line 44"/>
              <p:cNvSpPr/>
              <p:nvPr/>
            </p:nvSpPr>
            <p:spPr>
              <a:xfrm flipH="1">
                <a:off x="4976" y="1280"/>
                <a:ext cx="456" cy="224"/>
              </a:xfrm>
              <a:prstGeom prst="line">
                <a:avLst/>
              </a:prstGeom>
              <a:ln w="19050" cap="flat" cmpd="sng">
                <a:solidFill>
                  <a:schemeClr val="tx1"/>
                </a:solidFill>
                <a:prstDash val="solid"/>
                <a:miter/>
                <a:headEnd type="none" w="med" len="med"/>
                <a:tailEnd type="none" w="med" len="med"/>
              </a:ln>
            </p:spPr>
          </p:sp>
          <p:sp>
            <p:nvSpPr>
              <p:cNvPr id="198680" name="Line 45"/>
              <p:cNvSpPr/>
              <p:nvPr/>
            </p:nvSpPr>
            <p:spPr>
              <a:xfrm>
                <a:off x="3960" y="1280"/>
                <a:ext cx="432" cy="224"/>
              </a:xfrm>
              <a:prstGeom prst="line">
                <a:avLst/>
              </a:prstGeom>
              <a:ln w="19050" cap="flat" cmpd="sng">
                <a:solidFill>
                  <a:schemeClr val="tx1"/>
                </a:solidFill>
                <a:prstDash val="solid"/>
                <a:miter/>
                <a:headEnd type="none" w="med" len="med"/>
                <a:tailEnd type="none" w="med" len="med"/>
              </a:ln>
            </p:spPr>
          </p:sp>
          <p:sp>
            <p:nvSpPr>
              <p:cNvPr id="198681" name="Text Box 46"/>
              <p:cNvSpPr txBox="1"/>
              <p:nvPr/>
            </p:nvSpPr>
            <p:spPr>
              <a:xfrm>
                <a:off x="4582" y="1256"/>
                <a:ext cx="233" cy="2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r>
                  <a:rPr lang="en-US" altLang="zh-CN" sz="2400" b="1" dirty="0">
                    <a:latin typeface="Times New Roman" panose="02020603050405020304" pitchFamily="18" charset="0"/>
                  </a:rPr>
                  <a:t>P</a:t>
                </a:r>
                <a:endParaRPr lang="en-US" altLang="zh-CN" sz="2400" b="1" dirty="0">
                  <a:latin typeface="Times New Roman" panose="02020603050405020304" pitchFamily="18" charset="0"/>
                </a:endParaRPr>
              </a:p>
            </p:txBody>
          </p:sp>
          <p:sp>
            <p:nvSpPr>
              <p:cNvPr id="198682" name="Line 47"/>
              <p:cNvSpPr/>
              <p:nvPr/>
            </p:nvSpPr>
            <p:spPr>
              <a:xfrm flipH="1">
                <a:off x="4312" y="1512"/>
                <a:ext cx="0" cy="592"/>
              </a:xfrm>
              <a:prstGeom prst="line">
                <a:avLst/>
              </a:prstGeom>
              <a:ln w="19050" cap="flat" cmpd="sng">
                <a:solidFill>
                  <a:schemeClr val="tx1"/>
                </a:solidFill>
                <a:prstDash val="solid"/>
                <a:miter/>
                <a:headEnd type="none" w="med" len="med"/>
                <a:tailEnd type="none" w="med" len="med"/>
              </a:ln>
            </p:spPr>
          </p:sp>
          <p:sp>
            <p:nvSpPr>
              <p:cNvPr id="198683" name="Text Box 48"/>
              <p:cNvSpPr txBox="1"/>
              <p:nvPr/>
            </p:nvSpPr>
            <p:spPr>
              <a:xfrm>
                <a:off x="3966" y="1480"/>
                <a:ext cx="1462" cy="2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r>
                  <a:rPr lang="en-US" altLang="zh-CN" sz="2400" b="1" dirty="0">
                    <a:latin typeface="Times New Roman" panose="02020603050405020304" pitchFamily="18" charset="0"/>
                  </a:rPr>
                  <a:t>= 1  = 2   </a:t>
                </a:r>
                <a:r>
                  <a:rPr lang="en-US" altLang="zh-CN" sz="2400" b="1" dirty="0">
                    <a:latin typeface="Times New Roman" panose="02020603050405020304" pitchFamily="18" charset="0"/>
                    <a:ea typeface="Times New Roman" panose="02020603050405020304" pitchFamily="18" charset="0"/>
                  </a:rPr>
                  <a:t>…</a:t>
                </a:r>
                <a:r>
                  <a:rPr lang="en-US" altLang="zh-CN" sz="2400" b="1" dirty="0">
                    <a:latin typeface="Times New Roman" panose="02020603050405020304" pitchFamily="18" charset="0"/>
                    <a:cs typeface="Times New Roman" panose="02020603050405020304" pitchFamily="18" charset="0"/>
                  </a:rPr>
                  <a:t>   = n</a:t>
                </a:r>
                <a:endParaRPr lang="en-US" altLang="zh-CN" sz="2400" b="1" dirty="0">
                  <a:latin typeface="Times New Roman" panose="02020603050405020304" pitchFamily="18" charset="0"/>
                </a:endParaRPr>
              </a:p>
            </p:txBody>
          </p:sp>
          <p:sp>
            <p:nvSpPr>
              <p:cNvPr id="198684" name="Line 49"/>
              <p:cNvSpPr/>
              <p:nvPr/>
            </p:nvSpPr>
            <p:spPr>
              <a:xfrm flipH="1">
                <a:off x="4680" y="1512"/>
                <a:ext cx="0" cy="592"/>
              </a:xfrm>
              <a:prstGeom prst="line">
                <a:avLst/>
              </a:prstGeom>
              <a:ln w="19050" cap="flat" cmpd="sng">
                <a:solidFill>
                  <a:schemeClr val="tx1"/>
                </a:solidFill>
                <a:prstDash val="solid"/>
                <a:miter/>
                <a:headEnd type="none" w="med" len="med"/>
                <a:tailEnd type="none" w="med" len="med"/>
              </a:ln>
            </p:spPr>
          </p:sp>
          <p:sp>
            <p:nvSpPr>
              <p:cNvPr id="198685" name="Line 50"/>
              <p:cNvSpPr/>
              <p:nvPr/>
            </p:nvSpPr>
            <p:spPr>
              <a:xfrm flipH="1">
                <a:off x="5040" y="1512"/>
                <a:ext cx="0" cy="592"/>
              </a:xfrm>
              <a:prstGeom prst="line">
                <a:avLst/>
              </a:prstGeom>
              <a:ln w="19050" cap="flat" cmpd="sng">
                <a:solidFill>
                  <a:schemeClr val="tx1"/>
                </a:solidFill>
                <a:prstDash val="solid"/>
                <a:miter/>
                <a:headEnd type="none" w="med" len="med"/>
                <a:tailEnd type="none" w="med" len="med"/>
              </a:ln>
            </p:spPr>
          </p:sp>
          <p:sp>
            <p:nvSpPr>
              <p:cNvPr id="198686" name="Line 51"/>
              <p:cNvSpPr/>
              <p:nvPr/>
            </p:nvSpPr>
            <p:spPr>
              <a:xfrm>
                <a:off x="3960" y="1504"/>
                <a:ext cx="1472" cy="0"/>
              </a:xfrm>
              <a:prstGeom prst="line">
                <a:avLst/>
              </a:prstGeom>
              <a:ln w="19050" cap="flat" cmpd="sng">
                <a:solidFill>
                  <a:schemeClr val="tx1"/>
                </a:solidFill>
                <a:prstDash val="solid"/>
                <a:miter/>
                <a:headEnd type="none" w="med" len="med"/>
                <a:tailEnd type="none" w="med" len="med"/>
              </a:ln>
            </p:spPr>
          </p:sp>
          <p:sp>
            <p:nvSpPr>
              <p:cNvPr id="198687" name="Text Box 52"/>
              <p:cNvSpPr txBox="1"/>
              <p:nvPr/>
            </p:nvSpPr>
            <p:spPr>
              <a:xfrm>
                <a:off x="3982" y="1746"/>
                <a:ext cx="1404" cy="2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r>
                  <a:rPr lang="en-US" altLang="zh-CN" sz="2400" b="1" dirty="0">
                    <a:latin typeface="Times New Roman" panose="02020603050405020304" pitchFamily="18" charset="0"/>
                  </a:rPr>
                  <a:t>A</a:t>
                </a:r>
                <a:r>
                  <a:rPr lang="en-US" altLang="zh-CN" sz="2400" b="1" baseline="-25000" dirty="0">
                    <a:latin typeface="Times New Roman" panose="02020603050405020304" pitchFamily="18" charset="0"/>
                  </a:rPr>
                  <a:t>1</a:t>
                </a:r>
                <a:r>
                  <a:rPr lang="en-US" altLang="zh-CN" sz="2400" b="1" dirty="0">
                    <a:latin typeface="Times New Roman" panose="02020603050405020304" pitchFamily="18" charset="0"/>
                  </a:rPr>
                  <a:t>   A</a:t>
                </a:r>
                <a:r>
                  <a:rPr lang="en-US" altLang="zh-CN" sz="2400" b="1" baseline="-25000" dirty="0">
                    <a:latin typeface="Times New Roman" panose="02020603050405020304" pitchFamily="18" charset="0"/>
                  </a:rPr>
                  <a:t>2</a:t>
                </a:r>
                <a:r>
                  <a:rPr lang="en-US" altLang="zh-CN" sz="2400" b="1" dirty="0">
                    <a:latin typeface="Times New Roman" panose="02020603050405020304" pitchFamily="18" charset="0"/>
                  </a:rPr>
                  <a:t>    …   A</a:t>
                </a:r>
                <a:r>
                  <a:rPr lang="en-US" altLang="zh-CN" sz="2400" b="1" baseline="-25000" dirty="0">
                    <a:latin typeface="Times New Roman" panose="02020603050405020304" pitchFamily="18" charset="0"/>
                  </a:rPr>
                  <a:t>n</a:t>
                </a:r>
                <a:endParaRPr lang="en-US" altLang="zh-CN" sz="2400" b="1" baseline="-25000" dirty="0">
                  <a:latin typeface="Times New Roman" panose="02020603050405020304" pitchFamily="18" charset="0"/>
                </a:endParaRPr>
              </a:p>
            </p:txBody>
          </p:sp>
        </p:grpSp>
        <p:sp>
          <p:nvSpPr>
            <p:cNvPr id="198670" name="Text Box 53"/>
            <p:cNvSpPr txBox="1"/>
            <p:nvPr/>
          </p:nvSpPr>
          <p:spPr>
            <a:xfrm>
              <a:off x="542" y="1925"/>
              <a:ext cx="116" cy="2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endParaRPr lang="zh-CN" altLang="zh-CN" sz="2400" dirty="0">
                <a:latin typeface="Times New Roman" panose="02020603050405020304" pitchFamily="18" charset="0"/>
              </a:endParaRPr>
            </a:p>
          </p:txBody>
        </p:sp>
        <p:sp>
          <p:nvSpPr>
            <p:cNvPr id="198671" name="Text Box 54"/>
            <p:cNvSpPr txBox="1"/>
            <p:nvPr/>
          </p:nvSpPr>
          <p:spPr>
            <a:xfrm>
              <a:off x="526" y="1976"/>
              <a:ext cx="695" cy="2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r>
                <a:rPr lang="zh-CN" altLang="en-US" sz="2400" b="1" dirty="0">
                  <a:latin typeface="Times New Roman" panose="02020603050405020304" pitchFamily="18" charset="0"/>
                  <a:ea typeface="仿宋_GB2312" pitchFamily="49" charset="-122"/>
                </a:rPr>
                <a:t>顺序型</a:t>
              </a:r>
              <a:endParaRPr lang="zh-CN" altLang="en-US" sz="2400" b="1" dirty="0">
                <a:latin typeface="Times New Roman" panose="02020603050405020304" pitchFamily="18" charset="0"/>
                <a:ea typeface="仿宋_GB2312" pitchFamily="49" charset="-122"/>
              </a:endParaRPr>
            </a:p>
          </p:txBody>
        </p:sp>
        <p:sp>
          <p:nvSpPr>
            <p:cNvPr id="198672" name="Text Box 55"/>
            <p:cNvSpPr txBox="1"/>
            <p:nvPr/>
          </p:nvSpPr>
          <p:spPr>
            <a:xfrm>
              <a:off x="1590" y="1989"/>
              <a:ext cx="919" cy="2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r>
                <a:rPr lang="zh-CN" altLang="en-US" sz="2400" b="1" dirty="0">
                  <a:latin typeface="Times New Roman" panose="02020603050405020304" pitchFamily="18" charset="0"/>
                  <a:ea typeface="仿宋_GB2312" pitchFamily="49" charset="-122"/>
                </a:rPr>
                <a:t>选择型</a:t>
              </a:r>
              <a:r>
                <a:rPr lang="en-US" altLang="zh-CN" sz="2400" b="1" dirty="0">
                  <a:latin typeface="Times New Roman" panose="02020603050405020304" pitchFamily="18" charset="0"/>
                  <a:ea typeface="仿宋_GB2312" pitchFamily="49" charset="-122"/>
                </a:rPr>
                <a:t>(1)</a:t>
              </a:r>
              <a:endParaRPr lang="en-US" altLang="zh-CN" sz="2400" b="1" dirty="0">
                <a:latin typeface="Times New Roman" panose="02020603050405020304" pitchFamily="18" charset="0"/>
                <a:ea typeface="仿宋_GB2312" pitchFamily="49" charset="-122"/>
              </a:endParaRPr>
            </a:p>
          </p:txBody>
        </p:sp>
        <p:sp>
          <p:nvSpPr>
            <p:cNvPr id="198673" name="Text Box 56"/>
            <p:cNvSpPr txBox="1"/>
            <p:nvPr/>
          </p:nvSpPr>
          <p:spPr>
            <a:xfrm>
              <a:off x="2784" y="1992"/>
              <a:ext cx="919" cy="2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r>
                <a:rPr lang="zh-CN" altLang="en-US" sz="2400" b="1" dirty="0">
                  <a:latin typeface="Times New Roman" panose="02020603050405020304" pitchFamily="18" charset="0"/>
                  <a:ea typeface="仿宋_GB2312" pitchFamily="49" charset="-122"/>
                </a:rPr>
                <a:t>选择型</a:t>
              </a:r>
              <a:r>
                <a:rPr lang="en-US" altLang="zh-CN" sz="2400" b="1" dirty="0">
                  <a:latin typeface="Times New Roman" panose="02020603050405020304" pitchFamily="18" charset="0"/>
                  <a:ea typeface="仿宋_GB2312" pitchFamily="49" charset="-122"/>
                </a:rPr>
                <a:t>(2)</a:t>
              </a:r>
              <a:endParaRPr lang="en-US" altLang="zh-CN" sz="2400" b="1" dirty="0">
                <a:latin typeface="Times New Roman" panose="02020603050405020304" pitchFamily="18" charset="0"/>
                <a:ea typeface="仿宋_GB2312" pitchFamily="49" charset="-122"/>
              </a:endParaRPr>
            </a:p>
          </p:txBody>
        </p:sp>
        <p:sp>
          <p:nvSpPr>
            <p:cNvPr id="198674" name="Text Box 57"/>
            <p:cNvSpPr txBox="1"/>
            <p:nvPr/>
          </p:nvSpPr>
          <p:spPr>
            <a:xfrm>
              <a:off x="303" y="3227"/>
              <a:ext cx="1306"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r>
                <a:rPr lang="zh-CN" altLang="en-US" sz="2400" b="1" dirty="0">
                  <a:latin typeface="Times New Roman" panose="02020603050405020304" pitchFamily="18" charset="0"/>
                  <a:ea typeface="仿宋_GB2312" pitchFamily="49" charset="-122"/>
                </a:rPr>
                <a:t>先判断重复型</a:t>
              </a:r>
              <a:endParaRPr lang="zh-CN" altLang="en-US" sz="2400" b="1" dirty="0">
                <a:latin typeface="Times New Roman" panose="02020603050405020304" pitchFamily="18" charset="0"/>
                <a:ea typeface="仿宋_GB2312" pitchFamily="49" charset="-122"/>
              </a:endParaRPr>
            </a:p>
          </p:txBody>
        </p:sp>
        <p:sp>
          <p:nvSpPr>
            <p:cNvPr id="198675" name="Text Box 58"/>
            <p:cNvSpPr txBox="1"/>
            <p:nvPr/>
          </p:nvSpPr>
          <p:spPr>
            <a:xfrm>
              <a:off x="1680" y="3218"/>
              <a:ext cx="1498"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r>
                <a:rPr lang="zh-CN" altLang="en-US" sz="2400" b="1" dirty="0">
                  <a:latin typeface="Times New Roman" panose="02020603050405020304" pitchFamily="18" charset="0"/>
                  <a:ea typeface="仿宋_GB2312" pitchFamily="49" charset="-122"/>
                </a:rPr>
                <a:t>后判断重复型</a:t>
              </a:r>
              <a:endParaRPr lang="zh-CN" altLang="en-US" sz="2400" b="1" dirty="0">
                <a:latin typeface="Times New Roman" panose="02020603050405020304" pitchFamily="18" charset="0"/>
                <a:ea typeface="仿宋_GB2312" pitchFamily="49" charset="-122"/>
              </a:endParaRPr>
            </a:p>
          </p:txBody>
        </p:sp>
        <p:sp>
          <p:nvSpPr>
            <p:cNvPr id="198676" name="Text Box 59"/>
            <p:cNvSpPr txBox="1"/>
            <p:nvPr/>
          </p:nvSpPr>
          <p:spPr>
            <a:xfrm>
              <a:off x="4068" y="2152"/>
              <a:ext cx="1274" cy="2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stStyle>
            <a:p>
              <a:pPr marL="0" lvl="0" indent="0" eaLnBrk="1" hangingPunct="1">
                <a:spcBef>
                  <a:spcPct val="0"/>
                </a:spcBef>
                <a:buClrTx/>
                <a:buSzTx/>
                <a:buFontTx/>
                <a:buNone/>
              </a:pPr>
              <a:r>
                <a:rPr lang="zh-CN" altLang="en-US" sz="2400" b="1" dirty="0">
                  <a:latin typeface="Times New Roman" panose="02020603050405020304" pitchFamily="18" charset="0"/>
                  <a:ea typeface="仿宋_GB2312" pitchFamily="49" charset="-122"/>
                </a:rPr>
                <a:t>多分支选择型</a:t>
              </a:r>
              <a:endParaRPr lang="zh-CN" altLang="en-US" sz="2400" b="1" dirty="0">
                <a:latin typeface="Times New Roman" panose="02020603050405020304" pitchFamily="18" charset="0"/>
                <a:ea typeface="仿宋_GB2312" pitchFamily="49" charset="-122"/>
              </a:endParaRPr>
            </a:p>
          </p:txBody>
        </p:sp>
      </p:gr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宋体" panose="02010600030101010101" pitchFamily="2" charset="-122"/>
                <a:cs typeface="Times New Roman" panose="02020603050405020304" pitchFamily="18" charset="0"/>
              </a:rPr>
              <a:t>2.2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结构化设计</a:t>
            </a:r>
            <a:endPar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3"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
        <p:nvSpPr>
          <p:cNvPr id="4" name="Rectangle 3"/>
          <p:cNvSpPr>
            <a:spLocks noGrp="1" noChangeArrowheads="1"/>
          </p:cNvSpPr>
          <p:nvPr/>
        </p:nvSpPr>
        <p:spPr>
          <a:xfrm>
            <a:off x="425450" y="1640840"/>
            <a:ext cx="8112760" cy="609600"/>
          </a:xfrm>
          <a:prstGeom prst="rect">
            <a:avLst/>
          </a:prstGeom>
          <a:noFill/>
          <a:ln w="9525">
            <a:noFill/>
          </a:ln>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vl6pPr marL="20561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6pPr>
            <a:lvl7pPr marL="25133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7pPr>
            <a:lvl8pPr marL="29705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8pPr>
            <a:lvl9pPr marL="34277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9pPr>
          </a:lstStyle>
          <a:p>
            <a:pPr marL="342900" marR="0" lvl="0" indent="-342900" algn="l" defTabSz="914400" rtl="0" eaLnBrk="1" fontAlgn="base" latinLnBrk="0" hangingPunct="1">
              <a:lnSpc>
                <a:spcPct val="105000"/>
              </a:lnSpc>
              <a:spcBef>
                <a:spcPct val="20000"/>
              </a:spcBef>
              <a:spcAft>
                <a:spcPct val="0"/>
              </a:spcAft>
              <a:buClr>
                <a:srgbClr val="990099"/>
              </a:buClr>
              <a:buSzPct val="70000"/>
              <a:buFont typeface="Wingdings" panose="05000000000000000000" pitchFamily="2" charset="2"/>
              <a:buChar char="l"/>
              <a:defRPr/>
            </a:pPr>
            <a:r>
              <a:rPr lang="en-US" altLang="zh-CN" sz="2000" b="1" kern="0" noProof="0">
                <a:ln>
                  <a:noFill/>
                </a:ln>
                <a:solidFill>
                  <a:srgbClr val="FF0000"/>
                </a:solidFill>
                <a:effectLst>
                  <a:outerShdw blurRad="38100" dist="38100" dir="2700000" algn="tl">
                    <a:srgbClr val="C0C0C0"/>
                  </a:outerShdw>
                </a:effectLst>
                <a:uLnTx/>
                <a:uFillTx/>
                <a:ea typeface="仿宋_GB2312" pitchFamily="49" charset="-122"/>
                <a:sym typeface="+mn-ea"/>
              </a:rPr>
              <a:t>N</a:t>
            </a:r>
            <a:r>
              <a:rPr lang="en-US" altLang="zh-CN" sz="2000" b="1" kern="0" noProof="0">
                <a:ln>
                  <a:noFill/>
                </a:ln>
                <a:solidFill>
                  <a:srgbClr val="FF0000"/>
                </a:solidFill>
                <a:effectLst>
                  <a:outerShdw blurRad="38100" dist="38100" dir="2700000" algn="tl">
                    <a:srgbClr val="C0C0C0"/>
                  </a:outerShdw>
                </a:effectLst>
                <a:uLnTx/>
                <a:uFillTx/>
                <a:latin typeface="宋体" panose="02010600030101010101" pitchFamily="2" charset="-122"/>
                <a:sym typeface="+mn-ea"/>
              </a:rPr>
              <a:t>-</a:t>
            </a:r>
            <a:r>
              <a:rPr lang="en-US" altLang="zh-CN" sz="2000" b="1" kern="0" noProof="0">
                <a:ln>
                  <a:noFill/>
                </a:ln>
                <a:solidFill>
                  <a:srgbClr val="FF0000"/>
                </a:solidFill>
                <a:effectLst>
                  <a:outerShdw blurRad="38100" dist="38100" dir="2700000" algn="tl">
                    <a:srgbClr val="C0C0C0"/>
                  </a:outerShdw>
                </a:effectLst>
                <a:uLnTx/>
                <a:uFillTx/>
                <a:ea typeface="仿宋_GB2312" pitchFamily="49" charset="-122"/>
                <a:sym typeface="+mn-ea"/>
              </a:rPr>
              <a:t>S</a:t>
            </a:r>
            <a:r>
              <a:rPr lang="zh-CN" altLang="en-US" sz="2000" b="1" kern="0" noProof="0">
                <a:ln>
                  <a:noFill/>
                </a:ln>
                <a:solidFill>
                  <a:srgbClr val="FF0000"/>
                </a:solidFill>
                <a:effectLst>
                  <a:outerShdw blurRad="38100" dist="38100" dir="2700000" algn="tl">
                    <a:srgbClr val="C0C0C0"/>
                  </a:outerShdw>
                </a:effectLst>
                <a:uLnTx/>
                <a:uFillTx/>
                <a:ea typeface="仿宋_GB2312" pitchFamily="49" charset="-122"/>
                <a:sym typeface="+mn-ea"/>
              </a:rPr>
              <a:t>图</a:t>
            </a:r>
            <a:r>
              <a:rPr lang="zh-CN" altLang="en-US" sz="2000" b="1" kern="0" noProof="0">
                <a:ln>
                  <a:noFill/>
                </a:ln>
                <a:effectLst>
                  <a:outerShdw blurRad="38100" dist="38100" dir="2700000" algn="tl">
                    <a:srgbClr val="C0C0C0"/>
                  </a:outerShdw>
                </a:effectLst>
                <a:uLnTx/>
                <a:uFillTx/>
                <a:ea typeface="仿宋_GB2312" pitchFamily="49" charset="-122"/>
                <a:sym typeface="+mn-ea"/>
              </a:rPr>
              <a:t>也叫做盒图。五种基本控制结构由五种图形构件表示</a:t>
            </a:r>
            <a:r>
              <a:rPr kumimoji="0" lang="en-US" altLang="zh-CN" sz="2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仿宋_GB2312" pitchFamily="49" charset="-122"/>
                <a:cs typeface="+mn-cs"/>
              </a:rPr>
              <a:t>:</a:t>
            </a:r>
            <a:endParaRPr kumimoji="0" lang="en-US" altLang="zh-CN" sz="2000" b="0" i="0" u="none" strike="noStrike" kern="0" cap="none" spc="0" normalizeH="0" baseline="0" noProof="0">
              <a:ln>
                <a:noFill/>
              </a:ln>
              <a:solidFill>
                <a:schemeClr val="tx1"/>
              </a:solidFill>
              <a:effectLst/>
              <a:uLnTx/>
              <a:uFillTx/>
              <a:latin typeface="+mn-lt"/>
              <a:ea typeface="宋体" panose="02010600030101010101" pitchFamily="2" charset="-122"/>
              <a:cs typeface="+mn-cs"/>
            </a:endParaRPr>
          </a:p>
        </p:txBody>
      </p:sp>
      <p:pic>
        <p:nvPicPr>
          <p:cNvPr id="199688" name="Picture 27"/>
          <p:cNvPicPr>
            <a:picLocks noChangeAspect="1"/>
          </p:cNvPicPr>
          <p:nvPr/>
        </p:nvPicPr>
        <p:blipFill>
          <a:blip r:embed="rId1"/>
          <a:stretch>
            <a:fillRect/>
          </a:stretch>
        </p:blipFill>
        <p:spPr>
          <a:xfrm>
            <a:off x="352425" y="1477645"/>
            <a:ext cx="8351520" cy="4547235"/>
          </a:xfrm>
          <a:prstGeom prst="rect">
            <a:avLst/>
          </a:prstGeom>
          <a:noFill/>
          <a:ln w="9525">
            <a:noFill/>
          </a:ln>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宋体" panose="02010600030101010101" pitchFamily="2" charset="-122"/>
                <a:cs typeface="Times New Roman" panose="02020603050405020304" pitchFamily="18" charset="0"/>
              </a:rPr>
              <a:t>2.2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结构化设计</a:t>
            </a:r>
            <a:endPar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3"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
        <p:nvSpPr>
          <p:cNvPr id="4" name="Rectangle 3"/>
          <p:cNvSpPr>
            <a:spLocks noGrp="1" noChangeArrowheads="1"/>
          </p:cNvSpPr>
          <p:nvPr/>
        </p:nvSpPr>
        <p:spPr>
          <a:xfrm>
            <a:off x="425450" y="1640840"/>
            <a:ext cx="8112760" cy="609600"/>
          </a:xfrm>
          <a:prstGeom prst="rect">
            <a:avLst/>
          </a:prstGeom>
          <a:noFill/>
          <a:ln w="9525">
            <a:noFill/>
          </a:ln>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宋体" panose="02010600030101010101" pitchFamily="2" charset="-122"/>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宋体" panose="02010600030101010101" pitchFamily="2" charset="-122"/>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宋体" panose="02010600030101010101" pitchFamily="2" charset="-122"/>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宋体" panose="02010600030101010101" pitchFamily="2" charset="-122"/>
              </a:defRPr>
            </a:lvl5pPr>
            <a:lvl6pPr marL="20561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6pPr>
            <a:lvl7pPr marL="25133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7pPr>
            <a:lvl8pPr marL="29705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8pPr>
            <a:lvl9pPr marL="34277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9pPr>
          </a:lstStyle>
          <a:p>
            <a:pPr marL="342900" marR="0" lvl="0" indent="-342900" algn="l" defTabSz="914400" rtl="0" eaLnBrk="1" fontAlgn="base" latinLnBrk="0" hangingPunct="1">
              <a:lnSpc>
                <a:spcPct val="105000"/>
              </a:lnSpc>
              <a:spcBef>
                <a:spcPct val="20000"/>
              </a:spcBef>
              <a:spcAft>
                <a:spcPct val="0"/>
              </a:spcAft>
              <a:buClr>
                <a:srgbClr val="990099"/>
              </a:buClr>
              <a:buSzPct val="70000"/>
              <a:buFont typeface="Wingdings" panose="05000000000000000000" pitchFamily="2" charset="2"/>
              <a:buChar char="l"/>
              <a:defRPr/>
            </a:pPr>
            <a:r>
              <a:rPr lang="en-US" altLang="zh-CN" sz="2000" b="1" kern="0" noProof="0">
                <a:ln>
                  <a:noFill/>
                </a:ln>
                <a:solidFill>
                  <a:schemeClr val="tx1"/>
                </a:solidFill>
                <a:effectLst>
                  <a:outerShdw blurRad="38100" dist="38100" dir="2700000" algn="tl">
                    <a:srgbClr val="C0C0C0"/>
                  </a:outerShdw>
                </a:effectLst>
                <a:uLnTx/>
                <a:uFillTx/>
                <a:ea typeface="仿宋_GB2312" pitchFamily="49" charset="-122"/>
                <a:sym typeface="+mn-ea"/>
              </a:rPr>
              <a:t>N</a:t>
            </a:r>
            <a:r>
              <a:rPr lang="en-US" altLang="zh-CN" sz="2000" b="1" kern="0" noProof="0">
                <a:ln>
                  <a:noFill/>
                </a:ln>
                <a:solidFill>
                  <a:schemeClr val="tx1"/>
                </a:solidFill>
                <a:effectLst>
                  <a:outerShdw blurRad="38100" dist="38100" dir="2700000" algn="tl">
                    <a:srgbClr val="C0C0C0"/>
                  </a:outerShdw>
                </a:effectLst>
                <a:uLnTx/>
                <a:uFillTx/>
                <a:latin typeface="宋体" panose="02010600030101010101" pitchFamily="2" charset="-122"/>
                <a:sym typeface="+mn-ea"/>
              </a:rPr>
              <a:t>-</a:t>
            </a:r>
            <a:r>
              <a:rPr lang="en-US" altLang="zh-CN" sz="2000" b="1" kern="0" noProof="0">
                <a:ln>
                  <a:noFill/>
                </a:ln>
                <a:solidFill>
                  <a:schemeClr val="tx1"/>
                </a:solidFill>
                <a:effectLst>
                  <a:outerShdw blurRad="38100" dist="38100" dir="2700000" algn="tl">
                    <a:srgbClr val="C0C0C0"/>
                  </a:outerShdw>
                </a:effectLst>
                <a:uLnTx/>
                <a:uFillTx/>
                <a:ea typeface="仿宋_GB2312" pitchFamily="49" charset="-122"/>
                <a:sym typeface="+mn-ea"/>
              </a:rPr>
              <a:t>S</a:t>
            </a:r>
            <a:r>
              <a:rPr lang="zh-CN" altLang="en-US" sz="2000" b="1" kern="0" noProof="0">
                <a:ln>
                  <a:noFill/>
                </a:ln>
                <a:solidFill>
                  <a:schemeClr val="tx1"/>
                </a:solidFill>
                <a:effectLst>
                  <a:outerShdw blurRad="38100" dist="38100" dir="2700000" algn="tl">
                    <a:srgbClr val="C0C0C0"/>
                  </a:outerShdw>
                </a:effectLst>
                <a:uLnTx/>
                <a:uFillTx/>
                <a:ea typeface="仿宋_GB2312" pitchFamily="49" charset="-122"/>
                <a:sym typeface="+mn-ea"/>
              </a:rPr>
              <a:t>图的嵌套定义形式</a:t>
            </a:r>
            <a:endParaRPr lang="zh-CN" altLang="en-US" sz="2000" b="1" kern="0" noProof="0">
              <a:ln>
                <a:noFill/>
              </a:ln>
              <a:solidFill>
                <a:schemeClr val="tx1"/>
              </a:solidFill>
              <a:effectLst>
                <a:outerShdw blurRad="38100" dist="38100" dir="2700000" algn="tl">
                  <a:srgbClr val="C0C0C0"/>
                </a:outerShdw>
              </a:effectLst>
              <a:uLnTx/>
              <a:uFillTx/>
              <a:ea typeface="仿宋_GB2312" pitchFamily="49" charset="-122"/>
              <a:sym typeface="+mn-ea"/>
            </a:endParaRPr>
          </a:p>
        </p:txBody>
      </p:sp>
      <p:pic>
        <p:nvPicPr>
          <p:cNvPr id="200710" name="Picture 3"/>
          <p:cNvPicPr>
            <a:picLocks noChangeAspect="1"/>
          </p:cNvPicPr>
          <p:nvPr/>
        </p:nvPicPr>
        <p:blipFill>
          <a:blip r:embed="rId1"/>
          <a:stretch>
            <a:fillRect/>
          </a:stretch>
        </p:blipFill>
        <p:spPr>
          <a:xfrm>
            <a:off x="143510" y="2183130"/>
            <a:ext cx="8484235" cy="3815080"/>
          </a:xfrm>
          <a:prstGeom prst="rect">
            <a:avLst/>
          </a:prstGeom>
          <a:noFill/>
          <a:ln w="9525">
            <a:noFill/>
          </a:ln>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3 </a:t>
            </a:r>
            <a:r>
              <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小结</a:t>
            </a:r>
            <a:endParaRPr kumimoji="0" lang="zh-CN" altLang="en-US" sz="36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3"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sp>
        <p:nvSpPr>
          <p:cNvPr id="279555" name="内容占位符 2"/>
          <p:cNvSpPr>
            <a:spLocks noGrp="1"/>
          </p:cNvSpPr>
          <p:nvPr>
            <p:ph idx="1"/>
          </p:nvPr>
        </p:nvSpPr>
        <p:spPr>
          <a:xfrm>
            <a:off x="457200" y="1721485"/>
            <a:ext cx="8069580" cy="4716780"/>
          </a:xfrm>
        </p:spPr>
        <p:txBody>
          <a:bodyPr vert="horz" wrap="square" lIns="91440" tIns="45720" rIns="91440" bIns="45720" anchor="t" anchorCtr="0">
            <a:normAutofit lnSpcReduction="10000"/>
          </a:bodyPr>
          <a:lstStyle/>
          <a:p>
            <a:pPr eaLnBrk="1" hangingPunct="1"/>
            <a:r>
              <a:rPr lang="zh-CN" altLang="zh-CN" sz="2800" b="1" dirty="0"/>
              <a:t>结构化方法是软件工程的经典方法，特点在于自顶向下，逐步求精。</a:t>
            </a:r>
            <a:endParaRPr lang="zh-CN" altLang="zh-CN" sz="2800" b="1" dirty="0"/>
          </a:p>
          <a:p>
            <a:pPr eaLnBrk="1" hangingPunct="1"/>
            <a:r>
              <a:rPr lang="zh-CN" altLang="zh-CN" sz="2800" b="1" dirty="0"/>
              <a:t>结构化分析主要包括功能建模和数据建模，通常使用数据流图（</a:t>
            </a:r>
            <a:r>
              <a:rPr lang="en-US" altLang="zh-CN" sz="2800" b="1" dirty="0"/>
              <a:t>DFD</a:t>
            </a:r>
            <a:r>
              <a:rPr lang="zh-CN" altLang="zh-CN" sz="2800" b="1" dirty="0"/>
              <a:t>）和实体</a:t>
            </a:r>
            <a:r>
              <a:rPr lang="en-US" altLang="zh-CN" sz="2800" b="1" dirty="0"/>
              <a:t>-</a:t>
            </a:r>
            <a:r>
              <a:rPr lang="zh-CN" altLang="zh-CN" sz="2800" b="1" dirty="0"/>
              <a:t>联系图（</a:t>
            </a:r>
            <a:r>
              <a:rPr lang="en-US" altLang="zh-CN" sz="2800" b="1" dirty="0"/>
              <a:t>E-R</a:t>
            </a:r>
            <a:r>
              <a:rPr lang="zh-CN" altLang="zh-CN" sz="2800" b="1" dirty="0"/>
              <a:t>）来描述。</a:t>
            </a:r>
            <a:endParaRPr lang="en-US" altLang="zh-CN" sz="2800" b="1" dirty="0"/>
          </a:p>
          <a:p>
            <a:pPr eaLnBrk="1" hangingPunct="1"/>
            <a:r>
              <a:rPr lang="zh-CN" altLang="zh-CN" sz="2800" b="1" dirty="0"/>
              <a:t>结构化设计通常分为概要设计和详细设计两步。</a:t>
            </a:r>
            <a:endParaRPr lang="en-US" altLang="zh-CN" sz="2800" b="1" dirty="0"/>
          </a:p>
          <a:p>
            <a:pPr eaLnBrk="1" hangingPunct="1"/>
            <a:r>
              <a:rPr lang="zh-CN" altLang="zh-CN" sz="2800" b="1" dirty="0"/>
              <a:t>概要设计的重点在于如何合理划分系统模块，指导模块划分的原则是保证模块之间的高内聚低耦合原则。概要设计阶段使用的工具是软件结构图。</a:t>
            </a:r>
            <a:endParaRPr lang="en-US" altLang="zh-CN" sz="2800" b="1" dirty="0"/>
          </a:p>
          <a:p>
            <a:pPr eaLnBrk="1" hangingPunct="1"/>
            <a:r>
              <a:rPr lang="zh-CN" altLang="zh-CN" sz="2800" b="1" dirty="0"/>
              <a:t>详细设计阶段，建议使用</a:t>
            </a:r>
            <a:r>
              <a:rPr lang="en-US" altLang="zh-CN" sz="2800" b="1" dirty="0"/>
              <a:t>N-S</a:t>
            </a:r>
            <a:r>
              <a:rPr lang="zh-CN" altLang="zh-CN" sz="2800" b="1" dirty="0"/>
              <a:t>图这样符合结构化程序设计语言规范的工具来定义模块内部的流程。</a:t>
            </a:r>
            <a:endParaRPr lang="zh-CN" altLang="zh-CN" sz="2800" b="1" dirty="0"/>
          </a:p>
          <a:p>
            <a:pPr eaLnBrk="1" hangingPunct="1"/>
            <a:endParaRPr lang="zh-CN" altLang="en-US" dirty="0"/>
          </a:p>
        </p:txBody>
      </p:sp>
    </p:spTree>
  </p:cSld>
  <p:clrMapOvr>
    <a:masterClrMapping/>
  </p:clrMapOvr>
</p:sld>
</file>

<file path=ppt/tags/tag1.xml><?xml version="1.0" encoding="utf-8"?>
<p:tagLst xmlns:p="http://schemas.openxmlformats.org/presentationml/2006/main">
  <p:tag name="KSO_WPP_MARK_KEY" val="af99ae26-fc3e-4c81-a6fa-5090138d2e7f"/>
  <p:tag name="COMMONDATA" val="eyJoZGlkIjoiMWJmYmVhMGQ2YWQwOTc0ZDFkYmVkZTE0NzFkNThlYzIifQ=="/>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凸显">
  <a:themeElements>
    <a:clrScheme name="凸显">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凸显">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凸显">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Oriel</Template>
  <TotalTime>0</TotalTime>
  <Words>7334</Words>
  <Application>WPS 演示</Application>
  <PresentationFormat>全屏显示(4:3)</PresentationFormat>
  <Paragraphs>1073</Paragraphs>
  <Slides>62</Slides>
  <Notes>119</Notes>
  <HiddenSlides>8</HiddenSlides>
  <MMClips>0</MMClips>
  <ScaleCrop>false</ScaleCrop>
  <HeadingPairs>
    <vt:vector size="6" baseType="variant">
      <vt:variant>
        <vt:lpstr>已用的字体</vt:lpstr>
      </vt:variant>
      <vt:variant>
        <vt:i4>23</vt:i4>
      </vt:variant>
      <vt:variant>
        <vt:lpstr>主题</vt:lpstr>
      </vt:variant>
      <vt:variant>
        <vt:i4>1</vt:i4>
      </vt:variant>
      <vt:variant>
        <vt:lpstr>幻灯片标题</vt:lpstr>
      </vt:variant>
      <vt:variant>
        <vt:i4>62</vt:i4>
      </vt:variant>
    </vt:vector>
  </HeadingPairs>
  <TitlesOfParts>
    <vt:vector size="86" baseType="lpstr">
      <vt:lpstr>Arial</vt:lpstr>
      <vt:lpstr>宋体</vt:lpstr>
      <vt:lpstr>Wingdings</vt:lpstr>
      <vt:lpstr>楷体_GB2312</vt:lpstr>
      <vt:lpstr>新宋体</vt:lpstr>
      <vt:lpstr>Century Schoolbook</vt:lpstr>
      <vt:lpstr>Wingdings 2</vt:lpstr>
      <vt:lpstr>Wingdings</vt:lpstr>
      <vt:lpstr>Times New Roman</vt:lpstr>
      <vt:lpstr>仿宋_GB2312</vt:lpstr>
      <vt:lpstr>仿宋</vt:lpstr>
      <vt:lpstr>微软雅黑</vt:lpstr>
      <vt:lpstr>Arial Unicode MS</vt:lpstr>
      <vt:lpstr>华文楷体</vt:lpstr>
      <vt:lpstr>Wingdings</vt:lpstr>
      <vt:lpstr>Courier New</vt:lpstr>
      <vt:lpstr>Times New Roman Regular</vt:lpstr>
      <vt:lpstr>黑体</vt:lpstr>
      <vt:lpstr>Helvetica Neue</vt:lpstr>
      <vt:lpstr>-apple-system</vt:lpstr>
      <vt:lpstr>华文新魏</vt:lpstr>
      <vt:lpstr>Symbol</vt:lpstr>
      <vt:lpstr>ksdb</vt:lpstr>
      <vt:lpstr>凸显</vt:lpstr>
      <vt:lpstr>2.1 结构化分析</vt:lpstr>
      <vt:lpstr>2.1 结构化分析</vt:lpstr>
      <vt:lpstr>PowerPoint 演示文稿</vt:lpstr>
      <vt:lpstr>2.1 结构化分析</vt:lpstr>
      <vt:lpstr>2.1 结构化分析</vt:lpstr>
      <vt:lpstr>2.1 结构化分析</vt:lpstr>
      <vt:lpstr>2.1 结构化分析</vt:lpstr>
      <vt:lpstr>2.1 结构化分析</vt:lpstr>
      <vt:lpstr>2.1 结构化分析</vt:lpstr>
      <vt:lpstr>2.1 结构化分析</vt:lpstr>
      <vt:lpstr>2.1 结构化分析</vt:lpstr>
      <vt:lpstr>2.1 结构化分析</vt:lpstr>
      <vt:lpstr>2.1 结构化分析</vt:lpstr>
      <vt:lpstr>2.1 结构化分析</vt:lpstr>
      <vt:lpstr>2.1 结构化分析</vt:lpstr>
      <vt:lpstr>2.1 结构化分析</vt:lpstr>
      <vt:lpstr>2.1 结构化分析</vt:lpstr>
      <vt:lpstr>2.1 结构化分析</vt:lpstr>
      <vt:lpstr>2.1 结构化分析</vt:lpstr>
      <vt:lpstr>2.1 结构化分析</vt:lpstr>
      <vt:lpstr>2.1 结构化分析</vt:lpstr>
      <vt:lpstr>2.1 结构化分析</vt:lpstr>
      <vt:lpstr>2.1 结构化分析</vt:lpstr>
      <vt:lpstr>PowerPoint 演示文稿</vt:lpstr>
      <vt:lpstr>PowerPoint 演示文稿</vt:lpstr>
      <vt:lpstr>2.1 结构化分析</vt:lpstr>
      <vt:lpstr>2.1 结构化分析</vt:lpstr>
      <vt:lpstr>PowerPoint 演示文稿</vt:lpstr>
      <vt:lpstr>PowerPoint 演示文稿</vt:lpstr>
      <vt:lpstr>PowerPoint 演示文稿</vt:lpstr>
      <vt:lpstr>2.1 结构化分析</vt:lpstr>
      <vt:lpstr>2.1 结构化分析</vt:lpstr>
      <vt:lpstr>2.2 结构化设计</vt:lpstr>
      <vt:lpstr>2.2 结构化设计</vt:lpstr>
      <vt:lpstr>PowerPoint 演示文稿</vt:lpstr>
      <vt:lpstr>2.2 结构化设计</vt:lpstr>
      <vt:lpstr>2.2 结构化设计</vt:lpstr>
      <vt:lpstr>2.2 结构化设计</vt:lpstr>
      <vt:lpstr>2.2 结构化设计</vt:lpstr>
      <vt:lpstr>2.2 结构化设计</vt:lpstr>
      <vt:lpstr>2.2 结构化设计</vt:lpstr>
      <vt:lpstr>2.2 结构化设计</vt:lpstr>
      <vt:lpstr>2.2 结构化设计</vt:lpstr>
      <vt:lpstr>2.2 结构化设计</vt:lpstr>
      <vt:lpstr>2.2 结构化设计</vt:lpstr>
      <vt:lpstr>2.2 结构化设计</vt:lpstr>
      <vt:lpstr>2.2 结构化设计</vt:lpstr>
      <vt:lpstr>2.2 结构化设计</vt:lpstr>
      <vt:lpstr>2.2 结构化设计</vt:lpstr>
      <vt:lpstr>2.2 结构化设计</vt:lpstr>
      <vt:lpstr>2.2 结构化设计</vt:lpstr>
      <vt:lpstr>2.2 结构化设计</vt:lpstr>
      <vt:lpstr>2.2 结构化设计</vt:lpstr>
      <vt:lpstr>2.2 结构化设计</vt:lpstr>
      <vt:lpstr>2.2 结构化设计</vt:lpstr>
      <vt:lpstr>2.2 结构化设计</vt:lpstr>
      <vt:lpstr>2.2 结构化设计</vt:lpstr>
      <vt:lpstr>2.2 结构化设计</vt:lpstr>
      <vt:lpstr>2.2 结构化设计</vt:lpstr>
      <vt:lpstr>2.2 结构化设计</vt:lpstr>
      <vt:lpstr>2.2 结构化设计</vt:lpstr>
      <vt:lpstr>3 小结</vt:lpstr>
    </vt:vector>
  </TitlesOfParts>
  <Company>elite</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第一章  绪论 1.1  程序设计与程序设计语言</dc:title>
  <dc:creator>shasha</dc:creator>
  <cp:lastModifiedBy>65187</cp:lastModifiedBy>
  <cp:revision>976</cp:revision>
  <cp:lastPrinted>2023-09-15T15:26:00Z</cp:lastPrinted>
  <dcterms:created xsi:type="dcterms:W3CDTF">2023-09-15T15:26:00Z</dcterms:created>
  <dcterms:modified xsi:type="dcterms:W3CDTF">2025-03-17T06:29:14Z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E35F20B3AD384AE49649C83924AE4084_12</vt:lpwstr>
  </property>
  <property fmtid="{D5CDD505-2E9C-101B-9397-08002B2CF9AE}" pid="3" name="KSOProductBuildVer">
    <vt:lpwstr>2052-11.1.0.12165</vt:lpwstr>
  </property>
</Properties>
</file>