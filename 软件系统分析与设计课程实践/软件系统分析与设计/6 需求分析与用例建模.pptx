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handoutMasterIdLst>
    <p:handoutMasterId r:id="rId37"/>
  </p:handoutMasterIdLst>
  <p:sldIdLst>
    <p:sldId id="301" r:id="rId4"/>
    <p:sldId id="303" r:id="rId6"/>
    <p:sldId id="364" r:id="rId7"/>
    <p:sldId id="397" r:id="rId8"/>
    <p:sldId id="398" r:id="rId9"/>
    <p:sldId id="399" r:id="rId10"/>
    <p:sldId id="432" r:id="rId11"/>
    <p:sldId id="434" r:id="rId12"/>
    <p:sldId id="433" r:id="rId13"/>
    <p:sldId id="435" r:id="rId14"/>
    <p:sldId id="309" r:id="rId15"/>
    <p:sldId id="304" r:id="rId16"/>
    <p:sldId id="306" r:id="rId17"/>
    <p:sldId id="396" r:id="rId18"/>
    <p:sldId id="436" r:id="rId19"/>
    <p:sldId id="308" r:id="rId20"/>
    <p:sldId id="310" r:id="rId21"/>
    <p:sldId id="311" r:id="rId22"/>
    <p:sldId id="312" r:id="rId23"/>
    <p:sldId id="313" r:id="rId24"/>
    <p:sldId id="314" r:id="rId25"/>
    <p:sldId id="315" r:id="rId26"/>
    <p:sldId id="316" r:id="rId27"/>
    <p:sldId id="343" r:id="rId28"/>
    <p:sldId id="319" r:id="rId29"/>
    <p:sldId id="320" r:id="rId30"/>
    <p:sldId id="321" r:id="rId31"/>
    <p:sldId id="329" r:id="rId32"/>
    <p:sldId id="328" r:id="rId33"/>
    <p:sldId id="327" r:id="rId34"/>
    <p:sldId id="330" r:id="rId35"/>
    <p:sldId id="332" r:id="rId36"/>
  </p:sldIdLst>
  <p:sldSz cx="9144000" cy="6858000" type="screen4x3"/>
  <p:notesSz cx="6858000" cy="9144000"/>
  <p:custDataLst>
    <p:tags r:id="rId41"/>
  </p:custDataLst>
  <p:defaultTextStyle>
    <a:defPPr>
      <a:defRPr lang="en-US"/>
    </a:defPPr>
    <a:lvl1pPr marL="0" lvl="0" indent="0" algn="l" defTabSz="914400" rtl="0" eaLnBrk="1" fontAlgn="base" latinLnBrk="0" hangingPunct="1">
      <a:lnSpc>
        <a:spcPct val="100000"/>
      </a:lnSpc>
      <a:spcBef>
        <a:spcPct val="0"/>
      </a:spcBef>
      <a:spcAft>
        <a:spcPct val="0"/>
      </a:spcAft>
      <a:buChar char="•"/>
      <a:defRPr sz="28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Char char="•"/>
      <a:defRPr sz="28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Char char="•"/>
      <a:defRPr sz="28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Char char="•"/>
      <a:defRPr sz="28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Char char="•"/>
      <a:defRPr sz="28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Char char="•"/>
      <a:defRPr sz="28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Char char="•"/>
      <a:defRPr sz="28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Char char="•"/>
      <a:defRPr sz="28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Char char="•"/>
      <a:defRPr sz="2800" b="1" i="0" u="none" kern="1200" baseline="0">
        <a:solidFill>
          <a:schemeClr val="tx1"/>
        </a:solidFill>
        <a:latin typeface="Times New Roman" panose="02020603050405020304" pitchFamily="18"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8C9EA"/>
    <a:srgbClr val="CCFF66"/>
    <a:srgbClr val="FFFFCC"/>
    <a:srgbClr val="F9DF9F"/>
    <a:srgbClr val="FFFF66"/>
    <a:srgbClr val="FF0000"/>
    <a:srgbClr val="CCECFF"/>
    <a:srgbClr val="0A06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9075"/>
    <p:restoredTop sz="93689"/>
  </p:normalViewPr>
  <p:slideViewPr>
    <p:cSldViewPr showGuides="1">
      <p:cViewPr varScale="1">
        <p:scale>
          <a:sx n="114" d="100"/>
          <a:sy n="114" d="100"/>
        </p:scale>
        <p:origin x="-1554" y="-108"/>
      </p:cViewPr>
      <p:guideLst>
        <p:guide orient="horz" pos="2160"/>
        <p:guide pos="2866"/>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1" Type="http://schemas.openxmlformats.org/officeDocument/2006/relationships/tags" Target="tags/tag34.xml"/><Relationship Id="rId40" Type="http://schemas.openxmlformats.org/officeDocument/2006/relationships/tableStyles" Target="tableStyles.xml"/><Relationship Id="rId4" Type="http://schemas.openxmlformats.org/officeDocument/2006/relationships/slide" Target="slides/slide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handoutMaster" Target="handoutMasters/handoutMaster1.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813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buFontTx/>
              <a:buNone/>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1"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buFontTx/>
              <a:buNone/>
              <a:defRPr sz="1200" b="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2"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buFontTx/>
              <a:buNone/>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3"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buNone/>
            </a:pPr>
            <a:fld id="{9A0DB2DC-4C9A-4742-B13C-FB6460FD3503}" type="slidenum">
              <a:rPr lang="zh-CN" altLang="en-US" sz="1200" b="0" dirty="0"/>
            </a:fld>
            <a:endParaRPr lang="zh-CN" altLang="en-US" sz="1200" b="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buFontTx/>
              <a:buNone/>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987"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buFontTx/>
              <a:buNone/>
              <a:defRPr sz="1200" b="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988" name="Rectangle 4"/>
          <p:cNvSpPr>
            <a:spLocks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41989"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1"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1"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1"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1"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1"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990"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buFontTx/>
              <a:buNone/>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991"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buNone/>
            </a:pPr>
            <a:fld id="{9A0DB2DC-4C9A-4742-B13C-FB6460FD3503}" type="slidenum">
              <a:rPr lang="zh-CN" altLang="en-US" sz="1200" b="0" dirty="0"/>
            </a:fld>
            <a:endParaRPr lang="zh-CN" altLang="en-US" sz="1200" b="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11" name="矩形 10"/>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lt1"/>
              </a:solidFill>
              <a:effectLst/>
              <a:uLnTx/>
              <a:uFillTx/>
              <a:latin typeface="+mn-lt"/>
              <a:ea typeface="+mn-ea"/>
              <a:cs typeface="+mn-cs"/>
            </a:endParaRPr>
          </a:p>
        </p:txBody>
      </p:sp>
      <p:sp>
        <p:nvSpPr>
          <p:cNvPr id="15" name="矩形 14"/>
          <p:cNvSpPr/>
          <p:nvPr/>
        </p:nvSpPr>
        <p:spPr bwMode="auto">
          <a:xfrm>
            <a:off x="1141413" y="0"/>
            <a:ext cx="230188"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lt1"/>
              </a:solidFill>
              <a:effectLst/>
              <a:uLnTx/>
              <a:uFillTx/>
              <a:latin typeface="+mn-lt"/>
              <a:ea typeface="+mn-ea"/>
              <a:cs typeface="+mn-cs"/>
            </a:endParaRPr>
          </a:p>
        </p:txBody>
      </p:sp>
      <p:sp>
        <p:nvSpPr>
          <p:cNvPr id="17" name="直接连接符 16"/>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直接连接符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直接连接符 18"/>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 name="直接连接符 19"/>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直接连接符 20"/>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直接连接符 23"/>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矩形 24"/>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lt1"/>
              </a:solidFill>
              <a:effectLst/>
              <a:uLnTx/>
              <a:uFillTx/>
              <a:latin typeface="+mn-lt"/>
              <a:ea typeface="+mn-ea"/>
              <a:cs typeface="+mn-cs"/>
            </a:endParaRPr>
          </a:p>
        </p:txBody>
      </p:sp>
      <p:sp>
        <p:nvSpPr>
          <p:cNvPr id="26" name="椭圆 25"/>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lt1"/>
              </a:solidFill>
              <a:effectLst/>
              <a:uLnTx/>
              <a:uFillTx/>
              <a:latin typeface="+mn-lt"/>
              <a:ea typeface="+mn-ea"/>
              <a:cs typeface="+mn-cs"/>
            </a:endParaRPr>
          </a:p>
        </p:txBody>
      </p:sp>
      <p:sp>
        <p:nvSpPr>
          <p:cNvPr id="27" name="椭圆 26"/>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lt1"/>
              </a:solidFill>
              <a:effectLst/>
              <a:uLnTx/>
              <a:uFillTx/>
              <a:latin typeface="+mn-lt"/>
              <a:ea typeface="+mn-ea"/>
              <a:cs typeface="+mn-cs"/>
            </a:endParaRPr>
          </a:p>
        </p:txBody>
      </p:sp>
      <p:sp>
        <p:nvSpPr>
          <p:cNvPr id="28" name="椭圆 27"/>
          <p:cNvSpPr/>
          <p:nvPr/>
        </p:nvSpPr>
        <p:spPr bwMode="auto">
          <a:xfrm>
            <a:off x="1090613" y="5500688"/>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lt1"/>
              </a:solidFill>
              <a:effectLst/>
              <a:uLnTx/>
              <a:uFillTx/>
              <a:latin typeface="+mn-lt"/>
              <a:ea typeface="+mn-ea"/>
              <a:cs typeface="+mn-cs"/>
            </a:endParaRPr>
          </a:p>
        </p:txBody>
      </p:sp>
      <p:sp>
        <p:nvSpPr>
          <p:cNvPr id="29" name="椭圆 28"/>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lt1"/>
              </a:solidFill>
              <a:effectLst/>
              <a:uLnTx/>
              <a:uFillTx/>
              <a:latin typeface="+mn-lt"/>
              <a:ea typeface="+mn-ea"/>
              <a:cs typeface="+mn-cs"/>
            </a:endParaRPr>
          </a:p>
        </p:txBody>
      </p:sp>
      <p:sp>
        <p:nvSpPr>
          <p:cNvPr id="30" name="椭圆 29"/>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lt1"/>
              </a:solidFill>
              <a:effectLst/>
              <a:uLnTx/>
              <a:uFillTx/>
              <a:latin typeface="+mn-lt"/>
              <a:ea typeface="+mn-ea"/>
              <a:cs typeface="+mn-cs"/>
            </a:endParaRPr>
          </a:p>
        </p:txBody>
      </p:sp>
      <p:sp>
        <p:nvSpPr>
          <p:cNvPr id="8" name="标题 7"/>
          <p:cNvSpPr>
            <a:spLocks noGrp="1"/>
          </p:cNvSpPr>
          <p:nvPr>
            <p:ph type="ctrTitle"/>
          </p:nvPr>
        </p:nvSpPr>
        <p:spPr>
          <a:xfrm>
            <a:off x="2286000" y="3124200"/>
            <a:ext cx="6172200" cy="1894362"/>
          </a:xfrm>
        </p:spPr>
        <p:txBody>
          <a:bodyPr/>
          <a:lstStyle>
            <a:lvl1pPr>
              <a:defRPr b="1"/>
            </a:lvl1pPr>
          </a:lstStyle>
          <a:p>
            <a:r>
              <a:rPr lang="zh-CN" altLang="en-US" smtClean="0"/>
              <a:t>单击此处编辑母版标题样式</a:t>
            </a:r>
            <a:endParaRPr lang="en-US"/>
          </a:p>
        </p:txBody>
      </p:sp>
      <p:sp>
        <p:nvSpPr>
          <p:cNvPr id="9" name="副标题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smtClean="0"/>
              <a:t>单击此处编辑母版副标题样式</a:t>
            </a:r>
            <a:endParaRPr lang="en-US"/>
          </a:p>
        </p:txBody>
      </p:sp>
      <p:sp>
        <p:nvSpPr>
          <p:cNvPr id="31" name="灯片编号占位符 28"/>
          <p:cNvSpPr>
            <a:spLocks noGrp="1"/>
          </p:cNvSpPr>
          <p:nvPr>
            <p:ph type="sldNum" sz="quarter" idx="4"/>
          </p:nvPr>
        </p:nvSpPr>
        <p:spPr bwMode="auto">
          <a:xfrm>
            <a:off x="1325563" y="4929188"/>
            <a:ext cx="609600" cy="517525"/>
          </a:xfrm>
          <a:prstGeom prst="rect">
            <a:avLst/>
          </a:prstGeom>
        </p:spPr>
        <p:txBody>
          <a:bodyPr vert="horz" anchor="ctr"/>
          <a:p>
            <a:pPr algn="ctr"/>
            <a:fld id="{9A0DB2DC-4C9A-4742-B13C-FB6460FD3503}" type="slidenum">
              <a:rPr lang="zh-CN" altLang="en-US" dirty="0"/>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单击此处编辑母版标题样式</a:t>
            </a:r>
            <a:endParaRPr lang="en-US" dirty="0"/>
          </a:p>
        </p:txBody>
      </p:sp>
      <p:sp>
        <p:nvSpPr>
          <p:cNvPr id="8" name="内容占位符 7"/>
          <p:cNvSpPr>
            <a:spLocks noGrp="1"/>
          </p:cNvSpPr>
          <p:nvPr>
            <p:ph sz="quarter" idx="1"/>
          </p:nvPr>
        </p:nvSpPr>
        <p:spPr>
          <a:xfrm>
            <a:off x="457200" y="1600200"/>
            <a:ext cx="7467600" cy="487375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1" name="灯片编号占位符 8"/>
          <p:cNvSpPr>
            <a:spLocks noGrp="1"/>
          </p:cNvSpPr>
          <p:nvPr>
            <p:ph type="sldNum" sz="quarter" idx="4"/>
          </p:nvPr>
        </p:nvSpPr>
        <p:spPr>
          <a:xfrm>
            <a:off x="8129588" y="5734050"/>
            <a:ext cx="609600" cy="520700"/>
          </a:xfrm>
          <a:prstGeom prst="rect">
            <a:avLst/>
          </a:prstGeom>
        </p:spPr>
        <p:txBody>
          <a:bodyPr vert="horz" rtlCol="0" anchor="ctr"/>
          <a:p>
            <a:pPr algn="ctr"/>
            <a:fld id="{9A0DB2DC-4C9A-4742-B13C-FB6460FD3503}" type="slidenum">
              <a:rPr lang="zh-CN" altLang="en-US" dirty="0"/>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solidFill>
          <a:schemeClr val="bg2"/>
        </a:solidFill>
        <a:effectLst/>
      </p:bgPr>
    </p:bg>
    <p:spTree>
      <p:nvGrpSpPr>
        <p:cNvPr id="1" name=""/>
        <p:cNvGrpSpPr/>
        <p:nvPr/>
      </p:nvGrpSpPr>
      <p:grpSpPr>
        <a:xfrm>
          <a:off x="0" y="0"/>
          <a:ext cx="0" cy="0"/>
          <a:chOff x="0" y="0"/>
          <a:chExt cx="0" cy="0"/>
        </a:xfrm>
      </p:grpSpPr>
      <p:sp>
        <p:nvSpPr>
          <p:cNvPr id="11" name="矩形 10"/>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lt1"/>
              </a:solidFill>
              <a:effectLst/>
              <a:uLnTx/>
              <a:uFillTx/>
              <a:latin typeface="+mn-lt"/>
              <a:ea typeface="+mn-ea"/>
              <a:cs typeface="+mn-cs"/>
            </a:endParaRPr>
          </a:p>
        </p:txBody>
      </p:sp>
      <p:sp>
        <p:nvSpPr>
          <p:cNvPr id="15" name="矩形 14"/>
          <p:cNvSpPr/>
          <p:nvPr/>
        </p:nvSpPr>
        <p:spPr bwMode="auto">
          <a:xfrm>
            <a:off x="1141413" y="0"/>
            <a:ext cx="230188"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lt1"/>
              </a:solidFill>
              <a:effectLst/>
              <a:uLnTx/>
              <a:uFillTx/>
              <a:latin typeface="+mn-lt"/>
              <a:ea typeface="+mn-ea"/>
              <a:cs typeface="+mn-cs"/>
            </a:endParaRPr>
          </a:p>
        </p:txBody>
      </p:sp>
      <p:sp>
        <p:nvSpPr>
          <p:cNvPr id="17" name="直接连接符 16"/>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直接连接符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直接连接符 18"/>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 name="直接连接符 19"/>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直接连接符 20"/>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矩形 23"/>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lt1"/>
              </a:solidFill>
              <a:effectLst/>
              <a:uLnTx/>
              <a:uFillTx/>
              <a:latin typeface="+mn-lt"/>
              <a:ea typeface="+mn-ea"/>
              <a:cs typeface="+mn-cs"/>
            </a:endParaRPr>
          </a:p>
        </p:txBody>
      </p:sp>
      <p:sp>
        <p:nvSpPr>
          <p:cNvPr id="25" name="椭圆 24"/>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lt1"/>
              </a:solidFill>
              <a:effectLst/>
              <a:uLnTx/>
              <a:uFillTx/>
              <a:latin typeface="+mn-lt"/>
              <a:ea typeface="+mn-ea"/>
              <a:cs typeface="+mn-cs"/>
            </a:endParaRPr>
          </a:p>
        </p:txBody>
      </p:sp>
      <p:sp>
        <p:nvSpPr>
          <p:cNvPr id="26" name="椭圆 25"/>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lt1"/>
              </a:solidFill>
              <a:effectLst/>
              <a:uLnTx/>
              <a:uFillTx/>
              <a:latin typeface="+mn-lt"/>
              <a:ea typeface="+mn-ea"/>
              <a:cs typeface="+mn-cs"/>
            </a:endParaRPr>
          </a:p>
        </p:txBody>
      </p:sp>
      <p:sp>
        <p:nvSpPr>
          <p:cNvPr id="27" name="椭圆 26"/>
          <p:cNvSpPr/>
          <p:nvPr/>
        </p:nvSpPr>
        <p:spPr bwMode="auto">
          <a:xfrm>
            <a:off x="1090613" y="5500688"/>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lt1"/>
              </a:solidFill>
              <a:effectLst/>
              <a:uLnTx/>
              <a:uFillTx/>
              <a:latin typeface="+mn-lt"/>
              <a:ea typeface="+mn-ea"/>
              <a:cs typeface="+mn-cs"/>
            </a:endParaRPr>
          </a:p>
        </p:txBody>
      </p:sp>
      <p:sp>
        <p:nvSpPr>
          <p:cNvPr id="28" name="椭圆 27"/>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lt1"/>
              </a:solidFill>
              <a:effectLst/>
              <a:uLnTx/>
              <a:uFillTx/>
              <a:latin typeface="+mn-lt"/>
              <a:ea typeface="+mn-ea"/>
              <a:cs typeface="+mn-cs"/>
            </a:endParaRPr>
          </a:p>
        </p:txBody>
      </p:sp>
      <p:sp>
        <p:nvSpPr>
          <p:cNvPr id="29" name="椭圆 28"/>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lt1"/>
              </a:solidFill>
              <a:effectLst/>
              <a:uLnTx/>
              <a:uFillTx/>
              <a:latin typeface="+mn-lt"/>
              <a:ea typeface="+mn-ea"/>
              <a:cs typeface="+mn-cs"/>
            </a:endParaRPr>
          </a:p>
        </p:txBody>
      </p:sp>
      <p:sp>
        <p:nvSpPr>
          <p:cNvPr id="30" name="直接连接符 29"/>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 name="标题 1"/>
          <p:cNvSpPr>
            <a:spLocks noGrp="1"/>
          </p:cNvSpPr>
          <p:nvPr>
            <p:ph type="title"/>
          </p:nvPr>
        </p:nvSpPr>
        <p:spPr>
          <a:xfrm>
            <a:off x="2286000" y="2895600"/>
            <a:ext cx="6172200" cy="2053590"/>
          </a:xfrm>
        </p:spPr>
        <p:txBody>
          <a:bodyPr/>
          <a:lstStyle>
            <a:lvl1pPr algn="l">
              <a:buNone/>
              <a:defRPr sz="3000" b="1" cap="small" baseline="0"/>
            </a:lvl1pPr>
          </a:lstStyle>
          <a:p>
            <a:r>
              <a:rPr lang="zh-CN" altLang="en-US" smtClean="0"/>
              <a:t>单击此处编辑母版标题样式</a:t>
            </a:r>
            <a:endParaRPr lang="en-US"/>
          </a:p>
        </p:txBody>
      </p:sp>
      <p:sp>
        <p:nvSpPr>
          <p:cNvPr id="3" name="文本占位符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smtClean="0"/>
              <a:t>单击此处编辑母版文本样式</a:t>
            </a:r>
            <a:endParaRPr lang="zh-CN" altLang="en-US" smtClean="0"/>
          </a:p>
        </p:txBody>
      </p:sp>
      <p:sp>
        <p:nvSpPr>
          <p:cNvPr id="31" name="灯片编号占位符 5"/>
          <p:cNvSpPr>
            <a:spLocks noGrp="1"/>
          </p:cNvSpPr>
          <p:nvPr>
            <p:ph type="sldNum" sz="quarter" idx="4"/>
          </p:nvPr>
        </p:nvSpPr>
        <p:spPr bwMode="auto">
          <a:xfrm>
            <a:off x="1339850" y="4929188"/>
            <a:ext cx="609600" cy="517525"/>
          </a:xfrm>
          <a:prstGeom prst="rect">
            <a:avLst/>
          </a:prstGeom>
        </p:spPr>
        <p:txBody>
          <a:bodyPr vert="horz" anchor="ctr"/>
          <a:p>
            <a:pPr algn="ctr"/>
            <a:fld id="{9A0DB2DC-4C9A-4742-B13C-FB6460FD3503}" type="slidenum">
              <a:rPr lang="zh-CN" altLang="en-US" dirty="0"/>
            </a:fld>
            <a:endParaRPr lang="zh-CN" alt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9" name="内容占位符 8"/>
          <p:cNvSpPr>
            <a:spLocks noGrp="1"/>
          </p:cNvSpPr>
          <p:nvPr>
            <p:ph sz="quarter" idx="1"/>
          </p:nvPr>
        </p:nvSpPr>
        <p:spPr>
          <a:xfrm>
            <a:off x="457200" y="1600200"/>
            <a:ext cx="3657600" cy="45720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1" name="内容占位符 10"/>
          <p:cNvSpPr>
            <a:spLocks noGrp="1"/>
          </p:cNvSpPr>
          <p:nvPr>
            <p:ph sz="quarter" idx="2"/>
          </p:nvPr>
        </p:nvSpPr>
        <p:spPr>
          <a:xfrm>
            <a:off x="4270248" y="1600200"/>
            <a:ext cx="3657600" cy="45720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3" name="灯片编号占位符 2"/>
          <p:cNvSpPr>
            <a:spLocks noGrp="1"/>
          </p:cNvSpPr>
          <p:nvPr>
            <p:ph type="sldNum" sz="quarter" idx="10"/>
          </p:nvPr>
        </p:nvSpPr>
        <p:spPr/>
        <p:txBody>
          <a:bodyPr/>
          <a:p>
            <a:pPr lvl="0" eaLnBrk="1" hangingPunct="1"/>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7543800" cy="1143000"/>
          </a:xfrm>
        </p:spPr>
        <p:txBody>
          <a:bodyPr/>
          <a:lstStyle>
            <a:lvl1pPr>
              <a:defRPr/>
            </a:lvl1pPr>
          </a:lstStyle>
          <a:p>
            <a:r>
              <a:rPr lang="zh-CN" altLang="en-US" smtClean="0"/>
              <a:t>单击此处编辑母版标题样式</a:t>
            </a:r>
            <a:endParaRPr lang="en-US"/>
          </a:p>
        </p:txBody>
      </p:sp>
      <p:sp>
        <p:nvSpPr>
          <p:cNvPr id="11" name="内容占位符 10"/>
          <p:cNvSpPr>
            <a:spLocks noGrp="1"/>
          </p:cNvSpPr>
          <p:nvPr>
            <p:ph sz="quarter" idx="2"/>
          </p:nvPr>
        </p:nvSpPr>
        <p:spPr>
          <a:xfrm>
            <a:off x="457200" y="2362200"/>
            <a:ext cx="3657600" cy="3886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3" name="内容占位符 12"/>
          <p:cNvSpPr>
            <a:spLocks noGrp="1"/>
          </p:cNvSpPr>
          <p:nvPr>
            <p:ph sz="quarter" idx="4"/>
          </p:nvPr>
        </p:nvSpPr>
        <p:spPr>
          <a:xfrm>
            <a:off x="4371975" y="2362200"/>
            <a:ext cx="3657600" cy="3886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2" name="文本占位符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zh-CN" altLang="en-US" smtClean="0"/>
              <a:t>单击此处编辑母版文本样式</a:t>
            </a:r>
            <a:endParaRPr lang="zh-CN" altLang="en-US" smtClean="0"/>
          </a:p>
        </p:txBody>
      </p:sp>
      <p:sp>
        <p:nvSpPr>
          <p:cNvPr id="14" name="文本占位符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zh-CN" altLang="en-US" smtClean="0"/>
              <a:t>单击此处编辑母版文本样式</a:t>
            </a:r>
            <a:endParaRPr lang="zh-CN" altLang="en-US" smtClean="0"/>
          </a:p>
        </p:txBody>
      </p:sp>
      <p:sp>
        <p:nvSpPr>
          <p:cNvPr id="3" name="灯片编号占位符 2"/>
          <p:cNvSpPr>
            <a:spLocks noGrp="1"/>
          </p:cNvSpPr>
          <p:nvPr>
            <p:ph type="sldNum" sz="quarter" idx="10"/>
          </p:nvPr>
        </p:nvSpPr>
        <p:spPr/>
        <p:txBody>
          <a:bodyPr/>
          <a:p>
            <a:pPr lvl="0" eaLnBrk="1" hangingPunct="1"/>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11" name="灯片编号占位符 6"/>
          <p:cNvSpPr>
            <a:spLocks noGrp="1"/>
          </p:cNvSpPr>
          <p:nvPr>
            <p:ph type="sldNum" sz="quarter" idx="4"/>
          </p:nvPr>
        </p:nvSpPr>
        <p:spPr>
          <a:xfrm>
            <a:off x="8129588" y="5734050"/>
            <a:ext cx="609600" cy="520700"/>
          </a:xfrm>
          <a:prstGeom prst="rect">
            <a:avLst/>
          </a:prstGeom>
        </p:spPr>
        <p:txBody>
          <a:bodyPr vert="horz" rtlCol="0" anchor="ctr"/>
          <a:p>
            <a:pPr algn="ctr"/>
            <a:fld id="{9A0DB2DC-4C9A-4742-B13C-FB6460FD3503}" type="slidenum">
              <a:rPr lang="zh-CN" altLang="en-US" dirty="0"/>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hangingPunct="1"/>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bg>
      <p:bgPr>
        <a:solidFill>
          <a:schemeClr val="bg1"/>
        </a:solidFill>
        <a:effectLst/>
      </p:bgPr>
    </p:bg>
    <p:spTree>
      <p:nvGrpSpPr>
        <p:cNvPr id="1" name=""/>
        <p:cNvGrpSpPr/>
        <p:nvPr/>
      </p:nvGrpSpPr>
      <p:grpSpPr>
        <a:xfrm>
          <a:off x="0" y="0"/>
          <a:ext cx="0" cy="0"/>
          <a:chOff x="0" y="0"/>
          <a:chExt cx="0" cy="0"/>
        </a:xfrm>
      </p:grpSpPr>
      <p:sp>
        <p:nvSpPr>
          <p:cNvPr id="11" name="直接连接符 10"/>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 name="直接连接符 12"/>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148" name="直接连接符 14"/>
          <p:cNvSpPr/>
          <p:nvPr/>
        </p:nvSpPr>
        <p:spPr>
          <a:xfrm>
            <a:off x="6192838" y="0"/>
            <a:ext cx="0" cy="6858000"/>
          </a:xfrm>
          <a:prstGeom prst="line">
            <a:avLst/>
          </a:prstGeom>
          <a:ln w="12700" cap="flat" cmpd="sng">
            <a:solidFill>
              <a:schemeClr val="accent1"/>
            </a:solidFill>
            <a:prstDash val="solid"/>
            <a:headEnd type="none" w="med" len="med"/>
            <a:tailEnd type="none" w="med" len="med"/>
          </a:ln>
        </p:spPr>
      </p:sp>
      <p:sp>
        <p:nvSpPr>
          <p:cNvPr id="6149" name="直接连接符 16"/>
          <p:cNvSpPr/>
          <p:nvPr/>
        </p:nvSpPr>
        <p:spPr>
          <a:xfrm>
            <a:off x="8991600" y="0"/>
            <a:ext cx="0" cy="6858000"/>
          </a:xfrm>
          <a:prstGeom prst="line">
            <a:avLst/>
          </a:prstGeom>
          <a:ln w="19050" cap="flat" cmpd="sng">
            <a:solidFill>
              <a:schemeClr val="accent1"/>
            </a:solidFill>
            <a:prstDash val="solid"/>
            <a:headEnd type="none" w="med" len="med"/>
            <a:tailEnd type="none" w="med" len="med"/>
          </a:ln>
        </p:spPr>
      </p:sp>
      <p:sp>
        <p:nvSpPr>
          <p:cNvPr id="17" name="矩形 16"/>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lt1"/>
              </a:solidFill>
              <a:effectLst/>
              <a:uLnTx/>
              <a:uFillTx/>
              <a:latin typeface="+mn-lt"/>
              <a:ea typeface="+mn-ea"/>
              <a:cs typeface="+mn-cs"/>
            </a:endParaRPr>
          </a:p>
        </p:txBody>
      </p:sp>
      <p:sp>
        <p:nvSpPr>
          <p:cNvPr id="6151" name="直接连接符 18"/>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9" name="椭圆 18"/>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rot="5400000">
            <a:off x="3371850" y="3200400"/>
            <a:ext cx="6309360" cy="457200"/>
          </a:xfrm>
        </p:spPr>
        <p:txBody>
          <a:bodyPr/>
          <a:lstStyle>
            <a:lvl1pPr algn="l">
              <a:buNone/>
              <a:defRPr sz="2000" b="1" cap="small" baseline="0"/>
            </a:lvl1pPr>
          </a:lstStyle>
          <a:p>
            <a:r>
              <a:rPr lang="zh-CN" altLang="en-US" smtClean="0"/>
              <a:t>单击此处编辑母版标题样式</a:t>
            </a:r>
            <a:endParaRPr lang="en-US"/>
          </a:p>
        </p:txBody>
      </p:sp>
      <p:sp>
        <p:nvSpPr>
          <p:cNvPr id="3" name="文本占位符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zh-CN" altLang="en-US" smtClean="0"/>
              <a:t>单击此处编辑母版文本样式</a:t>
            </a:r>
            <a:endParaRPr lang="zh-CN" altLang="en-US" smtClean="0"/>
          </a:p>
        </p:txBody>
      </p:sp>
      <p:sp>
        <p:nvSpPr>
          <p:cNvPr id="18" name="内容占位符 17"/>
          <p:cNvSpPr>
            <a:spLocks noGrp="1"/>
          </p:cNvSpPr>
          <p:nvPr>
            <p:ph sz="quarter" idx="1"/>
          </p:nvPr>
        </p:nvSpPr>
        <p:spPr>
          <a:xfrm>
            <a:off x="304800" y="274320"/>
            <a:ext cx="5638800" cy="632764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20" name="灯片编号占位符 21"/>
          <p:cNvSpPr>
            <a:spLocks noGrp="1"/>
          </p:cNvSpPr>
          <p:nvPr>
            <p:ph type="sldNum" sz="quarter" idx="4"/>
          </p:nvPr>
        </p:nvSpPr>
        <p:spPr>
          <a:xfrm>
            <a:off x="8129588" y="5734050"/>
            <a:ext cx="609600" cy="520700"/>
          </a:xfrm>
          <a:prstGeom prst="rect">
            <a:avLst/>
          </a:prstGeom>
        </p:spPr>
        <p:txBody>
          <a:bodyPr vert="horz" rtlCol="0" anchor="ctr"/>
          <a:p>
            <a:pPr algn="ctr"/>
            <a:fld id="{9A0DB2DC-4C9A-4742-B13C-FB6460FD3503}" type="slidenum">
              <a:rPr lang="zh-CN" altLang="en-US" dirty="0"/>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Pr>
        <a:solidFill>
          <a:schemeClr val="bg1"/>
        </a:solidFill>
        <a:effectLst/>
      </p:bgPr>
    </p:bg>
    <p:spTree>
      <p:nvGrpSpPr>
        <p:cNvPr id="1" name=""/>
        <p:cNvGrpSpPr/>
        <p:nvPr/>
      </p:nvGrpSpPr>
      <p:grpSpPr>
        <a:xfrm>
          <a:off x="0" y="0"/>
          <a:ext cx="0" cy="0"/>
          <a:chOff x="0" y="0"/>
          <a:chExt cx="0" cy="0"/>
        </a:xfrm>
      </p:grpSpPr>
      <p:sp>
        <p:nvSpPr>
          <p:cNvPr id="11" name="直接连接符 10"/>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 name="椭圆 12"/>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lt1"/>
              </a:solidFill>
              <a:effectLst/>
              <a:uLnTx/>
              <a:uFillTx/>
              <a:latin typeface="+mn-lt"/>
              <a:ea typeface="+mn-ea"/>
              <a:cs typeface="+mn-cs"/>
            </a:endParaRPr>
          </a:p>
        </p:txBody>
      </p:sp>
      <p:sp>
        <p:nvSpPr>
          <p:cNvPr id="7172" name="直接连接符 14"/>
          <p:cNvSpPr/>
          <p:nvPr/>
        </p:nvSpPr>
        <p:spPr>
          <a:xfrm>
            <a:off x="8991600" y="0"/>
            <a:ext cx="0" cy="6858000"/>
          </a:xfrm>
          <a:prstGeom prst="line">
            <a:avLst/>
          </a:prstGeom>
          <a:ln w="9525" cap="flat" cmpd="sng">
            <a:solidFill>
              <a:schemeClr val="tx1"/>
            </a:solidFill>
            <a:prstDash val="solid"/>
            <a:headEnd type="none" w="med" len="med"/>
            <a:tailEnd type="none" w="med" len="med"/>
          </a:ln>
        </p:spPr>
      </p:sp>
      <p:sp>
        <p:nvSpPr>
          <p:cNvPr id="15" name="矩形 14"/>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lt1"/>
              </a:solidFill>
              <a:effectLst/>
              <a:uLnTx/>
              <a:uFillTx/>
              <a:latin typeface="+mn-lt"/>
              <a:ea typeface="+mn-ea"/>
              <a:cs typeface="+mn-cs"/>
            </a:endParaRPr>
          </a:p>
        </p:txBody>
      </p:sp>
      <p:sp>
        <p:nvSpPr>
          <p:cNvPr id="7174" name="直接连接符 17"/>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8" name="直接连接符 1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176" name="直接连接符 19"/>
          <p:cNvSpPr/>
          <p:nvPr/>
        </p:nvSpPr>
        <p:spPr>
          <a:xfrm>
            <a:off x="6192838" y="0"/>
            <a:ext cx="0" cy="6858000"/>
          </a:xfrm>
          <a:prstGeom prst="line">
            <a:avLst/>
          </a:prstGeom>
          <a:ln w="12700" cap="flat" cmpd="sng">
            <a:solidFill>
              <a:schemeClr val="accent1"/>
            </a:solidFill>
            <a:prstDash val="solid"/>
            <a:headEnd type="none" w="med" len="med"/>
            <a:tailEnd type="none" w="med" len="med"/>
          </a:ln>
        </p:spPr>
      </p:sp>
      <p:sp>
        <p:nvSpPr>
          <p:cNvPr id="2" name="标题 1"/>
          <p:cNvSpPr>
            <a:spLocks noGrp="1"/>
          </p:cNvSpPr>
          <p:nvPr>
            <p:ph type="title"/>
          </p:nvPr>
        </p:nvSpPr>
        <p:spPr>
          <a:xfrm rot="5400000">
            <a:off x="3350133" y="3200400"/>
            <a:ext cx="6309360" cy="457200"/>
          </a:xfrm>
        </p:spPr>
        <p:txBody>
          <a:bodyPr/>
          <a:lstStyle>
            <a:lvl1pPr algn="l">
              <a:buNone/>
              <a:defRPr sz="2000" b="1"/>
            </a:lvl1pPr>
          </a:lstStyle>
          <a:p>
            <a:r>
              <a:rPr lang="zh-CN" altLang="en-US" smtClean="0"/>
              <a:t>单击此处编辑母版标题样式</a:t>
            </a:r>
            <a:endParaRPr lang="en-US"/>
          </a:p>
        </p:txBody>
      </p:sp>
      <p:sp>
        <p:nvSpPr>
          <p:cNvPr id="3" name="图片占位符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zh-CN" altLang="en-US" sz="3200" b="1" i="0" u="none" strike="noStrike" kern="1200" cap="none" spc="0" normalizeH="0" baseline="0" noProof="0" smtClean="0">
                <a:ln>
                  <a:noFill/>
                </a:ln>
                <a:solidFill>
                  <a:schemeClr val="lt1"/>
                </a:solidFill>
                <a:effectLst/>
                <a:uLnTx/>
                <a:uFillTx/>
                <a:latin typeface="+mn-lt"/>
                <a:ea typeface="+mn-ea"/>
                <a:cs typeface="+mn-cs"/>
              </a:rPr>
              <a:t>单击图标添加图片</a:t>
            </a:r>
            <a:endParaRPr kumimoji="0" lang="en-US" sz="3200" b="1" i="0" u="none" strike="noStrike" kern="1200" cap="none" spc="0" normalizeH="0" baseline="0" noProof="0" dirty="0">
              <a:ln>
                <a:noFill/>
              </a:ln>
              <a:solidFill>
                <a:schemeClr val="lt1"/>
              </a:solidFill>
              <a:effectLst/>
              <a:uLnTx/>
              <a:uFillTx/>
              <a:latin typeface="+mn-lt"/>
              <a:ea typeface="+mn-ea"/>
              <a:cs typeface="+mn-cs"/>
            </a:endParaRPr>
          </a:p>
        </p:txBody>
      </p:sp>
      <p:sp>
        <p:nvSpPr>
          <p:cNvPr id="4" name="文本占位符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zh-CN" altLang="en-US" smtClean="0"/>
              <a:t>单击此处编辑母版文本样式</a:t>
            </a:r>
            <a:endParaRPr lang="zh-CN" altLang="en-US" smtClean="0"/>
          </a:p>
        </p:txBody>
      </p:sp>
      <p:sp>
        <p:nvSpPr>
          <p:cNvPr id="20" name="灯片编号占位符 17"/>
          <p:cNvSpPr>
            <a:spLocks noGrp="1"/>
          </p:cNvSpPr>
          <p:nvPr>
            <p:ph type="sldNum" sz="quarter" idx="4"/>
          </p:nvPr>
        </p:nvSpPr>
        <p:spPr>
          <a:xfrm>
            <a:off x="8129588" y="5734050"/>
            <a:ext cx="609600" cy="520700"/>
          </a:xfrm>
          <a:prstGeom prst="rect">
            <a:avLst/>
          </a:prstGeom>
        </p:spPr>
        <p:txBody>
          <a:bodyPr vert="horz" rtlCol="0" anchor="ctr"/>
          <a:p>
            <a:pPr algn="ctr"/>
            <a:fld id="{9A0DB2DC-4C9A-4742-B13C-FB6460FD3503}" type="slidenum">
              <a:rPr lang="zh-CN" altLang="en-US" dirty="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灯片编号占位符 3"/>
          <p:cNvSpPr>
            <a:spLocks noGrp="1"/>
          </p:cNvSpPr>
          <p:nvPr>
            <p:ph type="sldNum" sz="quarter" idx="10"/>
          </p:nvPr>
        </p:nvSpPr>
        <p:spPr/>
        <p:txBody>
          <a:bodyPr/>
          <a:p>
            <a:pPr lvl="0" eaLnBrk="1" hangingPunct="1"/>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1676400" cy="5851525"/>
          </a:xfrm>
        </p:spPr>
        <p:txBody>
          <a:bodyPr vert="eaVert"/>
          <a:lstStyle/>
          <a:p>
            <a:r>
              <a:rPr lang="zh-CN" altLang="en-US" smtClean="0"/>
              <a:t>单击此处编辑母版标题样式</a:t>
            </a:r>
            <a:endParaRPr 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灯片编号占位符 3"/>
          <p:cNvSpPr>
            <a:spLocks noGrp="1"/>
          </p:cNvSpPr>
          <p:nvPr>
            <p:ph type="sldNum" sz="quarter" idx="10"/>
          </p:nvPr>
        </p:nvSpPr>
        <p:spPr/>
        <p:txBody>
          <a:bodyPr/>
          <a:p>
            <a:pPr lvl="0" eaLnBrk="1" hangingPunct="1"/>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11" name="矩形 10"/>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lt1"/>
              </a:solidFill>
              <a:effectLst/>
              <a:uLnTx/>
              <a:uFillTx/>
              <a:latin typeface="+mn-lt"/>
              <a:ea typeface="+mn-ea"/>
              <a:cs typeface="+mn-cs"/>
            </a:endParaRPr>
          </a:p>
        </p:txBody>
      </p:sp>
      <p:sp>
        <p:nvSpPr>
          <p:cNvPr id="15" name="矩形 14"/>
          <p:cNvSpPr/>
          <p:nvPr/>
        </p:nvSpPr>
        <p:spPr bwMode="auto">
          <a:xfrm>
            <a:off x="1141413" y="0"/>
            <a:ext cx="230188"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lt1"/>
              </a:solidFill>
              <a:effectLst/>
              <a:uLnTx/>
              <a:uFillTx/>
              <a:latin typeface="+mn-lt"/>
              <a:ea typeface="+mn-ea"/>
              <a:cs typeface="+mn-cs"/>
            </a:endParaRPr>
          </a:p>
        </p:txBody>
      </p:sp>
      <p:sp>
        <p:nvSpPr>
          <p:cNvPr id="17" name="直接连接符 16"/>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直接连接符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直接连接符 18"/>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 name="直接连接符 19"/>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直接连接符 20"/>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直接连接符 23"/>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矩形 24"/>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lt1"/>
              </a:solidFill>
              <a:effectLst/>
              <a:uLnTx/>
              <a:uFillTx/>
              <a:latin typeface="+mn-lt"/>
              <a:ea typeface="+mn-ea"/>
              <a:cs typeface="+mn-cs"/>
            </a:endParaRPr>
          </a:p>
        </p:txBody>
      </p:sp>
      <p:sp>
        <p:nvSpPr>
          <p:cNvPr id="26" name="椭圆 25"/>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lt1"/>
              </a:solidFill>
              <a:effectLst/>
              <a:uLnTx/>
              <a:uFillTx/>
              <a:latin typeface="+mn-lt"/>
              <a:ea typeface="+mn-ea"/>
              <a:cs typeface="+mn-cs"/>
            </a:endParaRPr>
          </a:p>
        </p:txBody>
      </p:sp>
      <p:sp>
        <p:nvSpPr>
          <p:cNvPr id="27" name="椭圆 26"/>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lt1"/>
              </a:solidFill>
              <a:effectLst/>
              <a:uLnTx/>
              <a:uFillTx/>
              <a:latin typeface="+mn-lt"/>
              <a:ea typeface="+mn-ea"/>
              <a:cs typeface="+mn-cs"/>
            </a:endParaRPr>
          </a:p>
        </p:txBody>
      </p:sp>
      <p:sp>
        <p:nvSpPr>
          <p:cNvPr id="28" name="椭圆 27"/>
          <p:cNvSpPr/>
          <p:nvPr/>
        </p:nvSpPr>
        <p:spPr bwMode="auto">
          <a:xfrm>
            <a:off x="1090613" y="5500688"/>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lt1"/>
              </a:solidFill>
              <a:effectLst/>
              <a:uLnTx/>
              <a:uFillTx/>
              <a:latin typeface="+mn-lt"/>
              <a:ea typeface="+mn-ea"/>
              <a:cs typeface="+mn-cs"/>
            </a:endParaRPr>
          </a:p>
        </p:txBody>
      </p:sp>
      <p:sp>
        <p:nvSpPr>
          <p:cNvPr id="29" name="椭圆 28"/>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lt1"/>
              </a:solidFill>
              <a:effectLst/>
              <a:uLnTx/>
              <a:uFillTx/>
              <a:latin typeface="+mn-lt"/>
              <a:ea typeface="+mn-ea"/>
              <a:cs typeface="+mn-cs"/>
            </a:endParaRPr>
          </a:p>
        </p:txBody>
      </p:sp>
      <p:sp>
        <p:nvSpPr>
          <p:cNvPr id="30" name="椭圆 29"/>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lt1"/>
              </a:solidFill>
              <a:effectLst/>
              <a:uLnTx/>
              <a:uFillTx/>
              <a:latin typeface="+mn-lt"/>
              <a:ea typeface="+mn-ea"/>
              <a:cs typeface="+mn-cs"/>
            </a:endParaRPr>
          </a:p>
        </p:txBody>
      </p:sp>
      <p:sp>
        <p:nvSpPr>
          <p:cNvPr id="8" name="标题 7"/>
          <p:cNvSpPr>
            <a:spLocks noGrp="1"/>
          </p:cNvSpPr>
          <p:nvPr>
            <p:ph type="ctrTitle"/>
          </p:nvPr>
        </p:nvSpPr>
        <p:spPr>
          <a:xfrm>
            <a:off x="2286000" y="3124200"/>
            <a:ext cx="6172200" cy="1894362"/>
          </a:xfrm>
        </p:spPr>
        <p:txBody>
          <a:bodyPr/>
          <a:lstStyle>
            <a:lvl1pPr>
              <a:defRPr b="1"/>
            </a:lvl1pPr>
          </a:lstStyle>
          <a:p>
            <a:r>
              <a:rPr lang="zh-CN" altLang="en-US" smtClean="0"/>
              <a:t>单击此处编辑母版标题样式</a:t>
            </a:r>
            <a:endParaRPr lang="en-US"/>
          </a:p>
        </p:txBody>
      </p:sp>
      <p:sp>
        <p:nvSpPr>
          <p:cNvPr id="9" name="副标题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smtClean="0"/>
              <a:t>单击此处编辑母版副标题样式</a:t>
            </a:r>
            <a:endParaRPr lang="en-US"/>
          </a:p>
        </p:txBody>
      </p:sp>
      <p:sp>
        <p:nvSpPr>
          <p:cNvPr id="31" name="灯片编号占位符 28"/>
          <p:cNvSpPr>
            <a:spLocks noGrp="1"/>
          </p:cNvSpPr>
          <p:nvPr>
            <p:ph type="sldNum" sz="quarter" idx="4"/>
          </p:nvPr>
        </p:nvSpPr>
        <p:spPr bwMode="auto">
          <a:xfrm>
            <a:off x="1325563" y="4929188"/>
            <a:ext cx="609600" cy="517525"/>
          </a:xfrm>
          <a:prstGeom prst="rect">
            <a:avLst/>
          </a:prstGeom>
        </p:spPr>
        <p:txBody>
          <a:bodyPr vert="horz" anchor="ctr"/>
          <a:p>
            <a:pPr algn="ctr"/>
            <a:fld id="{9A0DB2DC-4C9A-4742-B13C-FB6460FD3503}" type="slidenum">
              <a:rPr lang="zh-CN" altLang="en-US" dirty="0"/>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单击此处编辑母版标题样式</a:t>
            </a:r>
            <a:endParaRPr lang="en-US" dirty="0"/>
          </a:p>
        </p:txBody>
      </p:sp>
      <p:sp>
        <p:nvSpPr>
          <p:cNvPr id="8" name="内容占位符 7"/>
          <p:cNvSpPr>
            <a:spLocks noGrp="1"/>
          </p:cNvSpPr>
          <p:nvPr>
            <p:ph sz="quarter" idx="1"/>
          </p:nvPr>
        </p:nvSpPr>
        <p:spPr>
          <a:xfrm>
            <a:off x="457200" y="1600200"/>
            <a:ext cx="7467600" cy="487375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1" name="灯片编号占位符 8"/>
          <p:cNvSpPr>
            <a:spLocks noGrp="1"/>
          </p:cNvSpPr>
          <p:nvPr>
            <p:ph type="sldNum" sz="quarter" idx="4"/>
          </p:nvPr>
        </p:nvSpPr>
        <p:spPr>
          <a:xfrm>
            <a:off x="8129588" y="5734050"/>
            <a:ext cx="609600" cy="520700"/>
          </a:xfrm>
          <a:prstGeom prst="rect">
            <a:avLst/>
          </a:prstGeom>
        </p:spPr>
        <p:txBody>
          <a:bodyPr vert="horz" rtlCol="0" anchor="ctr"/>
          <a:p>
            <a:pPr algn="ctr"/>
            <a:fld id="{9A0DB2DC-4C9A-4742-B13C-FB6460FD3503}" type="slidenum">
              <a:rPr lang="zh-CN" altLang="en-US" dirty="0"/>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solidFill>
          <a:schemeClr val="bg2"/>
        </a:solidFill>
        <a:effectLst/>
      </p:bgPr>
    </p:bg>
    <p:spTree>
      <p:nvGrpSpPr>
        <p:cNvPr id="1" name=""/>
        <p:cNvGrpSpPr/>
        <p:nvPr/>
      </p:nvGrpSpPr>
      <p:grpSpPr>
        <a:xfrm>
          <a:off x="0" y="0"/>
          <a:ext cx="0" cy="0"/>
          <a:chOff x="0" y="0"/>
          <a:chExt cx="0" cy="0"/>
        </a:xfrm>
      </p:grpSpPr>
      <p:sp>
        <p:nvSpPr>
          <p:cNvPr id="11" name="矩形 10"/>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lt1"/>
              </a:solidFill>
              <a:effectLst/>
              <a:uLnTx/>
              <a:uFillTx/>
              <a:latin typeface="+mn-lt"/>
              <a:ea typeface="+mn-ea"/>
              <a:cs typeface="+mn-cs"/>
            </a:endParaRPr>
          </a:p>
        </p:txBody>
      </p:sp>
      <p:sp>
        <p:nvSpPr>
          <p:cNvPr id="15" name="矩形 14"/>
          <p:cNvSpPr/>
          <p:nvPr/>
        </p:nvSpPr>
        <p:spPr bwMode="auto">
          <a:xfrm>
            <a:off x="1141413" y="0"/>
            <a:ext cx="230188"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lt1"/>
              </a:solidFill>
              <a:effectLst/>
              <a:uLnTx/>
              <a:uFillTx/>
              <a:latin typeface="+mn-lt"/>
              <a:ea typeface="+mn-ea"/>
              <a:cs typeface="+mn-cs"/>
            </a:endParaRPr>
          </a:p>
        </p:txBody>
      </p:sp>
      <p:sp>
        <p:nvSpPr>
          <p:cNvPr id="17" name="直接连接符 16"/>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直接连接符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直接连接符 18"/>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 name="直接连接符 19"/>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直接连接符 20"/>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矩形 23"/>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lt1"/>
              </a:solidFill>
              <a:effectLst/>
              <a:uLnTx/>
              <a:uFillTx/>
              <a:latin typeface="+mn-lt"/>
              <a:ea typeface="+mn-ea"/>
              <a:cs typeface="+mn-cs"/>
            </a:endParaRPr>
          </a:p>
        </p:txBody>
      </p:sp>
      <p:sp>
        <p:nvSpPr>
          <p:cNvPr id="25" name="椭圆 24"/>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lt1"/>
              </a:solidFill>
              <a:effectLst/>
              <a:uLnTx/>
              <a:uFillTx/>
              <a:latin typeface="+mn-lt"/>
              <a:ea typeface="+mn-ea"/>
              <a:cs typeface="+mn-cs"/>
            </a:endParaRPr>
          </a:p>
        </p:txBody>
      </p:sp>
      <p:sp>
        <p:nvSpPr>
          <p:cNvPr id="26" name="椭圆 25"/>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lt1"/>
              </a:solidFill>
              <a:effectLst/>
              <a:uLnTx/>
              <a:uFillTx/>
              <a:latin typeface="+mn-lt"/>
              <a:ea typeface="+mn-ea"/>
              <a:cs typeface="+mn-cs"/>
            </a:endParaRPr>
          </a:p>
        </p:txBody>
      </p:sp>
      <p:sp>
        <p:nvSpPr>
          <p:cNvPr id="27" name="椭圆 26"/>
          <p:cNvSpPr/>
          <p:nvPr/>
        </p:nvSpPr>
        <p:spPr bwMode="auto">
          <a:xfrm>
            <a:off x="1090613" y="5500688"/>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lt1"/>
              </a:solidFill>
              <a:effectLst/>
              <a:uLnTx/>
              <a:uFillTx/>
              <a:latin typeface="+mn-lt"/>
              <a:ea typeface="+mn-ea"/>
              <a:cs typeface="+mn-cs"/>
            </a:endParaRPr>
          </a:p>
        </p:txBody>
      </p:sp>
      <p:sp>
        <p:nvSpPr>
          <p:cNvPr id="28" name="椭圆 27"/>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lt1"/>
              </a:solidFill>
              <a:effectLst/>
              <a:uLnTx/>
              <a:uFillTx/>
              <a:latin typeface="+mn-lt"/>
              <a:ea typeface="+mn-ea"/>
              <a:cs typeface="+mn-cs"/>
            </a:endParaRPr>
          </a:p>
        </p:txBody>
      </p:sp>
      <p:sp>
        <p:nvSpPr>
          <p:cNvPr id="29" name="椭圆 28"/>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lt1"/>
              </a:solidFill>
              <a:effectLst/>
              <a:uLnTx/>
              <a:uFillTx/>
              <a:latin typeface="+mn-lt"/>
              <a:ea typeface="+mn-ea"/>
              <a:cs typeface="+mn-cs"/>
            </a:endParaRPr>
          </a:p>
        </p:txBody>
      </p:sp>
      <p:sp>
        <p:nvSpPr>
          <p:cNvPr id="30" name="直接连接符 29"/>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 name="标题 1"/>
          <p:cNvSpPr>
            <a:spLocks noGrp="1"/>
          </p:cNvSpPr>
          <p:nvPr>
            <p:ph type="title"/>
          </p:nvPr>
        </p:nvSpPr>
        <p:spPr>
          <a:xfrm>
            <a:off x="2286000" y="2895600"/>
            <a:ext cx="6172200" cy="2053590"/>
          </a:xfrm>
        </p:spPr>
        <p:txBody>
          <a:bodyPr/>
          <a:lstStyle>
            <a:lvl1pPr algn="l">
              <a:buNone/>
              <a:defRPr sz="3000" b="1" cap="small" baseline="0"/>
            </a:lvl1pPr>
          </a:lstStyle>
          <a:p>
            <a:r>
              <a:rPr lang="zh-CN" altLang="en-US" smtClean="0"/>
              <a:t>单击此处编辑母版标题样式</a:t>
            </a:r>
            <a:endParaRPr lang="en-US"/>
          </a:p>
        </p:txBody>
      </p:sp>
      <p:sp>
        <p:nvSpPr>
          <p:cNvPr id="3" name="文本占位符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smtClean="0"/>
              <a:t>单击此处编辑母版文本样式</a:t>
            </a:r>
            <a:endParaRPr lang="zh-CN" altLang="en-US" smtClean="0"/>
          </a:p>
        </p:txBody>
      </p:sp>
      <p:sp>
        <p:nvSpPr>
          <p:cNvPr id="31" name="灯片编号占位符 5"/>
          <p:cNvSpPr>
            <a:spLocks noGrp="1"/>
          </p:cNvSpPr>
          <p:nvPr>
            <p:ph type="sldNum" sz="quarter" idx="4"/>
          </p:nvPr>
        </p:nvSpPr>
        <p:spPr bwMode="auto">
          <a:xfrm>
            <a:off x="1339850" y="4929188"/>
            <a:ext cx="609600" cy="517525"/>
          </a:xfrm>
          <a:prstGeom prst="rect">
            <a:avLst/>
          </a:prstGeom>
        </p:spPr>
        <p:txBody>
          <a:bodyPr vert="horz" anchor="ctr"/>
          <a:p>
            <a:pPr algn="ctr"/>
            <a:fld id="{9A0DB2DC-4C9A-4742-B13C-FB6460FD3503}" type="slidenum">
              <a:rPr lang="zh-CN" altLang="en-US" dirty="0"/>
            </a:fld>
            <a:endParaRPr lang="zh-CN" alt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9" name="内容占位符 8"/>
          <p:cNvSpPr>
            <a:spLocks noGrp="1"/>
          </p:cNvSpPr>
          <p:nvPr>
            <p:ph sz="quarter" idx="1"/>
          </p:nvPr>
        </p:nvSpPr>
        <p:spPr>
          <a:xfrm>
            <a:off x="457200" y="1600200"/>
            <a:ext cx="3657600" cy="45720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1" name="内容占位符 10"/>
          <p:cNvSpPr>
            <a:spLocks noGrp="1"/>
          </p:cNvSpPr>
          <p:nvPr>
            <p:ph sz="quarter" idx="2"/>
          </p:nvPr>
        </p:nvSpPr>
        <p:spPr>
          <a:xfrm>
            <a:off x="4270248" y="1600200"/>
            <a:ext cx="3657600" cy="45720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3" name="灯片编号占位符 2"/>
          <p:cNvSpPr>
            <a:spLocks noGrp="1"/>
          </p:cNvSpPr>
          <p:nvPr>
            <p:ph type="sldNum" sz="quarter" idx="10"/>
          </p:nvPr>
        </p:nvSpPr>
        <p:spPr/>
        <p:txBody>
          <a:bodyPr/>
          <a:p>
            <a:pPr lvl="0" eaLnBrk="1" hangingPunct="1"/>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7543800" cy="1143000"/>
          </a:xfrm>
        </p:spPr>
        <p:txBody>
          <a:bodyPr/>
          <a:lstStyle>
            <a:lvl1pPr>
              <a:defRPr/>
            </a:lvl1pPr>
          </a:lstStyle>
          <a:p>
            <a:r>
              <a:rPr lang="zh-CN" altLang="en-US" smtClean="0"/>
              <a:t>单击此处编辑母版标题样式</a:t>
            </a:r>
            <a:endParaRPr lang="en-US"/>
          </a:p>
        </p:txBody>
      </p:sp>
      <p:sp>
        <p:nvSpPr>
          <p:cNvPr id="11" name="内容占位符 10"/>
          <p:cNvSpPr>
            <a:spLocks noGrp="1"/>
          </p:cNvSpPr>
          <p:nvPr>
            <p:ph sz="quarter" idx="2"/>
          </p:nvPr>
        </p:nvSpPr>
        <p:spPr>
          <a:xfrm>
            <a:off x="457200" y="2362200"/>
            <a:ext cx="3657600" cy="3886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3" name="内容占位符 12"/>
          <p:cNvSpPr>
            <a:spLocks noGrp="1"/>
          </p:cNvSpPr>
          <p:nvPr>
            <p:ph sz="quarter" idx="4"/>
          </p:nvPr>
        </p:nvSpPr>
        <p:spPr>
          <a:xfrm>
            <a:off x="4371975" y="2362200"/>
            <a:ext cx="3657600" cy="3886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2" name="文本占位符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zh-CN" altLang="en-US" smtClean="0"/>
              <a:t>单击此处编辑母版文本样式</a:t>
            </a:r>
            <a:endParaRPr lang="zh-CN" altLang="en-US" smtClean="0"/>
          </a:p>
        </p:txBody>
      </p:sp>
      <p:sp>
        <p:nvSpPr>
          <p:cNvPr id="14" name="文本占位符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zh-CN" altLang="en-US" smtClean="0"/>
              <a:t>单击此处编辑母版文本样式</a:t>
            </a:r>
            <a:endParaRPr lang="zh-CN" altLang="en-US" smtClean="0"/>
          </a:p>
        </p:txBody>
      </p:sp>
      <p:sp>
        <p:nvSpPr>
          <p:cNvPr id="3" name="灯片编号占位符 2"/>
          <p:cNvSpPr>
            <a:spLocks noGrp="1"/>
          </p:cNvSpPr>
          <p:nvPr>
            <p:ph type="sldNum" sz="quarter" idx="10"/>
          </p:nvPr>
        </p:nvSpPr>
        <p:spPr/>
        <p:txBody>
          <a:bodyPr/>
          <a:p>
            <a:pPr lvl="0" eaLnBrk="1" hangingPunct="1"/>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11" name="灯片编号占位符 6"/>
          <p:cNvSpPr>
            <a:spLocks noGrp="1"/>
          </p:cNvSpPr>
          <p:nvPr>
            <p:ph type="sldNum" sz="quarter" idx="4"/>
          </p:nvPr>
        </p:nvSpPr>
        <p:spPr>
          <a:xfrm>
            <a:off x="8129588" y="5734050"/>
            <a:ext cx="609600" cy="520700"/>
          </a:xfrm>
          <a:prstGeom prst="rect">
            <a:avLst/>
          </a:prstGeom>
        </p:spPr>
        <p:txBody>
          <a:bodyPr vert="horz" rtlCol="0" anchor="ctr"/>
          <a:p>
            <a:pPr algn="ctr"/>
            <a:fld id="{9A0DB2DC-4C9A-4742-B13C-FB6460FD3503}" type="slidenum">
              <a:rPr lang="zh-CN" altLang="en-US" dirty="0"/>
            </a:fld>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hangingPunct="1"/>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showMasterSp="0">
  <p:cSld name="内容与标题">
    <p:bg>
      <p:bgPr>
        <a:solidFill>
          <a:schemeClr val="bg1"/>
        </a:solidFill>
        <a:effectLst/>
      </p:bgPr>
    </p:bg>
    <p:spTree>
      <p:nvGrpSpPr>
        <p:cNvPr id="1" name=""/>
        <p:cNvGrpSpPr/>
        <p:nvPr/>
      </p:nvGrpSpPr>
      <p:grpSpPr>
        <a:xfrm>
          <a:off x="0" y="0"/>
          <a:ext cx="0" cy="0"/>
          <a:chOff x="0" y="0"/>
          <a:chExt cx="0" cy="0"/>
        </a:xfrm>
      </p:grpSpPr>
      <p:sp>
        <p:nvSpPr>
          <p:cNvPr id="11" name="直接连接符 10"/>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 name="直接连接符 12"/>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148" name="直接连接符 14"/>
          <p:cNvSpPr/>
          <p:nvPr/>
        </p:nvSpPr>
        <p:spPr>
          <a:xfrm>
            <a:off x="6192838" y="0"/>
            <a:ext cx="0" cy="6858000"/>
          </a:xfrm>
          <a:prstGeom prst="line">
            <a:avLst/>
          </a:prstGeom>
          <a:ln w="12700" cap="flat" cmpd="sng">
            <a:solidFill>
              <a:schemeClr val="accent1"/>
            </a:solidFill>
            <a:prstDash val="solid"/>
            <a:headEnd type="none" w="med" len="med"/>
            <a:tailEnd type="none" w="med" len="med"/>
          </a:ln>
        </p:spPr>
      </p:sp>
      <p:sp>
        <p:nvSpPr>
          <p:cNvPr id="6149" name="直接连接符 16"/>
          <p:cNvSpPr/>
          <p:nvPr/>
        </p:nvSpPr>
        <p:spPr>
          <a:xfrm>
            <a:off x="8991600" y="0"/>
            <a:ext cx="0" cy="6858000"/>
          </a:xfrm>
          <a:prstGeom prst="line">
            <a:avLst/>
          </a:prstGeom>
          <a:ln w="19050" cap="flat" cmpd="sng">
            <a:solidFill>
              <a:schemeClr val="accent1"/>
            </a:solidFill>
            <a:prstDash val="solid"/>
            <a:headEnd type="none" w="med" len="med"/>
            <a:tailEnd type="none" w="med" len="med"/>
          </a:ln>
        </p:spPr>
      </p:sp>
      <p:sp>
        <p:nvSpPr>
          <p:cNvPr id="17" name="矩形 16"/>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lt1"/>
              </a:solidFill>
              <a:effectLst/>
              <a:uLnTx/>
              <a:uFillTx/>
              <a:latin typeface="+mn-lt"/>
              <a:ea typeface="+mn-ea"/>
              <a:cs typeface="+mn-cs"/>
            </a:endParaRPr>
          </a:p>
        </p:txBody>
      </p:sp>
      <p:sp>
        <p:nvSpPr>
          <p:cNvPr id="6151" name="直接连接符 18"/>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9" name="椭圆 18"/>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rot="5400000">
            <a:off x="3371850" y="3200400"/>
            <a:ext cx="6309360" cy="457200"/>
          </a:xfrm>
        </p:spPr>
        <p:txBody>
          <a:bodyPr/>
          <a:lstStyle>
            <a:lvl1pPr algn="l">
              <a:buNone/>
              <a:defRPr sz="2000" b="1" cap="small" baseline="0"/>
            </a:lvl1pPr>
          </a:lstStyle>
          <a:p>
            <a:r>
              <a:rPr lang="zh-CN" altLang="en-US" smtClean="0"/>
              <a:t>单击此处编辑母版标题样式</a:t>
            </a:r>
            <a:endParaRPr lang="en-US"/>
          </a:p>
        </p:txBody>
      </p:sp>
      <p:sp>
        <p:nvSpPr>
          <p:cNvPr id="3" name="文本占位符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zh-CN" altLang="en-US" smtClean="0"/>
              <a:t>单击此处编辑母版文本样式</a:t>
            </a:r>
            <a:endParaRPr lang="zh-CN" altLang="en-US" smtClean="0"/>
          </a:p>
        </p:txBody>
      </p:sp>
      <p:sp>
        <p:nvSpPr>
          <p:cNvPr id="18" name="内容占位符 17"/>
          <p:cNvSpPr>
            <a:spLocks noGrp="1"/>
          </p:cNvSpPr>
          <p:nvPr>
            <p:ph sz="quarter" idx="1"/>
          </p:nvPr>
        </p:nvSpPr>
        <p:spPr>
          <a:xfrm>
            <a:off x="304800" y="274320"/>
            <a:ext cx="5638800" cy="632764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20" name="灯片编号占位符 21"/>
          <p:cNvSpPr>
            <a:spLocks noGrp="1"/>
          </p:cNvSpPr>
          <p:nvPr>
            <p:ph type="sldNum" sz="quarter" idx="4"/>
          </p:nvPr>
        </p:nvSpPr>
        <p:spPr>
          <a:xfrm>
            <a:off x="8129588" y="5734050"/>
            <a:ext cx="609600" cy="520700"/>
          </a:xfrm>
          <a:prstGeom prst="rect">
            <a:avLst/>
          </a:prstGeom>
        </p:spPr>
        <p:txBody>
          <a:bodyPr vert="horz" rtlCol="0" anchor="ctr"/>
          <a:p>
            <a:pPr algn="ctr"/>
            <a:fld id="{9A0DB2DC-4C9A-4742-B13C-FB6460FD3503}" type="slidenum">
              <a:rPr lang="zh-CN" altLang="en-US" dirty="0"/>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Pr>
        <a:solidFill>
          <a:schemeClr val="bg1"/>
        </a:solidFill>
        <a:effectLst/>
      </p:bgPr>
    </p:bg>
    <p:spTree>
      <p:nvGrpSpPr>
        <p:cNvPr id="1" name=""/>
        <p:cNvGrpSpPr/>
        <p:nvPr/>
      </p:nvGrpSpPr>
      <p:grpSpPr>
        <a:xfrm>
          <a:off x="0" y="0"/>
          <a:ext cx="0" cy="0"/>
          <a:chOff x="0" y="0"/>
          <a:chExt cx="0" cy="0"/>
        </a:xfrm>
      </p:grpSpPr>
      <p:sp>
        <p:nvSpPr>
          <p:cNvPr id="11" name="直接连接符 10"/>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 name="椭圆 12"/>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lt1"/>
              </a:solidFill>
              <a:effectLst/>
              <a:uLnTx/>
              <a:uFillTx/>
              <a:latin typeface="+mn-lt"/>
              <a:ea typeface="+mn-ea"/>
              <a:cs typeface="+mn-cs"/>
            </a:endParaRPr>
          </a:p>
        </p:txBody>
      </p:sp>
      <p:sp>
        <p:nvSpPr>
          <p:cNvPr id="7172" name="直接连接符 14"/>
          <p:cNvSpPr/>
          <p:nvPr/>
        </p:nvSpPr>
        <p:spPr>
          <a:xfrm>
            <a:off x="8991600" y="0"/>
            <a:ext cx="0" cy="6858000"/>
          </a:xfrm>
          <a:prstGeom prst="line">
            <a:avLst/>
          </a:prstGeom>
          <a:ln w="9525" cap="flat" cmpd="sng">
            <a:solidFill>
              <a:schemeClr val="tx1"/>
            </a:solidFill>
            <a:prstDash val="solid"/>
            <a:headEnd type="none" w="med" len="med"/>
            <a:tailEnd type="none" w="med" len="med"/>
          </a:ln>
        </p:spPr>
      </p:sp>
      <p:sp>
        <p:nvSpPr>
          <p:cNvPr id="15" name="矩形 14"/>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lt1"/>
              </a:solidFill>
              <a:effectLst/>
              <a:uLnTx/>
              <a:uFillTx/>
              <a:latin typeface="+mn-lt"/>
              <a:ea typeface="+mn-ea"/>
              <a:cs typeface="+mn-cs"/>
            </a:endParaRPr>
          </a:p>
        </p:txBody>
      </p:sp>
      <p:sp>
        <p:nvSpPr>
          <p:cNvPr id="7174" name="直接连接符 17"/>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8" name="直接连接符 1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176" name="直接连接符 19"/>
          <p:cNvSpPr/>
          <p:nvPr/>
        </p:nvSpPr>
        <p:spPr>
          <a:xfrm>
            <a:off x="6192838" y="0"/>
            <a:ext cx="0" cy="6858000"/>
          </a:xfrm>
          <a:prstGeom prst="line">
            <a:avLst/>
          </a:prstGeom>
          <a:ln w="12700" cap="flat" cmpd="sng">
            <a:solidFill>
              <a:schemeClr val="accent1"/>
            </a:solidFill>
            <a:prstDash val="solid"/>
            <a:headEnd type="none" w="med" len="med"/>
            <a:tailEnd type="none" w="med" len="med"/>
          </a:ln>
        </p:spPr>
      </p:sp>
      <p:sp>
        <p:nvSpPr>
          <p:cNvPr id="2" name="标题 1"/>
          <p:cNvSpPr>
            <a:spLocks noGrp="1"/>
          </p:cNvSpPr>
          <p:nvPr>
            <p:ph type="title"/>
          </p:nvPr>
        </p:nvSpPr>
        <p:spPr>
          <a:xfrm rot="5400000">
            <a:off x="3350133" y="3200400"/>
            <a:ext cx="6309360" cy="457200"/>
          </a:xfrm>
        </p:spPr>
        <p:txBody>
          <a:bodyPr/>
          <a:lstStyle>
            <a:lvl1pPr algn="l">
              <a:buNone/>
              <a:defRPr sz="2000" b="1"/>
            </a:lvl1pPr>
          </a:lstStyle>
          <a:p>
            <a:r>
              <a:rPr lang="zh-CN" altLang="en-US" smtClean="0"/>
              <a:t>单击此处编辑母版标题样式</a:t>
            </a:r>
            <a:endParaRPr lang="en-US"/>
          </a:p>
        </p:txBody>
      </p:sp>
      <p:sp>
        <p:nvSpPr>
          <p:cNvPr id="3" name="图片占位符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zh-CN" altLang="en-US" sz="3200" b="1" i="0" u="none" strike="noStrike" kern="1200" cap="none" spc="0" normalizeH="0" baseline="0" noProof="0" smtClean="0">
                <a:ln>
                  <a:noFill/>
                </a:ln>
                <a:solidFill>
                  <a:schemeClr val="lt1"/>
                </a:solidFill>
                <a:effectLst/>
                <a:uLnTx/>
                <a:uFillTx/>
                <a:latin typeface="+mn-lt"/>
                <a:ea typeface="+mn-ea"/>
                <a:cs typeface="+mn-cs"/>
              </a:rPr>
              <a:t>单击图标添加图片</a:t>
            </a:r>
            <a:endParaRPr kumimoji="0" lang="en-US" sz="3200" b="1" i="0" u="none" strike="noStrike" kern="1200" cap="none" spc="0" normalizeH="0" baseline="0" noProof="0" dirty="0">
              <a:ln>
                <a:noFill/>
              </a:ln>
              <a:solidFill>
                <a:schemeClr val="lt1"/>
              </a:solidFill>
              <a:effectLst/>
              <a:uLnTx/>
              <a:uFillTx/>
              <a:latin typeface="+mn-lt"/>
              <a:ea typeface="+mn-ea"/>
              <a:cs typeface="+mn-cs"/>
            </a:endParaRPr>
          </a:p>
        </p:txBody>
      </p:sp>
      <p:sp>
        <p:nvSpPr>
          <p:cNvPr id="4" name="文本占位符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zh-CN" altLang="en-US" smtClean="0"/>
              <a:t>单击此处编辑母版文本样式</a:t>
            </a:r>
            <a:endParaRPr lang="zh-CN" altLang="en-US" smtClean="0"/>
          </a:p>
        </p:txBody>
      </p:sp>
      <p:sp>
        <p:nvSpPr>
          <p:cNvPr id="20" name="灯片编号占位符 17"/>
          <p:cNvSpPr>
            <a:spLocks noGrp="1"/>
          </p:cNvSpPr>
          <p:nvPr>
            <p:ph type="sldNum" sz="quarter" idx="4"/>
          </p:nvPr>
        </p:nvSpPr>
        <p:spPr>
          <a:xfrm>
            <a:off x="8129588" y="5734050"/>
            <a:ext cx="609600" cy="520700"/>
          </a:xfrm>
          <a:prstGeom prst="rect">
            <a:avLst/>
          </a:prstGeom>
        </p:spPr>
        <p:txBody>
          <a:bodyPr vert="horz" rtlCol="0" anchor="ctr"/>
          <a:p>
            <a:pPr algn="ctr"/>
            <a:fld id="{9A0DB2DC-4C9A-4742-B13C-FB6460FD3503}" type="slidenum">
              <a:rPr lang="zh-CN" altLang="en-US" dirty="0"/>
            </a:fld>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灯片编号占位符 3"/>
          <p:cNvSpPr>
            <a:spLocks noGrp="1"/>
          </p:cNvSpPr>
          <p:nvPr>
            <p:ph type="sldNum" sz="quarter" idx="10"/>
          </p:nvPr>
        </p:nvSpPr>
        <p:spPr/>
        <p:txBody>
          <a:bodyPr/>
          <a:p>
            <a:pPr lvl="0" eaLnBrk="1" hangingPunct="1"/>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1676400" cy="5851525"/>
          </a:xfrm>
        </p:spPr>
        <p:txBody>
          <a:bodyPr vert="eaVert"/>
          <a:lstStyle/>
          <a:p>
            <a:r>
              <a:rPr lang="zh-CN" altLang="en-US" smtClean="0"/>
              <a:t>单击此处编辑母版标题样式</a:t>
            </a:r>
            <a:endParaRPr 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灯片编号占位符 3"/>
          <p:cNvSpPr>
            <a:spLocks noGrp="1"/>
          </p:cNvSpPr>
          <p:nvPr>
            <p:ph type="sldNum" sz="quarter" idx="10"/>
          </p:nvPr>
        </p:nvSpPr>
        <p:spPr/>
        <p:txBody>
          <a:bodyPr/>
          <a:p>
            <a:pPr lvl="0" eaLnBrk="1" hangingPunct="1"/>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6" name="直接连接符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标题占位符 21"/>
          <p:cNvSpPr>
            <a:spLocks noGrp="1"/>
          </p:cNvSpPr>
          <p:nvPr>
            <p:ph type="title"/>
          </p:nvPr>
        </p:nvSpPr>
        <p:spPr>
          <a:xfrm>
            <a:off x="457200" y="274638"/>
            <a:ext cx="7467600" cy="1143000"/>
          </a:xfrm>
          <a:prstGeom prst="rect">
            <a:avLst/>
          </a:prstGeom>
        </p:spPr>
        <p:txBody>
          <a:bodyPr vert="horz" anchor="b"/>
          <a:p>
            <a:pPr lvl="0"/>
            <a:r>
              <a:rPr lang="zh-CN" altLang="en-US" dirty="0"/>
              <a:t>单击此处编辑母版标题样式</a:t>
            </a:r>
            <a:endParaRPr lang="zh-CN" altLang="en-US" dirty="0"/>
          </a:p>
        </p:txBody>
      </p:sp>
      <p:sp>
        <p:nvSpPr>
          <p:cNvPr id="1028" name="文本占位符 12"/>
          <p:cNvSpPr>
            <a:spLocks noGrp="1"/>
          </p:cNvSpPr>
          <p:nvPr>
            <p:ph type="body" idx="1"/>
          </p:nvPr>
        </p:nvSpPr>
        <p:spPr>
          <a:xfrm>
            <a:off x="457200" y="1600200"/>
            <a:ext cx="7467600" cy="4873625"/>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直接连接符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0" name="直接连接符 8"/>
          <p:cNvSpPr/>
          <p:nvPr/>
        </p:nvSpPr>
        <p:spPr>
          <a:xfrm>
            <a:off x="8991600" y="0"/>
            <a:ext cx="0" cy="6858000"/>
          </a:xfrm>
          <a:prstGeom prst="line">
            <a:avLst/>
          </a:prstGeom>
          <a:ln w="19050" cap="flat" cmpd="sng">
            <a:solidFill>
              <a:schemeClr val="accent1"/>
            </a:solidFill>
            <a:prstDash val="solid"/>
            <a:headEnd type="none" w="med" len="med"/>
            <a:tailEnd type="none" w="med" len="med"/>
          </a:ln>
        </p:spPr>
      </p:sp>
      <p:sp>
        <p:nvSpPr>
          <p:cNvPr id="10" name="矩形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lt1"/>
              </a:solidFill>
              <a:effectLst/>
              <a:uLnTx/>
              <a:uFillTx/>
              <a:latin typeface="+mn-lt"/>
              <a:ea typeface="+mn-ea"/>
              <a:cs typeface="+mn-cs"/>
            </a:endParaRPr>
          </a:p>
        </p:txBody>
      </p:sp>
      <p:sp>
        <p:nvSpPr>
          <p:cNvPr id="1032" name="直接连接符 10"/>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2" name="椭圆 11"/>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lt1"/>
              </a:solidFill>
              <a:effectLst/>
              <a:uLnTx/>
              <a:uFillTx/>
              <a:latin typeface="+mn-lt"/>
              <a:ea typeface="+mn-ea"/>
              <a:cs typeface="+mn-cs"/>
            </a:endParaRPr>
          </a:p>
        </p:txBody>
      </p:sp>
      <p:sp>
        <p:nvSpPr>
          <p:cNvPr id="23" name="灯片编号占位符 22"/>
          <p:cNvSpPr>
            <a:spLocks noGrp="1"/>
          </p:cNvSpPr>
          <p:nvPr>
            <p:ph type="sldNum" sz="quarter" idx="4"/>
          </p:nvPr>
        </p:nvSpPr>
        <p:spPr>
          <a:xfrm>
            <a:off x="8129588" y="5734050"/>
            <a:ext cx="609600" cy="520700"/>
          </a:xfrm>
          <a:prstGeom prst="rect">
            <a:avLst/>
          </a:prstGeom>
        </p:spPr>
        <p:txBody>
          <a:bodyPr vert="horz" anchor="ctr"/>
          <a:lstStyle>
            <a:lvl1pPr algn="ctr">
              <a:defRPr sz="1400">
                <a:solidFill>
                  <a:srgbClr val="FFFFFF"/>
                </a:solidFill>
              </a:defRPr>
            </a:lvl1pPr>
          </a:lstStyle>
          <a:p>
            <a:pPr lvl="0" eaLnBrk="1" hangingPunct="1"/>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sz="3600" kern="1200" cap="small">
          <a:solidFill>
            <a:schemeClr val="tx2"/>
          </a:solidFill>
          <a:latin typeface="Times New Roman" panose="02020603050405020304" pitchFamily="18" charset="0"/>
          <a:ea typeface="+mj-ea"/>
          <a:cs typeface="Times New Roman" panose="02020603050405020304" pitchFamily="18" charset="0"/>
        </a:defRPr>
      </a:lvl1pPr>
      <a:lvl2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2pPr>
      <a:lvl3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3pPr>
      <a:lvl4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4pPr>
      <a:lvl5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5pPr>
      <a:lvl6pPr marL="4572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6pPr>
      <a:lvl7pPr marL="9144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7pPr>
      <a:lvl8pPr marL="13716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8pPr>
      <a:lvl9pPr marL="18288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9pPr>
    </p:titleStyle>
    <p:body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panose="05000000000000000000"/>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6" name="直接连接符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标题占位符 21"/>
          <p:cNvSpPr>
            <a:spLocks noGrp="1"/>
          </p:cNvSpPr>
          <p:nvPr>
            <p:ph type="title"/>
          </p:nvPr>
        </p:nvSpPr>
        <p:spPr>
          <a:xfrm>
            <a:off x="457200" y="274638"/>
            <a:ext cx="7467600" cy="1143000"/>
          </a:xfrm>
          <a:prstGeom prst="rect">
            <a:avLst/>
          </a:prstGeom>
        </p:spPr>
        <p:txBody>
          <a:bodyPr vert="horz" anchor="b"/>
          <a:p>
            <a:pPr lvl="0"/>
            <a:r>
              <a:rPr lang="zh-CN" altLang="en-US" dirty="0"/>
              <a:t>单击此处编辑母版标题样式</a:t>
            </a:r>
            <a:endParaRPr lang="zh-CN" altLang="en-US" dirty="0"/>
          </a:p>
        </p:txBody>
      </p:sp>
      <p:sp>
        <p:nvSpPr>
          <p:cNvPr id="1028" name="文本占位符 12"/>
          <p:cNvSpPr>
            <a:spLocks noGrp="1"/>
          </p:cNvSpPr>
          <p:nvPr>
            <p:ph type="body" idx="1"/>
          </p:nvPr>
        </p:nvSpPr>
        <p:spPr>
          <a:xfrm>
            <a:off x="457200" y="1600200"/>
            <a:ext cx="7467600" cy="4873625"/>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直接连接符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0" name="直接连接符 8"/>
          <p:cNvSpPr/>
          <p:nvPr/>
        </p:nvSpPr>
        <p:spPr>
          <a:xfrm>
            <a:off x="8991600" y="0"/>
            <a:ext cx="0" cy="6858000"/>
          </a:xfrm>
          <a:prstGeom prst="line">
            <a:avLst/>
          </a:prstGeom>
          <a:ln w="19050" cap="flat" cmpd="sng">
            <a:solidFill>
              <a:schemeClr val="accent1"/>
            </a:solidFill>
            <a:prstDash val="solid"/>
            <a:headEnd type="none" w="med" len="med"/>
            <a:tailEnd type="none" w="med" len="med"/>
          </a:ln>
        </p:spPr>
      </p:sp>
      <p:sp>
        <p:nvSpPr>
          <p:cNvPr id="10" name="矩形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a:ln>
                <a:noFill/>
              </a:ln>
              <a:solidFill>
                <a:schemeClr val="lt1"/>
              </a:solidFill>
              <a:effectLst/>
              <a:uLnTx/>
              <a:uFillTx/>
              <a:latin typeface="+mn-lt"/>
              <a:ea typeface="+mn-ea"/>
              <a:cs typeface="+mn-cs"/>
            </a:endParaRPr>
          </a:p>
        </p:txBody>
      </p:sp>
      <p:sp>
        <p:nvSpPr>
          <p:cNvPr id="1032" name="直接连接符 10"/>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2" name="椭圆 11"/>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Char char="•"/>
              <a:defRPr/>
            </a:pPr>
            <a:endParaRPr kumimoji="0" lang="en-US" sz="2800" b="1" i="0" u="none" strike="noStrike" kern="1200" cap="none" spc="0" normalizeH="0" baseline="0" noProof="0" dirty="0">
              <a:ln>
                <a:noFill/>
              </a:ln>
              <a:solidFill>
                <a:schemeClr val="lt1"/>
              </a:solidFill>
              <a:effectLst/>
              <a:uLnTx/>
              <a:uFillTx/>
              <a:latin typeface="+mn-lt"/>
              <a:ea typeface="+mn-ea"/>
              <a:cs typeface="+mn-cs"/>
            </a:endParaRPr>
          </a:p>
        </p:txBody>
      </p:sp>
      <p:sp>
        <p:nvSpPr>
          <p:cNvPr id="23" name="灯片编号占位符 22"/>
          <p:cNvSpPr>
            <a:spLocks noGrp="1"/>
          </p:cNvSpPr>
          <p:nvPr>
            <p:ph type="sldNum" sz="quarter" idx="4"/>
          </p:nvPr>
        </p:nvSpPr>
        <p:spPr>
          <a:xfrm>
            <a:off x="8129588" y="5734050"/>
            <a:ext cx="609600" cy="520700"/>
          </a:xfrm>
          <a:prstGeom prst="rect">
            <a:avLst/>
          </a:prstGeom>
        </p:spPr>
        <p:txBody>
          <a:bodyPr vert="horz" anchor="ctr"/>
          <a:lstStyle>
            <a:lvl1pPr algn="ctr">
              <a:defRPr sz="1400">
                <a:solidFill>
                  <a:srgbClr val="FFFFFF"/>
                </a:solidFill>
              </a:defRPr>
            </a:lvl1pPr>
          </a:lstStyle>
          <a:p>
            <a:pPr lvl="0" eaLnBrk="1" hangingPunct="1"/>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rtl="0" eaLnBrk="0" fontAlgn="base" hangingPunct="0">
        <a:spcBef>
          <a:spcPct val="0"/>
        </a:spcBef>
        <a:spcAft>
          <a:spcPct val="0"/>
        </a:spcAft>
        <a:defRPr sz="3600" kern="1200" cap="small">
          <a:solidFill>
            <a:schemeClr val="tx2"/>
          </a:solidFill>
          <a:latin typeface="Times New Roman" panose="02020603050405020304" pitchFamily="18" charset="0"/>
          <a:ea typeface="+mj-ea"/>
          <a:cs typeface="Times New Roman" panose="02020603050405020304" pitchFamily="18" charset="0"/>
        </a:defRPr>
      </a:lvl1pPr>
      <a:lvl2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2pPr>
      <a:lvl3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3pPr>
      <a:lvl4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4pPr>
      <a:lvl5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5pPr>
      <a:lvl6pPr marL="4572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6pPr>
      <a:lvl7pPr marL="9144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7pPr>
      <a:lvl8pPr marL="13716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8pPr>
      <a:lvl9pPr marL="18288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9pPr>
    </p:titleStyle>
    <p:body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panose="05000000000000000000"/>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vmlDrawing" Target="../drawings/vmlDrawing1.vml"/><Relationship Id="rId7" Type="http://schemas.openxmlformats.org/officeDocument/2006/relationships/slideLayout" Target="../slideLayouts/slideLayout13.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9" Type="http://schemas.openxmlformats.org/officeDocument/2006/relationships/tags" Target="../tags/tag13.xml"/><Relationship Id="rId8" Type="http://schemas.openxmlformats.org/officeDocument/2006/relationships/tags" Target="../tags/tag12.xml"/><Relationship Id="rId7" Type="http://schemas.openxmlformats.org/officeDocument/2006/relationships/tags" Target="../tags/tag11.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1" Type="http://schemas.openxmlformats.org/officeDocument/2006/relationships/notesSlide" Target="../notesSlides/notesSlide5.xml"/><Relationship Id="rId30" Type="http://schemas.openxmlformats.org/officeDocument/2006/relationships/slideLayout" Target="../slideLayouts/slideLayout2.xml"/><Relationship Id="rId3" Type="http://schemas.openxmlformats.org/officeDocument/2006/relationships/tags" Target="../tags/tag7.xml"/><Relationship Id="rId29" Type="http://schemas.openxmlformats.org/officeDocument/2006/relationships/tags" Target="../tags/tag33.xml"/><Relationship Id="rId28" Type="http://schemas.openxmlformats.org/officeDocument/2006/relationships/tags" Target="../tags/tag32.xml"/><Relationship Id="rId27" Type="http://schemas.openxmlformats.org/officeDocument/2006/relationships/tags" Target="../tags/tag31.xml"/><Relationship Id="rId26" Type="http://schemas.openxmlformats.org/officeDocument/2006/relationships/tags" Target="../tags/tag30.xml"/><Relationship Id="rId25" Type="http://schemas.openxmlformats.org/officeDocument/2006/relationships/tags" Target="../tags/tag29.xml"/><Relationship Id="rId24" Type="http://schemas.openxmlformats.org/officeDocument/2006/relationships/tags" Target="../tags/tag28.xml"/><Relationship Id="rId23" Type="http://schemas.openxmlformats.org/officeDocument/2006/relationships/tags" Target="../tags/tag27.xml"/><Relationship Id="rId22" Type="http://schemas.openxmlformats.org/officeDocument/2006/relationships/tags" Target="../tags/tag26.xml"/><Relationship Id="rId21" Type="http://schemas.openxmlformats.org/officeDocument/2006/relationships/tags" Target="../tags/tag25.xml"/><Relationship Id="rId20" Type="http://schemas.openxmlformats.org/officeDocument/2006/relationships/tags" Target="../tags/tag24.xml"/><Relationship Id="rId2" Type="http://schemas.openxmlformats.org/officeDocument/2006/relationships/tags" Target="../tags/tag6.xml"/><Relationship Id="rId19" Type="http://schemas.openxmlformats.org/officeDocument/2006/relationships/tags" Target="../tags/tag23.xml"/><Relationship Id="rId18" Type="http://schemas.openxmlformats.org/officeDocument/2006/relationships/tags" Target="../tags/tag22.xml"/><Relationship Id="rId17" Type="http://schemas.openxmlformats.org/officeDocument/2006/relationships/tags" Target="../tags/tag21.xml"/><Relationship Id="rId16" Type="http://schemas.openxmlformats.org/officeDocument/2006/relationships/tags" Target="../tags/tag20.xml"/><Relationship Id="rId15" Type="http://schemas.openxmlformats.org/officeDocument/2006/relationships/tags" Target="../tags/tag19.xml"/><Relationship Id="rId14" Type="http://schemas.openxmlformats.org/officeDocument/2006/relationships/tags" Target="../tags/tag18.xml"/><Relationship Id="rId13" Type="http://schemas.openxmlformats.org/officeDocument/2006/relationships/tags" Target="../tags/tag17.xml"/><Relationship Id="rId12" Type="http://schemas.openxmlformats.org/officeDocument/2006/relationships/tags" Target="../tags/tag16.xml"/><Relationship Id="rId11" Type="http://schemas.openxmlformats.org/officeDocument/2006/relationships/tags" Target="../tags/tag15.xml"/><Relationship Id="rId10" Type="http://schemas.openxmlformats.org/officeDocument/2006/relationships/tags" Target="../tags/tag14.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1842" name="Rectangle 2"/>
          <p:cNvSpPr>
            <a:spLocks noGrp="1" noChangeArrowheads="1"/>
          </p:cNvSpPr>
          <p:nvPr>
            <p:ph type="ctrTitle"/>
          </p:nvPr>
        </p:nvSpPr>
        <p:spPr>
          <a:xfrm>
            <a:off x="2339975" y="2060575"/>
            <a:ext cx="6172200" cy="2165350"/>
          </a:xfrm>
        </p:spPr>
        <p:txBody>
          <a:bodyPr vert="horz" anchor="b">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4800" b="1"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软件系统分析与设计</a:t>
            </a:r>
            <a:br>
              <a:rPr kumimoji="0" lang="en-US" altLang="zh-CN" sz="4800" b="1"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4800" b="1"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Software System Analysis and Design</a:t>
            </a:r>
            <a:endParaRPr kumimoji="0" lang="zh-CN" altLang="en-US" sz="4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195" name="灯片编号占位符 5"/>
          <p:cNvSpPr txBox="1">
            <a:spLocks noGrp="1"/>
          </p:cNvSpPr>
          <p:nvPr>
            <p:ph type="sldNum" sz="quarter" idx="4"/>
          </p:nvPr>
        </p:nvSpPr>
        <p:spPr>
          <a:xfrm>
            <a:off x="1325563" y="5013325"/>
            <a:ext cx="609600" cy="517525"/>
          </a:xfrm>
          <a:noFill/>
          <a:ln>
            <a:noFill/>
          </a:ln>
        </p:spPr>
        <p:txBody>
          <a:bodyPr anchor="ctr" anchorCtr="0"/>
          <a:p>
            <a:pPr marL="0" indent="0" algn="ctr" eaLnBrk="1" hangingPunct="1">
              <a:spcBef>
                <a:spcPct val="0"/>
              </a:spcBef>
              <a:buClrTx/>
              <a:buSzTx/>
              <a:buFontTx/>
              <a:buChar char="•"/>
            </a:pPr>
            <a:fld id="{9A0DB2DC-4C9A-4742-B13C-FB6460FD3503}" type="slidenum">
              <a:rPr lang="zh-CN" altLang="en-US" sz="1400" dirty="0">
                <a:solidFill>
                  <a:schemeClr val="bg1"/>
                </a:solidFill>
                <a:ea typeface="宋体" panose="02010600030101010101" pitchFamily="2" charset="-122"/>
              </a:rPr>
            </a:fld>
            <a:endParaRPr lang="zh-CN" altLang="en-US" sz="1400" dirty="0">
              <a:solidFill>
                <a:schemeClr val="bg1"/>
              </a:solidFill>
              <a:ea typeface="宋体" panose="0201060003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学习目标</a:t>
            </a:r>
            <a:endParaRPr kumimoji="0" 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9219" name="内容占位符 2"/>
          <p:cNvSpPr>
            <a:spLocks noGrp="1"/>
          </p:cNvSpPr>
          <p:nvPr>
            <p:ph sz="quarter" idx="1"/>
          </p:nvPr>
        </p:nvSpPr>
        <p:spPr/>
        <p:txBody>
          <a:bodyPr vert="horz" wrap="square" lIns="91440" tIns="45720" rIns="91440" bIns="45720" anchor="t" anchorCtr="0"/>
          <a:p>
            <a:pPr marL="273050" lvl="1" eaLnBrk="1" hangingPunct="1">
              <a:spcBef>
                <a:spcPts val="600"/>
              </a:spcBef>
              <a:buClr>
                <a:schemeClr val="accent1"/>
              </a:buClr>
              <a:buSzPct val="70000"/>
              <a:buFont typeface="Wingdings" panose="05000000000000000000" pitchFamily="2" charset="2"/>
              <a:buChar char=""/>
            </a:pPr>
            <a:r>
              <a:rPr lang="zh-CN" dirty="0">
                <a:ea typeface="宋体" panose="02010600030101010101" pitchFamily="2" charset="-122"/>
              </a:rPr>
              <a:t>理解需求分析的任务和步骤</a:t>
            </a:r>
            <a:endParaRPr lang="zh-CN" dirty="0">
              <a:ea typeface="宋体" panose="02010600030101010101" pitchFamily="2" charset="-122"/>
            </a:endParaRPr>
          </a:p>
          <a:p>
            <a:pPr marL="273050" lvl="1" eaLnBrk="1" hangingPunct="1">
              <a:spcBef>
                <a:spcPts val="600"/>
              </a:spcBef>
              <a:buClr>
                <a:schemeClr val="accent1"/>
              </a:buClr>
              <a:buSzPct val="70000"/>
              <a:buFont typeface="Wingdings" panose="05000000000000000000" pitchFamily="2" charset="2"/>
              <a:buChar char=""/>
            </a:pPr>
            <a:r>
              <a:rPr lang="zh-CN" dirty="0">
                <a:ea typeface="宋体" panose="02010600030101010101" pitchFamily="2" charset="-122"/>
              </a:rPr>
              <a:t>了解如何确定一个系统的范围和边界</a:t>
            </a:r>
            <a:endParaRPr lang="zh-CN" dirty="0">
              <a:ea typeface="宋体" panose="02010600030101010101" pitchFamily="2" charset="-122"/>
            </a:endParaRPr>
          </a:p>
          <a:p>
            <a:pPr marL="273050" lvl="1" eaLnBrk="1" hangingPunct="1">
              <a:spcBef>
                <a:spcPts val="600"/>
              </a:spcBef>
              <a:buClr>
                <a:schemeClr val="accent1"/>
              </a:buClr>
              <a:buSzPct val="70000"/>
              <a:buFont typeface="Wingdings" panose="05000000000000000000" pitchFamily="2" charset="2"/>
              <a:buChar char=""/>
            </a:pPr>
            <a:r>
              <a:rPr lang="zh-CN" dirty="0">
                <a:ea typeface="宋体" panose="02010600030101010101" pitchFamily="2" charset="-122"/>
              </a:rPr>
              <a:t>掌握如何通过客户需求了解、发现和确定用例与行为者</a:t>
            </a:r>
            <a:endParaRPr lang="zh-CN" dirty="0">
              <a:ea typeface="宋体" panose="02010600030101010101" pitchFamily="2" charset="-122"/>
            </a:endParaRPr>
          </a:p>
          <a:p>
            <a:pPr marL="273050" lvl="1" eaLnBrk="1" hangingPunct="1">
              <a:spcBef>
                <a:spcPts val="600"/>
              </a:spcBef>
              <a:buClr>
                <a:schemeClr val="accent1"/>
              </a:buClr>
              <a:buSzPct val="70000"/>
              <a:buFont typeface="Wingdings" panose="05000000000000000000" pitchFamily="2" charset="2"/>
              <a:buChar char=""/>
            </a:pPr>
            <a:r>
              <a:rPr lang="zh-CN" dirty="0">
                <a:ea typeface="宋体" panose="02010600030101010101" pitchFamily="2" charset="-122"/>
              </a:rPr>
              <a:t>掌握绘制用例图的步骤及其规格说明</a:t>
            </a:r>
            <a:endParaRPr lang="zh-CN" dirty="0">
              <a:ea typeface="宋体" panose="02010600030101010101" pitchFamily="2" charset="-122"/>
            </a:endParaRPr>
          </a:p>
          <a:p>
            <a:pPr marL="273050" lvl="1" eaLnBrk="1" hangingPunct="1">
              <a:spcBef>
                <a:spcPts val="600"/>
              </a:spcBef>
              <a:buClr>
                <a:schemeClr val="accent1"/>
              </a:buClr>
              <a:buSzPct val="70000"/>
              <a:buFont typeface="Wingdings" panose="05000000000000000000" pitchFamily="2" charset="2"/>
              <a:buChar char=""/>
            </a:pPr>
            <a:r>
              <a:rPr lang="zh-CN" dirty="0">
                <a:ea typeface="宋体" panose="02010600030101010101" pitchFamily="2" charset="-122"/>
              </a:rPr>
              <a:t>理解如何描述用例之间的关联关系和层次</a:t>
            </a:r>
            <a:endParaRPr lang="zh-CN" dirty="0">
              <a:ea typeface="宋体" panose="02010600030101010101" pitchFamily="2" charset="-122"/>
            </a:endParaRPr>
          </a:p>
          <a:p>
            <a:pPr marL="273050" lvl="1" eaLnBrk="1" hangingPunct="1">
              <a:spcBef>
                <a:spcPts val="600"/>
              </a:spcBef>
              <a:buClr>
                <a:schemeClr val="accent1"/>
              </a:buClr>
              <a:buSzPct val="70000"/>
              <a:buFont typeface="Wingdings" panose="05000000000000000000" pitchFamily="2" charset="2"/>
              <a:buChar char=""/>
            </a:pPr>
            <a:r>
              <a:rPr lang="zh-CN" dirty="0">
                <a:ea typeface="宋体" panose="02010600030101010101" pitchFamily="2" charset="-122"/>
              </a:rPr>
              <a:t>实践用例建模的方法</a:t>
            </a:r>
            <a:endParaRPr lang="zh-CN" dirty="0">
              <a:ea typeface="宋体" panose="02010600030101010101" pitchFamily="2" charset="-122"/>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Char char="•"/>
            </a:pPr>
            <a:fld id="{9A0DB2DC-4C9A-4742-B13C-FB6460FD3503}" type="slidenum">
              <a:rPr lang="zh-CN" altLang="en-US" sz="1400" dirty="0">
                <a:solidFill>
                  <a:srgbClr val="FFFFFF"/>
                </a:solidFill>
                <a:ea typeface="宋体" panose="02010600030101010101" pitchFamily="2" charset="-122"/>
              </a:rPr>
            </a:fld>
            <a:endParaRPr lang="zh-CN" altLang="en-US" sz="1400" dirty="0">
              <a:solidFill>
                <a:srgbClr val="FFFFFF"/>
              </a:solidFill>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4.1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需求分析</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Char char="•"/>
            </a:pPr>
            <a:fld id="{9A0DB2DC-4C9A-4742-B13C-FB6460FD3503}" type="slidenum">
              <a:rPr lang="zh-CN" altLang="en-US" sz="1400" dirty="0">
                <a:solidFill>
                  <a:srgbClr val="FFFFFF"/>
                </a:solidFill>
                <a:ea typeface="宋体" panose="02010600030101010101" pitchFamily="2" charset="-122"/>
              </a:rPr>
            </a:fld>
            <a:endParaRPr lang="zh-CN" altLang="en-US" sz="1400" dirty="0">
              <a:solidFill>
                <a:srgbClr val="FFFFFF"/>
              </a:solidFill>
              <a:ea typeface="宋体" panose="02010600030101010101" pitchFamily="2" charset="-122"/>
            </a:endParaRPr>
          </a:p>
        </p:txBody>
      </p:sp>
      <p:graphicFrame>
        <p:nvGraphicFramePr>
          <p:cNvPr id="8198" name="Object 6"/>
          <p:cNvGraphicFramePr>
            <a:graphicFrameLocks noChangeAspect="1"/>
          </p:cNvGraphicFramePr>
          <p:nvPr>
            <p:ph sz="quarter" idx="3"/>
            <p:custDataLst>
              <p:tags r:id="rId1"/>
            </p:custDataLst>
          </p:nvPr>
        </p:nvGraphicFramePr>
        <p:xfrm>
          <a:off x="899795" y="1557020"/>
          <a:ext cx="6913563" cy="3989388"/>
        </p:xfrm>
        <a:graphic>
          <a:graphicData uri="http://schemas.openxmlformats.org/presentationml/2006/ole">
            <mc:AlternateContent xmlns:mc="http://schemas.openxmlformats.org/markup-compatibility/2006">
              <mc:Choice xmlns:v="urn:schemas-microsoft-com:vml" Requires="v">
                <p:oleObj spid="_x0000_s3076" name="" r:id="rId2" imgW="5509260" imgH="3183255" progId="Excel.Chart.8">
                  <p:embed/>
                </p:oleObj>
              </mc:Choice>
              <mc:Fallback>
                <p:oleObj name="" r:id="rId2" imgW="5509260" imgH="3183255" progId="Excel.Chart.8">
                  <p:embed/>
                  <p:pic>
                    <p:nvPicPr>
                      <p:cNvPr id="0" name="图片 3075"/>
                      <p:cNvPicPr/>
                      <p:nvPr/>
                    </p:nvPicPr>
                    <p:blipFill>
                      <a:blip r:embed="rId3"/>
                      <a:srcRect/>
                      <a:stretch>
                        <a:fillRect/>
                      </a:stretch>
                    </p:blipFill>
                    <p:spPr>
                      <a:xfrm>
                        <a:off x="899795" y="1557020"/>
                        <a:ext cx="6913563" cy="3989388"/>
                      </a:xfrm>
                      <a:prstGeom prst="rect">
                        <a:avLst/>
                      </a:prstGeom>
                      <a:noFill/>
                      <a:ln w="38100">
                        <a:miter/>
                      </a:ln>
                    </p:spPr>
                  </p:pic>
                </p:oleObj>
              </mc:Fallback>
            </mc:AlternateContent>
          </a:graphicData>
        </a:graphic>
      </p:graphicFrame>
      <p:sp>
        <p:nvSpPr>
          <p:cNvPr id="7176" name="Rectangle 5"/>
          <p:cNvSpPr>
            <a:spLocks noChangeArrowheads="1"/>
          </p:cNvSpPr>
          <p:nvPr>
            <p:custDataLst>
              <p:tags r:id="rId4"/>
            </p:custDataLst>
          </p:nvPr>
        </p:nvSpPr>
        <p:spPr bwMode="auto">
          <a:xfrm>
            <a:off x="2133600" y="5638800"/>
            <a:ext cx="4897438" cy="36036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dirty="0">
                <a:ln>
                  <a:noFill/>
                </a:ln>
                <a:solidFill>
                  <a:schemeClr val="tx1"/>
                </a:solidFill>
                <a:effectLst/>
                <a:uLnTx/>
                <a:uFillTx/>
                <a:latin typeface="+mn-ea"/>
                <a:ea typeface="+mn-ea"/>
                <a:cs typeface="+mn-cs"/>
              </a:rPr>
              <a:t>一个关于影响项目进展因素的调查研究</a:t>
            </a:r>
            <a:endParaRPr kumimoji="1" lang="zh-TW" altLang="en-US" sz="2000" b="0" i="0" u="none" strike="noStrike" kern="1200" cap="none" spc="0" normalizeH="0" baseline="0" noProof="0" dirty="0">
              <a:ln>
                <a:noFill/>
              </a:ln>
              <a:solidFill>
                <a:schemeClr val="tx1"/>
              </a:solidFill>
              <a:effectLst/>
              <a:uLnTx/>
              <a:uFillTx/>
              <a:latin typeface="+mn-ea"/>
              <a:ea typeface="+mn-ea"/>
              <a:cs typeface="+mn-cs"/>
            </a:endParaRPr>
          </a:p>
        </p:txBody>
      </p:sp>
      <p:sp>
        <p:nvSpPr>
          <p:cNvPr id="8199" name="AutoShape 7"/>
          <p:cNvSpPr/>
          <p:nvPr>
            <p:custDataLst>
              <p:tags r:id="rId5"/>
            </p:custDataLst>
          </p:nvPr>
        </p:nvSpPr>
        <p:spPr>
          <a:xfrm>
            <a:off x="1407160" y="2856865"/>
            <a:ext cx="576580" cy="1931670"/>
          </a:xfrm>
          <a:prstGeom prst="leftBrace">
            <a:avLst>
              <a:gd name="adj1" fmla="val 20821"/>
              <a:gd name="adj2" fmla="val 50000"/>
            </a:avLst>
          </a:prstGeom>
          <a:noFill/>
          <a:ln w="28575" cap="flat" cmpd="sng">
            <a:solidFill>
              <a:srgbClr val="FF3300"/>
            </a:solidFill>
            <a:prstDash val="solid"/>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8201" name="Rectangle 9"/>
          <p:cNvSpPr/>
          <p:nvPr>
            <p:custDataLst>
              <p:tags r:id="rId6"/>
            </p:custDataLst>
          </p:nvPr>
        </p:nvSpPr>
        <p:spPr>
          <a:xfrm>
            <a:off x="685165" y="3401060"/>
            <a:ext cx="791845" cy="674370"/>
          </a:xfrm>
          <a:prstGeom prst="rect">
            <a:avLst/>
          </a:prstGeom>
          <a:noFill/>
          <a:ln w="9525">
            <a:noFill/>
          </a:ln>
        </p:spPr>
        <p:txBody>
          <a:bodyPr wrap="none" anchor="ctr" anchorCtr="0"/>
          <a:p>
            <a:pPr algn="ctr" eaLnBrk="1" hangingPunct="1"/>
            <a:r>
              <a:rPr lang="en-US" altLang="zh-TW" sz="2000" b="1" dirty="0">
                <a:solidFill>
                  <a:srgbClr val="FF3300"/>
                </a:solidFill>
                <a:latin typeface="Arial" panose="020B0604020202020204" pitchFamily="34" charset="0"/>
                <a:ea typeface="DFKai-SB" pitchFamily="65" charset="-128"/>
              </a:rPr>
              <a:t>37%</a:t>
            </a:r>
            <a:endParaRPr lang="en-US" altLang="zh-TW" sz="2000" b="1" dirty="0">
              <a:solidFill>
                <a:srgbClr val="FF3300"/>
              </a:solidFill>
              <a:latin typeface="Arial" panose="020B0604020202020204" pitchFamily="34" charset="0"/>
              <a:ea typeface="DFKai-SB" pitchFamily="65" charset="-128"/>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4.1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需求分析</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Char char="•"/>
            </a:pPr>
            <a:fld id="{9A0DB2DC-4C9A-4742-B13C-FB6460FD3503}" type="slidenum">
              <a:rPr lang="zh-CN" altLang="en-US" sz="1400" dirty="0">
                <a:solidFill>
                  <a:srgbClr val="FFFFFF"/>
                </a:solidFill>
                <a:ea typeface="宋体" panose="02010600030101010101" pitchFamily="2" charset="-122"/>
              </a:rPr>
            </a:fld>
            <a:endParaRPr lang="zh-CN" altLang="en-US" sz="1400" dirty="0">
              <a:solidFill>
                <a:srgbClr val="FFFFFF"/>
              </a:solidFill>
              <a:ea typeface="宋体" panose="02010600030101010101" pitchFamily="2" charset="-122"/>
            </a:endParaRPr>
          </a:p>
        </p:txBody>
      </p:sp>
      <p:sp>
        <p:nvSpPr>
          <p:cNvPr id="3" name="文本框 2"/>
          <p:cNvSpPr txBox="1"/>
          <p:nvPr/>
        </p:nvSpPr>
        <p:spPr>
          <a:xfrm>
            <a:off x="796925" y="1772920"/>
            <a:ext cx="7332980" cy="2849880"/>
          </a:xfrm>
          <a:prstGeom prst="rect">
            <a:avLst/>
          </a:prstGeom>
          <a:noFill/>
        </p:spPr>
        <p:txBody>
          <a:bodyPr wrap="square" rtlCol="0" anchor="t">
            <a:spAutoFit/>
          </a:bodyPr>
          <a:p>
            <a:pPr marL="342900" marR="0" lvl="0" indent="-342900" algn="l" defTabSz="914400" rtl="0" eaLnBrk="1" fontAlgn="base" latinLnBrk="0" hangingPunct="1">
              <a:lnSpc>
                <a:spcPct val="105000"/>
              </a:lnSpc>
              <a:spcBef>
                <a:spcPct val="20000"/>
              </a:spcBef>
              <a:spcAft>
                <a:spcPct val="0"/>
              </a:spcAft>
              <a:buClr>
                <a:srgbClr val="990099"/>
              </a:buClr>
              <a:buSzPct val="55000"/>
              <a:buFont typeface="Wingdings" panose="05000000000000000000" pitchFamily="2" charset="2"/>
              <a:buChar char="l"/>
              <a:defRPr/>
            </a:pPr>
            <a:r>
              <a:rPr lang="zh-CN" altLang="en-US" sz="2600" kern="0" noProof="0">
                <a:ln>
                  <a:noFill/>
                </a:ln>
                <a:effectLst>
                  <a:outerShdw blurRad="38100" dist="38100" dir="2700000" algn="tl">
                    <a:srgbClr val="C0C0C0"/>
                  </a:outerShdw>
                </a:effectLst>
                <a:uLnTx/>
                <a:uFillTx/>
                <a:ea typeface="仿宋_GB2312" pitchFamily="49" charset="-122"/>
                <a:sym typeface="+mn-ea"/>
              </a:rPr>
              <a:t>需求分析的任务是</a:t>
            </a:r>
            <a:r>
              <a:rPr lang="zh-CN" altLang="en-US" sz="2600" kern="0" noProof="0">
                <a:ln>
                  <a:noFill/>
                </a:ln>
                <a:solidFill>
                  <a:srgbClr val="CC3300"/>
                </a:solidFill>
                <a:effectLst>
                  <a:outerShdw blurRad="38100" dist="38100" dir="2700000" algn="tl">
                    <a:srgbClr val="C0C0C0"/>
                  </a:outerShdw>
                </a:effectLst>
                <a:uLnTx/>
                <a:uFillTx/>
                <a:ea typeface="仿宋_GB2312" pitchFamily="49" charset="-122"/>
                <a:sym typeface="+mn-ea"/>
              </a:rPr>
              <a:t>发现</a:t>
            </a:r>
            <a:r>
              <a:rPr lang="zh-CN" altLang="en-US" sz="2600" kern="0" noProof="0">
                <a:ln>
                  <a:noFill/>
                </a:ln>
                <a:effectLst>
                  <a:outerShdw blurRad="38100" dist="38100" dir="2700000" algn="tl">
                    <a:srgbClr val="C0C0C0"/>
                  </a:outerShdw>
                </a:effectLst>
                <a:uLnTx/>
                <a:uFillTx/>
                <a:ea typeface="仿宋_GB2312" pitchFamily="49" charset="-122"/>
                <a:sym typeface="+mn-ea"/>
              </a:rPr>
              <a:t>、</a:t>
            </a:r>
            <a:r>
              <a:rPr lang="zh-CN" altLang="en-US" sz="2600" kern="0" noProof="0">
                <a:ln>
                  <a:noFill/>
                </a:ln>
                <a:solidFill>
                  <a:srgbClr val="CC3300"/>
                </a:solidFill>
                <a:effectLst>
                  <a:outerShdw blurRad="38100" dist="38100" dir="2700000" algn="tl">
                    <a:srgbClr val="C0C0C0"/>
                  </a:outerShdw>
                </a:effectLst>
                <a:uLnTx/>
                <a:uFillTx/>
                <a:ea typeface="仿宋_GB2312" pitchFamily="49" charset="-122"/>
                <a:sym typeface="+mn-ea"/>
              </a:rPr>
              <a:t>求精</a:t>
            </a:r>
            <a:r>
              <a:rPr lang="zh-CN" altLang="en-US" sz="2600" kern="0" noProof="0">
                <a:ln>
                  <a:noFill/>
                </a:ln>
                <a:effectLst>
                  <a:outerShdw blurRad="38100" dist="38100" dir="2700000" algn="tl">
                    <a:srgbClr val="C0C0C0"/>
                  </a:outerShdw>
                </a:effectLst>
                <a:uLnTx/>
                <a:uFillTx/>
                <a:ea typeface="仿宋_GB2312" pitchFamily="49" charset="-122"/>
                <a:sym typeface="+mn-ea"/>
              </a:rPr>
              <a:t>、</a:t>
            </a:r>
            <a:r>
              <a:rPr lang="zh-CN" altLang="en-US" sz="2600" kern="0" noProof="0">
                <a:ln>
                  <a:noFill/>
                </a:ln>
                <a:solidFill>
                  <a:srgbClr val="CC3300"/>
                </a:solidFill>
                <a:effectLst>
                  <a:outerShdw blurRad="38100" dist="38100" dir="2700000" algn="tl">
                    <a:srgbClr val="C0C0C0"/>
                  </a:outerShdw>
                </a:effectLst>
                <a:uLnTx/>
                <a:uFillTx/>
                <a:ea typeface="仿宋_GB2312" pitchFamily="49" charset="-122"/>
                <a:sym typeface="+mn-ea"/>
              </a:rPr>
              <a:t>建模</a:t>
            </a:r>
            <a:r>
              <a:rPr lang="zh-CN" altLang="en-US" sz="2600" kern="0" noProof="0">
                <a:ln>
                  <a:noFill/>
                </a:ln>
                <a:effectLst>
                  <a:outerShdw blurRad="38100" dist="38100" dir="2700000" algn="tl">
                    <a:srgbClr val="C0C0C0"/>
                  </a:outerShdw>
                </a:effectLst>
                <a:uLnTx/>
                <a:uFillTx/>
                <a:ea typeface="仿宋_GB2312" pitchFamily="49" charset="-122"/>
                <a:sym typeface="+mn-ea"/>
              </a:rPr>
              <a:t>和</a:t>
            </a:r>
            <a:r>
              <a:rPr lang="zh-CN" altLang="en-US" sz="2600" kern="0" noProof="0">
                <a:ln>
                  <a:noFill/>
                </a:ln>
                <a:solidFill>
                  <a:srgbClr val="CC3300"/>
                </a:solidFill>
                <a:effectLst>
                  <a:outerShdw blurRad="38100" dist="38100" dir="2700000" algn="tl">
                    <a:srgbClr val="C0C0C0"/>
                  </a:outerShdw>
                </a:effectLst>
                <a:uLnTx/>
                <a:uFillTx/>
                <a:ea typeface="仿宋_GB2312" pitchFamily="49" charset="-122"/>
                <a:sym typeface="+mn-ea"/>
              </a:rPr>
              <a:t>规格说明</a:t>
            </a:r>
            <a:r>
              <a:rPr lang="zh-CN" altLang="en-US" sz="2600" kern="0" noProof="0">
                <a:ln>
                  <a:noFill/>
                </a:ln>
                <a:effectLst>
                  <a:outerShdw blurRad="38100" dist="38100" dir="2700000" algn="tl">
                    <a:srgbClr val="C0C0C0"/>
                  </a:outerShdw>
                </a:effectLst>
                <a:uLnTx/>
                <a:uFillTx/>
                <a:ea typeface="仿宋_GB2312" pitchFamily="49" charset="-122"/>
                <a:sym typeface="+mn-ea"/>
              </a:rPr>
              <a:t>的过程。包括</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692150" marR="0" lvl="1" indent="-347980" algn="l" defTabSz="914400" rtl="0" eaLnBrk="1" fontAlgn="base" latinLnBrk="0" hangingPunct="1">
              <a:lnSpc>
                <a:spcPct val="105000"/>
              </a:lnSpc>
              <a:spcBef>
                <a:spcPct val="20000"/>
              </a:spcBef>
              <a:spcAft>
                <a:spcPct val="0"/>
              </a:spcAft>
              <a:buClr>
                <a:srgbClr val="008000"/>
              </a:buClr>
              <a:buSzPct val="85000"/>
              <a:buFont typeface="Wingdings" panose="05000000000000000000" pitchFamily="2" charset="2"/>
              <a:buChar char="l"/>
              <a:defRPr/>
            </a:pPr>
            <a:r>
              <a:rPr lang="zh-CN" altLang="en-US" sz="2600" kern="0" noProof="0">
                <a:ln>
                  <a:noFill/>
                </a:ln>
                <a:effectLst>
                  <a:outerShdw blurRad="38100" dist="38100" dir="2700000" algn="tl">
                    <a:srgbClr val="C0C0C0"/>
                  </a:outerShdw>
                </a:effectLst>
                <a:uLnTx/>
                <a:uFillTx/>
                <a:ea typeface="仿宋_GB2312" pitchFamily="49" charset="-122"/>
                <a:sym typeface="+mn-ea"/>
              </a:rPr>
              <a:t> 细化在项目开发计划中规定的</a:t>
            </a:r>
            <a:r>
              <a:rPr lang="zh-CN" altLang="en-US" sz="2600" kern="0" noProof="0">
                <a:ln>
                  <a:noFill/>
                </a:ln>
                <a:solidFill>
                  <a:srgbClr val="CC3300"/>
                </a:solidFill>
                <a:effectLst>
                  <a:outerShdw blurRad="38100" dist="38100" dir="2700000" algn="tl">
                    <a:srgbClr val="C0C0C0"/>
                  </a:outerShdw>
                </a:effectLst>
                <a:uLnTx/>
                <a:uFillTx/>
                <a:ea typeface="仿宋_GB2312" pitchFamily="49" charset="-122"/>
                <a:sym typeface="+mn-ea"/>
              </a:rPr>
              <a:t>软件范围</a:t>
            </a:r>
            <a:r>
              <a:rPr lang="zh-CN" altLang="en-US" sz="2600" kern="0" noProof="0">
                <a:ln>
                  <a:noFill/>
                </a:ln>
                <a:effectLst>
                  <a:outerShdw blurRad="38100" dist="38100" dir="2700000" algn="tl">
                    <a:srgbClr val="C0C0C0"/>
                  </a:outerShdw>
                </a:effectLst>
                <a:uLnTx/>
                <a:uFillTx/>
                <a:ea typeface="仿宋_GB2312" pitchFamily="49" charset="-122"/>
                <a:sym typeface="+mn-ea"/>
              </a:rPr>
              <a:t>；</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endParaRPr>
          </a:p>
          <a:p>
            <a:pPr marL="692150" marR="0" lvl="1" indent="-347980" algn="l" defTabSz="914400" rtl="0" eaLnBrk="1" fontAlgn="base" latinLnBrk="0" hangingPunct="1">
              <a:lnSpc>
                <a:spcPct val="105000"/>
              </a:lnSpc>
              <a:spcBef>
                <a:spcPct val="20000"/>
              </a:spcBef>
              <a:spcAft>
                <a:spcPct val="0"/>
              </a:spcAft>
              <a:buClr>
                <a:srgbClr val="008000"/>
              </a:buClr>
              <a:buSzPct val="85000"/>
              <a:buFont typeface="Wingdings" panose="05000000000000000000" pitchFamily="2" charset="2"/>
              <a:buChar char="l"/>
              <a:defRPr/>
            </a:pPr>
            <a:r>
              <a:rPr lang="zh-CN" altLang="en-US" sz="2600" kern="0" noProof="0">
                <a:ln>
                  <a:noFill/>
                </a:ln>
                <a:effectLst>
                  <a:outerShdw blurRad="38100" dist="38100" dir="2700000" algn="tl">
                    <a:srgbClr val="C0C0C0"/>
                  </a:outerShdw>
                </a:effectLst>
                <a:uLnTx/>
                <a:uFillTx/>
                <a:ea typeface="仿宋_GB2312" pitchFamily="49" charset="-122"/>
                <a:sym typeface="+mn-ea"/>
              </a:rPr>
              <a:t> 创建所需的</a:t>
            </a:r>
            <a:r>
              <a:rPr lang="zh-CN" altLang="en-US" sz="2600" kern="0" noProof="0">
                <a:ln>
                  <a:noFill/>
                </a:ln>
                <a:solidFill>
                  <a:srgbClr val="CC3300"/>
                </a:solidFill>
                <a:effectLst>
                  <a:outerShdw blurRad="38100" dist="38100" dir="2700000" algn="tl">
                    <a:srgbClr val="C0C0C0"/>
                  </a:outerShdw>
                </a:effectLst>
                <a:uLnTx/>
                <a:uFillTx/>
                <a:ea typeface="仿宋_GB2312" pitchFamily="49" charset="-122"/>
                <a:sym typeface="+mn-ea"/>
              </a:rPr>
              <a:t>数据模型</a:t>
            </a:r>
            <a:r>
              <a:rPr lang="zh-CN" altLang="en-US" sz="2600" kern="0" noProof="0">
                <a:ln>
                  <a:noFill/>
                </a:ln>
                <a:effectLst>
                  <a:outerShdw blurRad="38100" dist="38100" dir="2700000" algn="tl">
                    <a:srgbClr val="C0C0C0"/>
                  </a:outerShdw>
                </a:effectLst>
                <a:uLnTx/>
                <a:uFillTx/>
                <a:ea typeface="仿宋_GB2312" pitchFamily="49" charset="-122"/>
                <a:sym typeface="+mn-ea"/>
              </a:rPr>
              <a:t>、</a:t>
            </a:r>
            <a:r>
              <a:rPr lang="zh-CN" altLang="en-US" sz="2600" kern="0" noProof="0">
                <a:ln>
                  <a:noFill/>
                </a:ln>
                <a:solidFill>
                  <a:srgbClr val="CC3300"/>
                </a:solidFill>
                <a:effectLst>
                  <a:outerShdw blurRad="38100" dist="38100" dir="2700000" algn="tl">
                    <a:srgbClr val="C0C0C0"/>
                  </a:outerShdw>
                </a:effectLst>
                <a:uLnTx/>
                <a:uFillTx/>
                <a:ea typeface="仿宋_GB2312" pitchFamily="49" charset="-122"/>
                <a:sym typeface="+mn-ea"/>
              </a:rPr>
              <a:t>功能模型</a:t>
            </a:r>
            <a:r>
              <a:rPr lang="zh-CN" altLang="en-US" sz="2600" kern="0" noProof="0">
                <a:ln>
                  <a:noFill/>
                </a:ln>
                <a:effectLst>
                  <a:outerShdw blurRad="38100" dist="38100" dir="2700000" algn="tl">
                    <a:srgbClr val="C0C0C0"/>
                  </a:outerShdw>
                </a:effectLst>
                <a:uLnTx/>
                <a:uFillTx/>
                <a:ea typeface="仿宋_GB2312" pitchFamily="49" charset="-122"/>
                <a:sym typeface="+mn-ea"/>
              </a:rPr>
              <a:t>和</a:t>
            </a:r>
            <a:r>
              <a:rPr lang="zh-CN" altLang="en-US" sz="2600" kern="0" noProof="0">
                <a:ln>
                  <a:noFill/>
                </a:ln>
                <a:solidFill>
                  <a:srgbClr val="CC3300"/>
                </a:solidFill>
                <a:effectLst>
                  <a:outerShdw blurRad="38100" dist="38100" dir="2700000" algn="tl">
                    <a:srgbClr val="C0C0C0"/>
                  </a:outerShdw>
                </a:effectLst>
                <a:uLnTx/>
                <a:uFillTx/>
                <a:ea typeface="仿宋_GB2312" pitchFamily="49" charset="-122"/>
                <a:sym typeface="+mn-ea"/>
              </a:rPr>
              <a:t>控制模型</a:t>
            </a:r>
            <a:r>
              <a:rPr lang="zh-CN" altLang="en-US" sz="2600" kern="0" noProof="0">
                <a:ln>
                  <a:noFill/>
                </a:ln>
                <a:effectLst>
                  <a:outerShdw blurRad="38100" dist="38100" dir="2700000" algn="tl">
                    <a:srgbClr val="C0C0C0"/>
                  </a:outerShdw>
                </a:effectLst>
                <a:uLnTx/>
                <a:uFillTx/>
                <a:ea typeface="仿宋_GB2312" pitchFamily="49" charset="-122"/>
                <a:sym typeface="+mn-ea"/>
              </a:rPr>
              <a:t>；</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endParaRPr>
          </a:p>
          <a:p>
            <a:pPr marL="692150" marR="0" lvl="1" indent="-347980" algn="l" defTabSz="914400" rtl="0" eaLnBrk="1" fontAlgn="base" latinLnBrk="0" hangingPunct="1">
              <a:lnSpc>
                <a:spcPct val="105000"/>
              </a:lnSpc>
              <a:spcBef>
                <a:spcPct val="20000"/>
              </a:spcBef>
              <a:spcAft>
                <a:spcPct val="0"/>
              </a:spcAft>
              <a:buClr>
                <a:srgbClr val="008000"/>
              </a:buClr>
              <a:buSzPct val="85000"/>
              <a:buFont typeface="Wingdings" panose="05000000000000000000" pitchFamily="2" charset="2"/>
              <a:buChar char="l"/>
              <a:defRPr/>
            </a:pPr>
            <a:r>
              <a:rPr lang="zh-CN" altLang="en-US" sz="2600" kern="0" noProof="0">
                <a:ln>
                  <a:noFill/>
                </a:ln>
                <a:effectLst>
                  <a:outerShdw blurRad="38100" dist="38100" dir="2700000" algn="tl">
                    <a:srgbClr val="C0C0C0"/>
                  </a:outerShdw>
                </a:effectLst>
                <a:uLnTx/>
                <a:uFillTx/>
                <a:ea typeface="仿宋_GB2312" pitchFamily="49" charset="-122"/>
                <a:sym typeface="+mn-ea"/>
              </a:rPr>
              <a:t> 分析可选择的</a:t>
            </a:r>
            <a:r>
              <a:rPr lang="zh-CN" altLang="en-US" sz="2600" kern="0" noProof="0">
                <a:ln>
                  <a:noFill/>
                </a:ln>
                <a:solidFill>
                  <a:srgbClr val="CC3300"/>
                </a:solidFill>
                <a:effectLst>
                  <a:outerShdw blurRad="38100" dist="38100" dir="2700000" algn="tl">
                    <a:srgbClr val="C0C0C0"/>
                  </a:outerShdw>
                </a:effectLst>
                <a:uLnTx/>
                <a:uFillTx/>
                <a:ea typeface="仿宋_GB2312" pitchFamily="49" charset="-122"/>
                <a:sym typeface="+mn-ea"/>
              </a:rPr>
              <a:t>解决方案</a:t>
            </a:r>
            <a:r>
              <a:rPr lang="zh-CN" altLang="en-US" sz="2600" kern="0" noProof="0">
                <a:ln>
                  <a:noFill/>
                </a:ln>
                <a:effectLst>
                  <a:outerShdw blurRad="38100" dist="38100" dir="2700000" algn="tl">
                    <a:srgbClr val="C0C0C0"/>
                  </a:outerShdw>
                </a:effectLst>
                <a:uLnTx/>
                <a:uFillTx/>
                <a:ea typeface="仿宋_GB2312" pitchFamily="49" charset="-122"/>
                <a:sym typeface="+mn-ea"/>
              </a:rPr>
              <a:t>，并将它们分配到各个软件成分中去。</a:t>
            </a:r>
            <a:endParaRPr lang="zh-CN" altLang="en-US" sz="2600" kern="0" noProof="0">
              <a:ln>
                <a:noFill/>
              </a:ln>
              <a:effectLst>
                <a:outerShdw blurRad="38100" dist="38100" dir="2700000" algn="tl">
                  <a:srgbClr val="C0C0C0"/>
                </a:outerShdw>
              </a:effectLst>
              <a:uLnTx/>
              <a:uFillTx/>
              <a:ea typeface="仿宋_GB2312" pitchFamily="49" charset="-122"/>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4.1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需求分析</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Char char="•"/>
            </a:pPr>
            <a:fld id="{9A0DB2DC-4C9A-4742-B13C-FB6460FD3503}" type="slidenum">
              <a:rPr lang="zh-CN" altLang="en-US" sz="1400" dirty="0">
                <a:solidFill>
                  <a:srgbClr val="FFFFFF"/>
                </a:solidFill>
                <a:ea typeface="宋体" panose="02010600030101010101" pitchFamily="2" charset="-122"/>
              </a:rPr>
            </a:fld>
            <a:endParaRPr lang="zh-CN" altLang="en-US" sz="1400" dirty="0">
              <a:solidFill>
                <a:srgbClr val="FFFFFF"/>
              </a:solidFill>
              <a:ea typeface="宋体" panose="02010600030101010101" pitchFamily="2" charset="-122"/>
            </a:endParaRPr>
          </a:p>
        </p:txBody>
      </p:sp>
      <p:grpSp>
        <p:nvGrpSpPr>
          <p:cNvPr id="14339" name="Group 3"/>
          <p:cNvGrpSpPr/>
          <p:nvPr/>
        </p:nvGrpSpPr>
        <p:grpSpPr>
          <a:xfrm>
            <a:off x="107315" y="1989455"/>
            <a:ext cx="8839200" cy="3276600"/>
            <a:chOff x="324" y="507"/>
            <a:chExt cx="5434" cy="2028"/>
          </a:xfrm>
        </p:grpSpPr>
        <p:sp>
          <p:nvSpPr>
            <p:cNvPr id="14342" name="Line 4"/>
            <p:cNvSpPr/>
            <p:nvPr>
              <p:custDataLst>
                <p:tags r:id="rId1"/>
              </p:custDataLst>
            </p:nvPr>
          </p:nvSpPr>
          <p:spPr>
            <a:xfrm flipV="1">
              <a:off x="4992" y="1143"/>
              <a:ext cx="228" cy="12"/>
            </a:xfrm>
            <a:prstGeom prst="line">
              <a:avLst/>
            </a:prstGeom>
            <a:ln w="57150" cap="flat" cmpd="sng">
              <a:solidFill>
                <a:srgbClr val="0000FF"/>
              </a:solidFill>
              <a:prstDash val="solid"/>
              <a:headEnd type="none" w="med" len="med"/>
              <a:tailEnd type="none" w="sm" len="med"/>
            </a:ln>
          </p:spPr>
        </p:sp>
        <p:sp>
          <p:nvSpPr>
            <p:cNvPr id="14343" name="Line 5"/>
            <p:cNvSpPr/>
            <p:nvPr>
              <p:custDataLst>
                <p:tags r:id="rId2"/>
              </p:custDataLst>
            </p:nvPr>
          </p:nvSpPr>
          <p:spPr>
            <a:xfrm>
              <a:off x="3072" y="1155"/>
              <a:ext cx="912" cy="0"/>
            </a:xfrm>
            <a:prstGeom prst="line">
              <a:avLst/>
            </a:prstGeom>
            <a:ln w="57150" cap="flat" cmpd="sng">
              <a:solidFill>
                <a:srgbClr val="0000FF"/>
              </a:solidFill>
              <a:prstDash val="solid"/>
              <a:headEnd type="none" w="med" len="med"/>
              <a:tailEnd type="triangle" w="sm" len="med"/>
            </a:ln>
          </p:spPr>
        </p:sp>
        <p:sp>
          <p:nvSpPr>
            <p:cNvPr id="14344" name="Line 6"/>
            <p:cNvSpPr/>
            <p:nvPr>
              <p:custDataLst>
                <p:tags r:id="rId3"/>
              </p:custDataLst>
            </p:nvPr>
          </p:nvSpPr>
          <p:spPr>
            <a:xfrm>
              <a:off x="1248" y="1155"/>
              <a:ext cx="816" cy="0"/>
            </a:xfrm>
            <a:prstGeom prst="line">
              <a:avLst/>
            </a:prstGeom>
            <a:ln w="57150" cap="flat" cmpd="sng">
              <a:solidFill>
                <a:srgbClr val="0000FF"/>
              </a:solidFill>
              <a:prstDash val="solid"/>
              <a:headEnd type="none" w="med" len="med"/>
              <a:tailEnd type="triangle" w="sm" len="med"/>
            </a:ln>
          </p:spPr>
        </p:sp>
        <p:sp>
          <p:nvSpPr>
            <p:cNvPr id="14345" name="Oval 7"/>
            <p:cNvSpPr/>
            <p:nvPr>
              <p:custDataLst>
                <p:tags r:id="rId4"/>
              </p:custDataLst>
            </p:nvPr>
          </p:nvSpPr>
          <p:spPr>
            <a:xfrm>
              <a:off x="324" y="1911"/>
              <a:ext cx="912" cy="540"/>
            </a:xfrm>
            <a:prstGeom prst="ellipse">
              <a:avLst/>
            </a:prstGeom>
            <a:solidFill>
              <a:srgbClr val="CCFFCC"/>
            </a:solidFill>
            <a:ln w="9525" cap="flat" cmpd="sng">
              <a:solidFill>
                <a:schemeClr val="accent1"/>
              </a:solidFill>
              <a:prstDash val="solid"/>
              <a:headEnd type="none" w="med" len="med"/>
              <a:tailEnd type="none" w="med" len="med"/>
            </a:ln>
            <a:effectLst>
              <a:outerShdw dist="107763" dir="2699999" algn="ctr" rotWithShape="0">
                <a:srgbClr val="808080"/>
              </a:outerShdw>
            </a:effectLst>
          </p:spPr>
          <p:txBody>
            <a:bodyPr wrap="none" anchor="ctr" anchorCtr="0"/>
            <a:p>
              <a:pPr eaLnBrk="1" hangingPunct="1"/>
              <a:endParaRPr lang="zh-CN" altLang="en-US" sz="2400" dirty="0">
                <a:latin typeface="Arial" panose="020B0604020202020204" pitchFamily="34" charset="0"/>
              </a:endParaRPr>
            </a:p>
          </p:txBody>
        </p:sp>
        <p:sp>
          <p:nvSpPr>
            <p:cNvPr id="14346" name="Text Box 8"/>
            <p:cNvSpPr txBox="1"/>
            <p:nvPr>
              <p:custDataLst>
                <p:tags r:id="rId5"/>
              </p:custDataLst>
            </p:nvPr>
          </p:nvSpPr>
          <p:spPr>
            <a:xfrm>
              <a:off x="424" y="2016"/>
              <a:ext cx="795" cy="247"/>
            </a:xfrm>
            <a:prstGeom prst="rect">
              <a:avLst/>
            </a:prstGeom>
            <a:noFill/>
            <a:ln w="9525">
              <a:noFill/>
            </a:ln>
          </p:spPr>
          <p:txBody>
            <a:bodyPr wrap="none">
              <a:spAutoFit/>
            </a:bodyPr>
            <a:p>
              <a:pPr algn="r" eaLnBrk="1" hangingPunct="1"/>
              <a:r>
                <a:rPr lang="zh-CN" altLang="en-US" sz="2000" b="1" dirty="0">
                  <a:solidFill>
                    <a:srgbClr val="2C1A88"/>
                  </a:solidFill>
                  <a:latin typeface="仿宋_GB2312" pitchFamily="49" charset="-122"/>
                  <a:ea typeface="仿宋_GB2312" pitchFamily="49" charset="-122"/>
                </a:rPr>
                <a:t>目标系统</a:t>
              </a:r>
              <a:endParaRPr lang="zh-CN" altLang="en-US" sz="2000" b="1" dirty="0">
                <a:solidFill>
                  <a:srgbClr val="2C1A88"/>
                </a:solidFill>
                <a:latin typeface="仿宋_GB2312" pitchFamily="49" charset="-122"/>
                <a:ea typeface="仿宋_GB2312" pitchFamily="49" charset="-122"/>
              </a:endParaRPr>
            </a:p>
          </p:txBody>
        </p:sp>
        <p:sp>
          <p:nvSpPr>
            <p:cNvPr id="14347" name="Oval 9"/>
            <p:cNvSpPr/>
            <p:nvPr>
              <p:custDataLst>
                <p:tags r:id="rId6"/>
              </p:custDataLst>
            </p:nvPr>
          </p:nvSpPr>
          <p:spPr>
            <a:xfrm>
              <a:off x="336" y="819"/>
              <a:ext cx="912" cy="576"/>
            </a:xfrm>
            <a:prstGeom prst="ellipse">
              <a:avLst/>
            </a:prstGeom>
            <a:solidFill>
              <a:srgbClr val="FFFF99"/>
            </a:solidFill>
            <a:ln w="9525" cap="flat" cmpd="sng">
              <a:solidFill>
                <a:srgbClr val="777777"/>
              </a:solidFill>
              <a:prstDash val="solid"/>
              <a:headEnd type="none" w="med" len="med"/>
              <a:tailEnd type="none" w="med" len="med"/>
            </a:ln>
            <a:effectLst>
              <a:outerShdw dist="107763" dir="2699999" algn="ctr" rotWithShape="0">
                <a:srgbClr val="808080"/>
              </a:outerShdw>
            </a:effectLst>
          </p:spPr>
          <p:txBody>
            <a:bodyPr wrap="none" anchor="ctr" anchorCtr="0"/>
            <a:p>
              <a:pPr eaLnBrk="1" hangingPunct="1"/>
              <a:endParaRPr lang="zh-CN" altLang="en-US" sz="2400" dirty="0">
                <a:latin typeface="Arial" panose="020B0604020202020204" pitchFamily="34" charset="0"/>
              </a:endParaRPr>
            </a:p>
          </p:txBody>
        </p:sp>
        <p:sp>
          <p:nvSpPr>
            <p:cNvPr id="14348" name="Text Box 10"/>
            <p:cNvSpPr txBox="1"/>
            <p:nvPr>
              <p:custDataLst>
                <p:tags r:id="rId7"/>
              </p:custDataLst>
            </p:nvPr>
          </p:nvSpPr>
          <p:spPr>
            <a:xfrm>
              <a:off x="433" y="945"/>
              <a:ext cx="795" cy="247"/>
            </a:xfrm>
            <a:prstGeom prst="rect">
              <a:avLst/>
            </a:prstGeom>
            <a:noFill/>
            <a:ln w="9525">
              <a:noFill/>
            </a:ln>
          </p:spPr>
          <p:txBody>
            <a:bodyPr wrap="none">
              <a:spAutoFit/>
            </a:bodyPr>
            <a:p>
              <a:pPr algn="r" eaLnBrk="1" hangingPunct="1"/>
              <a:r>
                <a:rPr lang="zh-CN" altLang="en-US" sz="2000" b="1" dirty="0">
                  <a:solidFill>
                    <a:schemeClr val="hlink"/>
                  </a:solidFill>
                  <a:latin typeface="仿宋_GB2312" pitchFamily="49" charset="-122"/>
                  <a:ea typeface="仿宋_GB2312" pitchFamily="49" charset="-122"/>
                </a:rPr>
                <a:t>当前系统</a:t>
              </a:r>
              <a:endParaRPr lang="zh-CN" altLang="en-US" sz="2000" b="1" dirty="0">
                <a:solidFill>
                  <a:schemeClr val="hlink"/>
                </a:solidFill>
                <a:latin typeface="仿宋_GB2312" pitchFamily="49" charset="-122"/>
                <a:ea typeface="仿宋_GB2312" pitchFamily="49" charset="-122"/>
              </a:endParaRPr>
            </a:p>
          </p:txBody>
        </p:sp>
        <p:sp>
          <p:nvSpPr>
            <p:cNvPr id="14349" name="AutoShape 11"/>
            <p:cNvSpPr/>
            <p:nvPr>
              <p:custDataLst>
                <p:tags r:id="rId8"/>
              </p:custDataLst>
            </p:nvPr>
          </p:nvSpPr>
          <p:spPr>
            <a:xfrm>
              <a:off x="2064" y="915"/>
              <a:ext cx="1008" cy="432"/>
            </a:xfrm>
            <a:prstGeom prst="flowChartTerminator">
              <a:avLst/>
            </a:prstGeom>
            <a:solidFill>
              <a:srgbClr val="FFFF99"/>
            </a:solidFill>
            <a:ln w="9525" cap="flat" cmpd="sng">
              <a:solidFill>
                <a:srgbClr val="777777"/>
              </a:solidFill>
              <a:prstDash val="solid"/>
              <a:miter/>
              <a:headEnd type="none" w="med" len="med"/>
              <a:tailEnd type="none" w="med" len="med"/>
            </a:ln>
            <a:effectLst>
              <a:outerShdw dist="107763" dir="2699999" algn="ctr" rotWithShape="0">
                <a:srgbClr val="808080"/>
              </a:outerShdw>
            </a:effectLst>
          </p:spPr>
          <p:txBody>
            <a:bodyPr wrap="none" anchor="ctr" anchorCtr="0"/>
            <a:p>
              <a:pPr eaLnBrk="1" hangingPunct="1"/>
              <a:endParaRPr lang="zh-CN" altLang="en-US" sz="2400" dirty="0">
                <a:latin typeface="Arial" panose="020B0604020202020204" pitchFamily="34" charset="0"/>
              </a:endParaRPr>
            </a:p>
          </p:txBody>
        </p:sp>
        <p:sp>
          <p:nvSpPr>
            <p:cNvPr id="14350" name="Text Box 12"/>
            <p:cNvSpPr txBox="1"/>
            <p:nvPr>
              <p:custDataLst>
                <p:tags r:id="rId9"/>
              </p:custDataLst>
            </p:nvPr>
          </p:nvSpPr>
          <p:spPr>
            <a:xfrm>
              <a:off x="2125" y="972"/>
              <a:ext cx="888" cy="247"/>
            </a:xfrm>
            <a:prstGeom prst="rect">
              <a:avLst/>
            </a:prstGeom>
            <a:noFill/>
            <a:ln w="9525">
              <a:noFill/>
            </a:ln>
          </p:spPr>
          <p:txBody>
            <a:bodyPr>
              <a:spAutoFit/>
            </a:bodyPr>
            <a:p>
              <a:pPr algn="r" eaLnBrk="1" hangingPunct="1"/>
              <a:r>
                <a:rPr lang="zh-CN" altLang="en-US" sz="2000" b="1" dirty="0">
                  <a:solidFill>
                    <a:schemeClr val="hlink"/>
                  </a:solidFill>
                  <a:latin typeface="仿宋_GB2312" pitchFamily="49" charset="-122"/>
                  <a:ea typeface="仿宋_GB2312" pitchFamily="49" charset="-122"/>
                </a:rPr>
                <a:t>物理模型</a:t>
              </a:r>
              <a:endParaRPr lang="zh-CN" altLang="en-US" sz="2000" b="1" dirty="0">
                <a:solidFill>
                  <a:schemeClr val="hlink"/>
                </a:solidFill>
                <a:latin typeface="仿宋_GB2312" pitchFamily="49" charset="-122"/>
                <a:ea typeface="仿宋_GB2312" pitchFamily="49" charset="-122"/>
              </a:endParaRPr>
            </a:p>
          </p:txBody>
        </p:sp>
        <p:sp>
          <p:nvSpPr>
            <p:cNvPr id="14351" name="AutoShape 13"/>
            <p:cNvSpPr/>
            <p:nvPr>
              <p:custDataLst>
                <p:tags r:id="rId10"/>
              </p:custDataLst>
            </p:nvPr>
          </p:nvSpPr>
          <p:spPr>
            <a:xfrm>
              <a:off x="3984" y="927"/>
              <a:ext cx="1008" cy="432"/>
            </a:xfrm>
            <a:prstGeom prst="flowChartTerminator">
              <a:avLst/>
            </a:prstGeom>
            <a:solidFill>
              <a:srgbClr val="FFFF99"/>
            </a:solidFill>
            <a:ln w="9525" cap="flat" cmpd="sng">
              <a:solidFill>
                <a:srgbClr val="777777"/>
              </a:solidFill>
              <a:prstDash val="solid"/>
              <a:miter/>
              <a:headEnd type="none" w="med" len="med"/>
              <a:tailEnd type="none" w="med" len="med"/>
            </a:ln>
            <a:effectLst>
              <a:outerShdw dist="107763" dir="2699999" algn="ctr" rotWithShape="0">
                <a:srgbClr val="808080"/>
              </a:outerShdw>
            </a:effectLst>
          </p:spPr>
          <p:txBody>
            <a:bodyPr wrap="none" anchor="ctr" anchorCtr="0"/>
            <a:p>
              <a:pPr eaLnBrk="1" hangingPunct="1"/>
              <a:endParaRPr lang="zh-CN" altLang="en-US" sz="2400" dirty="0">
                <a:latin typeface="Arial" panose="020B0604020202020204" pitchFamily="34" charset="0"/>
              </a:endParaRPr>
            </a:p>
          </p:txBody>
        </p:sp>
        <p:sp>
          <p:nvSpPr>
            <p:cNvPr id="14352" name="Text Box 14"/>
            <p:cNvSpPr txBox="1"/>
            <p:nvPr>
              <p:custDataLst>
                <p:tags r:id="rId11"/>
              </p:custDataLst>
            </p:nvPr>
          </p:nvSpPr>
          <p:spPr>
            <a:xfrm>
              <a:off x="4050" y="987"/>
              <a:ext cx="891" cy="247"/>
            </a:xfrm>
            <a:prstGeom prst="rect">
              <a:avLst/>
            </a:prstGeom>
            <a:noFill/>
            <a:ln w="9525">
              <a:noFill/>
            </a:ln>
          </p:spPr>
          <p:txBody>
            <a:bodyPr>
              <a:spAutoFit/>
            </a:bodyPr>
            <a:p>
              <a:pPr algn="r" eaLnBrk="1" hangingPunct="1"/>
              <a:r>
                <a:rPr lang="zh-CN" altLang="en-US" sz="2000" b="1" dirty="0">
                  <a:solidFill>
                    <a:schemeClr val="hlink"/>
                  </a:solidFill>
                  <a:latin typeface="仿宋_GB2312" pitchFamily="49" charset="-122"/>
                  <a:ea typeface="仿宋_GB2312" pitchFamily="49" charset="-122"/>
                </a:rPr>
                <a:t>逻辑模型</a:t>
              </a:r>
              <a:endParaRPr lang="zh-CN" altLang="en-US" sz="2000" b="1" dirty="0">
                <a:solidFill>
                  <a:schemeClr val="hlink"/>
                </a:solidFill>
                <a:latin typeface="仿宋_GB2312" pitchFamily="49" charset="-122"/>
                <a:ea typeface="仿宋_GB2312" pitchFamily="49" charset="-122"/>
              </a:endParaRPr>
            </a:p>
          </p:txBody>
        </p:sp>
        <p:sp>
          <p:nvSpPr>
            <p:cNvPr id="14353" name="Text Box 15"/>
            <p:cNvSpPr txBox="1"/>
            <p:nvPr>
              <p:custDataLst>
                <p:tags r:id="rId12"/>
              </p:custDataLst>
            </p:nvPr>
          </p:nvSpPr>
          <p:spPr>
            <a:xfrm>
              <a:off x="1398" y="819"/>
              <a:ext cx="638" cy="247"/>
            </a:xfrm>
            <a:prstGeom prst="rect">
              <a:avLst/>
            </a:prstGeom>
            <a:noFill/>
            <a:ln w="9525">
              <a:noFill/>
            </a:ln>
          </p:spPr>
          <p:txBody>
            <a:bodyPr wrap="none">
              <a:spAutoFit/>
            </a:bodyPr>
            <a:p>
              <a:pPr algn="r" eaLnBrk="1" hangingPunct="1"/>
              <a:r>
                <a:rPr lang="zh-CN" altLang="en-US" sz="2000" b="1" dirty="0">
                  <a:solidFill>
                    <a:srgbClr val="000099"/>
                  </a:solidFill>
                  <a:latin typeface="仿宋_GB2312" pitchFamily="49" charset="-122"/>
                  <a:ea typeface="仿宋_GB2312" pitchFamily="49" charset="-122"/>
                </a:rPr>
                <a:t>模型化</a:t>
              </a:r>
              <a:endParaRPr lang="zh-CN" altLang="en-US" sz="2000" b="1" dirty="0">
                <a:solidFill>
                  <a:srgbClr val="000099"/>
                </a:solidFill>
                <a:latin typeface="仿宋_GB2312" pitchFamily="49" charset="-122"/>
                <a:ea typeface="仿宋_GB2312" pitchFamily="49" charset="-122"/>
              </a:endParaRPr>
            </a:p>
          </p:txBody>
        </p:sp>
        <p:sp>
          <p:nvSpPr>
            <p:cNvPr id="14354" name="Text Box 16"/>
            <p:cNvSpPr txBox="1"/>
            <p:nvPr>
              <p:custDataLst>
                <p:tags r:id="rId13"/>
              </p:custDataLst>
            </p:nvPr>
          </p:nvSpPr>
          <p:spPr>
            <a:xfrm>
              <a:off x="3282" y="831"/>
              <a:ext cx="638" cy="247"/>
            </a:xfrm>
            <a:prstGeom prst="rect">
              <a:avLst/>
            </a:prstGeom>
            <a:noFill/>
            <a:ln w="9525">
              <a:noFill/>
            </a:ln>
          </p:spPr>
          <p:txBody>
            <a:bodyPr wrap="none">
              <a:spAutoFit/>
            </a:bodyPr>
            <a:p>
              <a:pPr algn="r" eaLnBrk="1" hangingPunct="1"/>
              <a:r>
                <a:rPr lang="zh-CN" altLang="en-US" sz="2000" b="1" dirty="0">
                  <a:solidFill>
                    <a:srgbClr val="000099"/>
                  </a:solidFill>
                  <a:latin typeface="仿宋_GB2312" pitchFamily="49" charset="-122"/>
                  <a:ea typeface="仿宋_GB2312" pitchFamily="49" charset="-122"/>
                </a:rPr>
                <a:t>抽象化</a:t>
              </a:r>
              <a:endParaRPr lang="zh-CN" altLang="en-US" sz="2000" b="1" dirty="0">
                <a:solidFill>
                  <a:srgbClr val="000099"/>
                </a:solidFill>
                <a:latin typeface="仿宋_GB2312" pitchFamily="49" charset="-122"/>
                <a:ea typeface="仿宋_GB2312" pitchFamily="49" charset="-122"/>
              </a:endParaRPr>
            </a:p>
          </p:txBody>
        </p:sp>
        <p:sp>
          <p:nvSpPr>
            <p:cNvPr id="14355" name="Line 17"/>
            <p:cNvSpPr/>
            <p:nvPr>
              <p:custDataLst>
                <p:tags r:id="rId14"/>
              </p:custDataLst>
            </p:nvPr>
          </p:nvSpPr>
          <p:spPr>
            <a:xfrm flipV="1">
              <a:off x="5016" y="2187"/>
              <a:ext cx="228" cy="0"/>
            </a:xfrm>
            <a:prstGeom prst="line">
              <a:avLst/>
            </a:prstGeom>
            <a:ln w="57150" cap="flat" cmpd="sng">
              <a:solidFill>
                <a:srgbClr val="0000FF"/>
              </a:solidFill>
              <a:prstDash val="solid"/>
              <a:headEnd type="triangle" w="sm" len="med"/>
              <a:tailEnd type="none" w="sm" len="med"/>
            </a:ln>
          </p:spPr>
        </p:sp>
        <p:sp>
          <p:nvSpPr>
            <p:cNvPr id="14356" name="Line 18"/>
            <p:cNvSpPr/>
            <p:nvPr>
              <p:custDataLst>
                <p:tags r:id="rId15"/>
              </p:custDataLst>
            </p:nvPr>
          </p:nvSpPr>
          <p:spPr>
            <a:xfrm>
              <a:off x="3108" y="2199"/>
              <a:ext cx="876" cy="0"/>
            </a:xfrm>
            <a:prstGeom prst="line">
              <a:avLst/>
            </a:prstGeom>
            <a:ln w="57150" cap="flat" cmpd="sng">
              <a:solidFill>
                <a:srgbClr val="0000FF"/>
              </a:solidFill>
              <a:prstDash val="solid"/>
              <a:headEnd type="triangle" w="sm" len="med"/>
              <a:tailEnd type="none" w="sm" len="med"/>
            </a:ln>
          </p:spPr>
        </p:sp>
        <p:sp>
          <p:nvSpPr>
            <p:cNvPr id="14357" name="Line 19"/>
            <p:cNvSpPr/>
            <p:nvPr>
              <p:custDataLst>
                <p:tags r:id="rId16"/>
              </p:custDataLst>
            </p:nvPr>
          </p:nvSpPr>
          <p:spPr>
            <a:xfrm>
              <a:off x="1272" y="2199"/>
              <a:ext cx="792" cy="0"/>
            </a:xfrm>
            <a:prstGeom prst="line">
              <a:avLst/>
            </a:prstGeom>
            <a:ln w="57150" cap="flat" cmpd="sng">
              <a:solidFill>
                <a:srgbClr val="0000FF"/>
              </a:solidFill>
              <a:prstDash val="solid"/>
              <a:headEnd type="triangle" w="sm" len="med"/>
              <a:tailEnd type="none" w="sm" len="med"/>
            </a:ln>
          </p:spPr>
        </p:sp>
        <p:sp>
          <p:nvSpPr>
            <p:cNvPr id="14358" name="AutoShape 20"/>
            <p:cNvSpPr/>
            <p:nvPr>
              <p:custDataLst>
                <p:tags r:id="rId17"/>
              </p:custDataLst>
            </p:nvPr>
          </p:nvSpPr>
          <p:spPr>
            <a:xfrm>
              <a:off x="2064" y="1959"/>
              <a:ext cx="1008" cy="432"/>
            </a:xfrm>
            <a:prstGeom prst="flowChartTerminator">
              <a:avLst/>
            </a:prstGeom>
            <a:solidFill>
              <a:srgbClr val="CCFFCC"/>
            </a:solidFill>
            <a:ln w="9525" cap="flat" cmpd="sng">
              <a:solidFill>
                <a:schemeClr val="accent1"/>
              </a:solidFill>
              <a:prstDash val="solid"/>
              <a:miter/>
              <a:headEnd type="none" w="med" len="med"/>
              <a:tailEnd type="none" w="med" len="med"/>
            </a:ln>
            <a:effectLst>
              <a:outerShdw dist="107763" dir="2699999" algn="ctr" rotWithShape="0">
                <a:srgbClr val="808080"/>
              </a:outerShdw>
            </a:effectLst>
          </p:spPr>
          <p:txBody>
            <a:bodyPr wrap="none" anchor="ctr" anchorCtr="0"/>
            <a:p>
              <a:pPr algn="ctr" eaLnBrk="1" hangingPunct="1"/>
              <a:endParaRPr lang="zh-CN" altLang="zh-CN" sz="2000" dirty="0">
                <a:solidFill>
                  <a:schemeClr val="hlink"/>
                </a:solidFill>
                <a:latin typeface="Times New Roman" panose="02020603050405020304" pitchFamily="18" charset="0"/>
              </a:endParaRPr>
            </a:p>
          </p:txBody>
        </p:sp>
        <p:sp>
          <p:nvSpPr>
            <p:cNvPr id="14359" name="Text Box 21"/>
            <p:cNvSpPr txBox="1"/>
            <p:nvPr>
              <p:custDataLst>
                <p:tags r:id="rId18"/>
              </p:custDataLst>
            </p:nvPr>
          </p:nvSpPr>
          <p:spPr>
            <a:xfrm>
              <a:off x="2227" y="2016"/>
              <a:ext cx="795" cy="247"/>
            </a:xfrm>
            <a:prstGeom prst="rect">
              <a:avLst/>
            </a:prstGeom>
            <a:noFill/>
            <a:ln w="9525">
              <a:noFill/>
            </a:ln>
          </p:spPr>
          <p:txBody>
            <a:bodyPr wrap="none">
              <a:spAutoFit/>
            </a:bodyPr>
            <a:p>
              <a:pPr algn="r" eaLnBrk="1" hangingPunct="1"/>
              <a:r>
                <a:rPr lang="zh-CN" altLang="en-US" sz="2000" b="1" dirty="0">
                  <a:solidFill>
                    <a:srgbClr val="2C1A88"/>
                  </a:solidFill>
                  <a:latin typeface="仿宋_GB2312" pitchFamily="49" charset="-122"/>
                  <a:ea typeface="仿宋_GB2312" pitchFamily="49" charset="-122"/>
                </a:rPr>
                <a:t>物理模型</a:t>
              </a:r>
              <a:endParaRPr lang="zh-CN" altLang="en-US" sz="2000" b="1" dirty="0">
                <a:solidFill>
                  <a:srgbClr val="2C1A88"/>
                </a:solidFill>
                <a:latin typeface="仿宋_GB2312" pitchFamily="49" charset="-122"/>
                <a:ea typeface="仿宋_GB2312" pitchFamily="49" charset="-122"/>
              </a:endParaRPr>
            </a:p>
          </p:txBody>
        </p:sp>
        <p:sp>
          <p:nvSpPr>
            <p:cNvPr id="14360" name="AutoShape 22"/>
            <p:cNvSpPr/>
            <p:nvPr>
              <p:custDataLst>
                <p:tags r:id="rId19"/>
              </p:custDataLst>
            </p:nvPr>
          </p:nvSpPr>
          <p:spPr>
            <a:xfrm>
              <a:off x="3984" y="1971"/>
              <a:ext cx="1008" cy="432"/>
            </a:xfrm>
            <a:prstGeom prst="flowChartTerminator">
              <a:avLst/>
            </a:prstGeom>
            <a:solidFill>
              <a:srgbClr val="CCFFCC"/>
            </a:solidFill>
            <a:ln w="9525" cap="flat" cmpd="sng">
              <a:solidFill>
                <a:schemeClr val="accent1"/>
              </a:solidFill>
              <a:prstDash val="solid"/>
              <a:miter/>
              <a:headEnd type="none" w="med" len="med"/>
              <a:tailEnd type="none" w="med" len="med"/>
            </a:ln>
            <a:effectLst>
              <a:outerShdw dist="107763" dir="2699999" algn="ctr" rotWithShape="0">
                <a:srgbClr val="808080"/>
              </a:outerShdw>
            </a:effectLst>
          </p:spPr>
          <p:txBody>
            <a:bodyPr wrap="none" anchor="ctr" anchorCtr="0"/>
            <a:p>
              <a:pPr algn="ctr" eaLnBrk="1" hangingPunct="1"/>
              <a:endParaRPr lang="zh-CN" altLang="zh-CN" sz="2000" dirty="0">
                <a:solidFill>
                  <a:srgbClr val="2C1A88"/>
                </a:solidFill>
                <a:latin typeface="Times New Roman" panose="02020603050405020304" pitchFamily="18" charset="0"/>
              </a:endParaRPr>
            </a:p>
          </p:txBody>
        </p:sp>
        <p:sp>
          <p:nvSpPr>
            <p:cNvPr id="14361" name="Text Box 23"/>
            <p:cNvSpPr txBox="1"/>
            <p:nvPr>
              <p:custDataLst>
                <p:tags r:id="rId20"/>
              </p:custDataLst>
            </p:nvPr>
          </p:nvSpPr>
          <p:spPr>
            <a:xfrm>
              <a:off x="4050" y="2040"/>
              <a:ext cx="891" cy="247"/>
            </a:xfrm>
            <a:prstGeom prst="rect">
              <a:avLst/>
            </a:prstGeom>
            <a:noFill/>
            <a:ln w="9525">
              <a:noFill/>
            </a:ln>
          </p:spPr>
          <p:txBody>
            <a:bodyPr>
              <a:spAutoFit/>
            </a:bodyPr>
            <a:p>
              <a:pPr algn="r" eaLnBrk="1" hangingPunct="1"/>
              <a:r>
                <a:rPr lang="zh-CN" altLang="en-US" sz="2000" b="1" dirty="0">
                  <a:solidFill>
                    <a:srgbClr val="2C1A88"/>
                  </a:solidFill>
                  <a:latin typeface="仿宋_GB2312" pitchFamily="49" charset="-122"/>
                  <a:ea typeface="仿宋_GB2312" pitchFamily="49" charset="-122"/>
                </a:rPr>
                <a:t>逻辑模型</a:t>
              </a:r>
              <a:endParaRPr lang="zh-CN" altLang="en-US" sz="2000" b="1" dirty="0">
                <a:solidFill>
                  <a:srgbClr val="2C1A88"/>
                </a:solidFill>
                <a:latin typeface="仿宋_GB2312" pitchFamily="49" charset="-122"/>
                <a:ea typeface="仿宋_GB2312" pitchFamily="49" charset="-122"/>
              </a:endParaRPr>
            </a:p>
          </p:txBody>
        </p:sp>
        <p:sp>
          <p:nvSpPr>
            <p:cNvPr id="14362" name="Text Box 24"/>
            <p:cNvSpPr txBox="1"/>
            <p:nvPr>
              <p:custDataLst>
                <p:tags r:id="rId21"/>
              </p:custDataLst>
            </p:nvPr>
          </p:nvSpPr>
          <p:spPr>
            <a:xfrm>
              <a:off x="1398" y="1863"/>
              <a:ext cx="638" cy="247"/>
            </a:xfrm>
            <a:prstGeom prst="rect">
              <a:avLst/>
            </a:prstGeom>
            <a:noFill/>
            <a:ln w="9525">
              <a:noFill/>
            </a:ln>
          </p:spPr>
          <p:txBody>
            <a:bodyPr wrap="none">
              <a:spAutoFit/>
            </a:bodyPr>
            <a:p>
              <a:pPr algn="r" eaLnBrk="1" hangingPunct="1"/>
              <a:r>
                <a:rPr lang="zh-CN" altLang="en-US" sz="2000" b="1" dirty="0">
                  <a:solidFill>
                    <a:srgbClr val="000099"/>
                  </a:solidFill>
                  <a:latin typeface="仿宋_GB2312" pitchFamily="49" charset="-122"/>
                  <a:ea typeface="仿宋_GB2312" pitchFamily="49" charset="-122"/>
                </a:rPr>
                <a:t>具体化</a:t>
              </a:r>
              <a:endParaRPr lang="zh-CN" altLang="en-US" sz="2000" b="1" dirty="0">
                <a:solidFill>
                  <a:srgbClr val="000099"/>
                </a:solidFill>
                <a:latin typeface="仿宋_GB2312" pitchFamily="49" charset="-122"/>
                <a:ea typeface="仿宋_GB2312" pitchFamily="49" charset="-122"/>
              </a:endParaRPr>
            </a:p>
          </p:txBody>
        </p:sp>
        <p:sp>
          <p:nvSpPr>
            <p:cNvPr id="14363" name="Text Box 25"/>
            <p:cNvSpPr txBox="1"/>
            <p:nvPr>
              <p:custDataLst>
                <p:tags r:id="rId22"/>
              </p:custDataLst>
            </p:nvPr>
          </p:nvSpPr>
          <p:spPr>
            <a:xfrm>
              <a:off x="3282" y="1875"/>
              <a:ext cx="638" cy="247"/>
            </a:xfrm>
            <a:prstGeom prst="rect">
              <a:avLst/>
            </a:prstGeom>
            <a:noFill/>
            <a:ln w="9525">
              <a:noFill/>
            </a:ln>
          </p:spPr>
          <p:txBody>
            <a:bodyPr wrap="none">
              <a:spAutoFit/>
            </a:bodyPr>
            <a:p>
              <a:pPr algn="r" eaLnBrk="1" hangingPunct="1"/>
              <a:r>
                <a:rPr lang="zh-CN" altLang="en-US" sz="2000" b="1" dirty="0">
                  <a:solidFill>
                    <a:srgbClr val="000099"/>
                  </a:solidFill>
                  <a:latin typeface="仿宋_GB2312" pitchFamily="49" charset="-122"/>
                  <a:ea typeface="仿宋_GB2312" pitchFamily="49" charset="-122"/>
                </a:rPr>
                <a:t>实例化</a:t>
              </a:r>
              <a:endParaRPr lang="zh-CN" altLang="en-US" sz="2000" b="1" dirty="0">
                <a:solidFill>
                  <a:srgbClr val="000099"/>
                </a:solidFill>
                <a:latin typeface="仿宋_GB2312" pitchFamily="49" charset="-122"/>
                <a:ea typeface="仿宋_GB2312" pitchFamily="49" charset="-122"/>
              </a:endParaRPr>
            </a:p>
          </p:txBody>
        </p:sp>
        <p:sp>
          <p:nvSpPr>
            <p:cNvPr id="14364" name="Line 26"/>
            <p:cNvSpPr/>
            <p:nvPr>
              <p:custDataLst>
                <p:tags r:id="rId23"/>
              </p:custDataLst>
            </p:nvPr>
          </p:nvSpPr>
          <p:spPr>
            <a:xfrm flipV="1">
              <a:off x="5220" y="1143"/>
              <a:ext cx="0" cy="1044"/>
            </a:xfrm>
            <a:prstGeom prst="line">
              <a:avLst/>
            </a:prstGeom>
            <a:ln w="57150" cap="flat" cmpd="sng">
              <a:solidFill>
                <a:srgbClr val="0000FF"/>
              </a:solidFill>
              <a:prstDash val="solid"/>
              <a:headEnd type="none" w="med" len="med"/>
              <a:tailEnd type="none" w="med" len="med"/>
            </a:ln>
          </p:spPr>
        </p:sp>
        <p:sp>
          <p:nvSpPr>
            <p:cNvPr id="14365" name="Text Box 27"/>
            <p:cNvSpPr txBox="1"/>
            <p:nvPr>
              <p:custDataLst>
                <p:tags r:id="rId24"/>
              </p:custDataLst>
            </p:nvPr>
          </p:nvSpPr>
          <p:spPr>
            <a:xfrm>
              <a:off x="5434" y="636"/>
              <a:ext cx="324" cy="742"/>
            </a:xfrm>
            <a:prstGeom prst="rect">
              <a:avLst/>
            </a:prstGeom>
            <a:noFill/>
            <a:ln w="9525">
              <a:noFill/>
            </a:ln>
          </p:spPr>
          <p:txBody>
            <a:bodyPr wrap="none">
              <a:spAutoFit/>
            </a:bodyPr>
            <a:p>
              <a:pPr algn="r" eaLnBrk="1" hangingPunct="1">
                <a:lnSpc>
                  <a:spcPct val="90000"/>
                </a:lnSpc>
              </a:pPr>
              <a:r>
                <a:rPr lang="zh-CN" altLang="en-US" sz="2000" b="1" dirty="0">
                  <a:solidFill>
                    <a:schemeClr val="hlink"/>
                  </a:solidFill>
                  <a:latin typeface="仿宋_GB2312" pitchFamily="49" charset="-122"/>
                  <a:ea typeface="仿宋_GB2312" pitchFamily="49" charset="-122"/>
                </a:rPr>
                <a:t>理</a:t>
              </a:r>
              <a:endParaRPr lang="zh-CN" altLang="en-US" sz="2000" b="1" dirty="0">
                <a:solidFill>
                  <a:schemeClr val="hlink"/>
                </a:solidFill>
                <a:latin typeface="仿宋_GB2312" pitchFamily="49" charset="-122"/>
                <a:ea typeface="仿宋_GB2312" pitchFamily="49" charset="-122"/>
              </a:endParaRPr>
            </a:p>
            <a:p>
              <a:pPr algn="r" eaLnBrk="1" hangingPunct="1">
                <a:lnSpc>
                  <a:spcPct val="90000"/>
                </a:lnSpc>
              </a:pPr>
              <a:r>
                <a:rPr lang="zh-CN" altLang="en-US" sz="2000" b="1" dirty="0">
                  <a:solidFill>
                    <a:schemeClr val="hlink"/>
                  </a:solidFill>
                  <a:latin typeface="仿宋_GB2312" pitchFamily="49" charset="-122"/>
                  <a:ea typeface="仿宋_GB2312" pitchFamily="49" charset="-122"/>
                </a:rPr>
                <a:t>解</a:t>
              </a:r>
              <a:endParaRPr lang="zh-CN" altLang="en-US" sz="2000" b="1" dirty="0">
                <a:solidFill>
                  <a:schemeClr val="hlink"/>
                </a:solidFill>
                <a:latin typeface="仿宋_GB2312" pitchFamily="49" charset="-122"/>
                <a:ea typeface="仿宋_GB2312" pitchFamily="49" charset="-122"/>
              </a:endParaRPr>
            </a:p>
            <a:p>
              <a:pPr algn="r" eaLnBrk="1" hangingPunct="1">
                <a:lnSpc>
                  <a:spcPct val="90000"/>
                </a:lnSpc>
              </a:pPr>
              <a:r>
                <a:rPr lang="zh-CN" altLang="en-US" sz="2000" b="1" dirty="0">
                  <a:solidFill>
                    <a:schemeClr val="hlink"/>
                  </a:solidFill>
                  <a:latin typeface="仿宋_GB2312" pitchFamily="49" charset="-122"/>
                  <a:ea typeface="仿宋_GB2312" pitchFamily="49" charset="-122"/>
                </a:rPr>
                <a:t>需</a:t>
              </a:r>
              <a:endParaRPr lang="zh-CN" altLang="en-US" sz="2000" b="1" dirty="0">
                <a:solidFill>
                  <a:schemeClr val="hlink"/>
                </a:solidFill>
                <a:latin typeface="仿宋_GB2312" pitchFamily="49" charset="-122"/>
                <a:ea typeface="仿宋_GB2312" pitchFamily="49" charset="-122"/>
              </a:endParaRPr>
            </a:p>
            <a:p>
              <a:pPr algn="r" eaLnBrk="1" hangingPunct="1">
                <a:lnSpc>
                  <a:spcPct val="90000"/>
                </a:lnSpc>
              </a:pPr>
              <a:r>
                <a:rPr lang="zh-CN" altLang="en-US" sz="2000" b="1" dirty="0">
                  <a:solidFill>
                    <a:schemeClr val="hlink"/>
                  </a:solidFill>
                  <a:latin typeface="仿宋_GB2312" pitchFamily="49" charset="-122"/>
                  <a:ea typeface="仿宋_GB2312" pitchFamily="49" charset="-122"/>
                </a:rPr>
                <a:t>求</a:t>
              </a:r>
              <a:endParaRPr lang="zh-CN" altLang="en-US" sz="2000" b="1" dirty="0">
                <a:solidFill>
                  <a:schemeClr val="hlink"/>
                </a:solidFill>
                <a:latin typeface="仿宋_GB2312" pitchFamily="49" charset="-122"/>
                <a:ea typeface="仿宋_GB2312" pitchFamily="49" charset="-122"/>
              </a:endParaRPr>
            </a:p>
          </p:txBody>
        </p:sp>
        <p:sp>
          <p:nvSpPr>
            <p:cNvPr id="14366" name="Text Box 28"/>
            <p:cNvSpPr txBox="1"/>
            <p:nvPr>
              <p:custDataLst>
                <p:tags r:id="rId25"/>
              </p:custDataLst>
            </p:nvPr>
          </p:nvSpPr>
          <p:spPr>
            <a:xfrm>
              <a:off x="5182" y="916"/>
              <a:ext cx="324" cy="437"/>
            </a:xfrm>
            <a:prstGeom prst="rect">
              <a:avLst/>
            </a:prstGeom>
            <a:noFill/>
            <a:ln w="9525">
              <a:noFill/>
            </a:ln>
          </p:spPr>
          <p:txBody>
            <a:bodyPr wrap="none">
              <a:spAutoFit/>
            </a:bodyPr>
            <a:p>
              <a:pPr algn="r" eaLnBrk="1" hangingPunct="1"/>
              <a:r>
                <a:rPr lang="zh-CN" altLang="en-US" sz="2000" b="1" dirty="0">
                  <a:solidFill>
                    <a:srgbClr val="000099"/>
                  </a:solidFill>
                  <a:latin typeface="仿宋_GB2312" pitchFamily="49" charset="-122"/>
                  <a:ea typeface="仿宋_GB2312" pitchFamily="49" charset="-122"/>
                </a:rPr>
                <a:t>导</a:t>
              </a:r>
              <a:endParaRPr lang="zh-CN" altLang="en-US" sz="2000" b="1" dirty="0">
                <a:solidFill>
                  <a:srgbClr val="000099"/>
                </a:solidFill>
                <a:latin typeface="仿宋_GB2312" pitchFamily="49" charset="-122"/>
                <a:ea typeface="仿宋_GB2312" pitchFamily="49" charset="-122"/>
              </a:endParaRPr>
            </a:p>
            <a:p>
              <a:pPr algn="r" eaLnBrk="1" hangingPunct="1"/>
              <a:r>
                <a:rPr lang="zh-CN" altLang="en-US" sz="2000" b="1" dirty="0">
                  <a:solidFill>
                    <a:srgbClr val="000099"/>
                  </a:solidFill>
                  <a:latin typeface="仿宋_GB2312" pitchFamily="49" charset="-122"/>
                  <a:ea typeface="仿宋_GB2312" pitchFamily="49" charset="-122"/>
                </a:rPr>
                <a:t>出</a:t>
              </a:r>
              <a:endParaRPr lang="zh-CN" altLang="en-US" sz="2000" b="1" dirty="0">
                <a:solidFill>
                  <a:srgbClr val="000099"/>
                </a:solidFill>
                <a:latin typeface="仿宋_GB2312" pitchFamily="49" charset="-122"/>
                <a:ea typeface="仿宋_GB2312" pitchFamily="49" charset="-122"/>
              </a:endParaRPr>
            </a:p>
          </p:txBody>
        </p:sp>
        <p:sp>
          <p:nvSpPr>
            <p:cNvPr id="14367" name="Text Box 29"/>
            <p:cNvSpPr txBox="1"/>
            <p:nvPr>
              <p:custDataLst>
                <p:tags r:id="rId26"/>
              </p:custDataLst>
            </p:nvPr>
          </p:nvSpPr>
          <p:spPr>
            <a:xfrm>
              <a:off x="2199" y="523"/>
              <a:ext cx="787" cy="285"/>
            </a:xfrm>
            <a:prstGeom prst="rect">
              <a:avLst/>
            </a:prstGeom>
            <a:noFill/>
            <a:ln w="9525">
              <a:noFill/>
            </a:ln>
          </p:spPr>
          <p:txBody>
            <a:bodyPr>
              <a:spAutoFit/>
            </a:bodyPr>
            <a:p>
              <a:pPr algn="r" eaLnBrk="1" hangingPunct="1"/>
              <a:r>
                <a:rPr lang="zh-CN" altLang="en-US" sz="2400" b="1" dirty="0">
                  <a:solidFill>
                    <a:srgbClr val="009900"/>
                  </a:solidFill>
                  <a:latin typeface="仿宋_GB2312" pitchFamily="49" charset="-122"/>
                  <a:ea typeface="仿宋_GB2312" pitchFamily="49" charset="-122"/>
                </a:rPr>
                <a:t>怎么做</a:t>
              </a:r>
              <a:endParaRPr lang="zh-CN" altLang="en-US" sz="2400" b="1" dirty="0">
                <a:solidFill>
                  <a:srgbClr val="009900"/>
                </a:solidFill>
                <a:latin typeface="仿宋_GB2312" pitchFamily="49" charset="-122"/>
                <a:ea typeface="仿宋_GB2312" pitchFamily="49" charset="-122"/>
              </a:endParaRPr>
            </a:p>
          </p:txBody>
        </p:sp>
        <p:sp>
          <p:nvSpPr>
            <p:cNvPr id="14368" name="Text Box 30"/>
            <p:cNvSpPr txBox="1"/>
            <p:nvPr>
              <p:custDataLst>
                <p:tags r:id="rId27"/>
              </p:custDataLst>
            </p:nvPr>
          </p:nvSpPr>
          <p:spPr>
            <a:xfrm>
              <a:off x="4116" y="523"/>
              <a:ext cx="742" cy="285"/>
            </a:xfrm>
            <a:prstGeom prst="rect">
              <a:avLst/>
            </a:prstGeom>
            <a:noFill/>
            <a:ln w="9525">
              <a:noFill/>
            </a:ln>
          </p:spPr>
          <p:txBody>
            <a:bodyPr wrap="none">
              <a:spAutoFit/>
            </a:bodyPr>
            <a:p>
              <a:pPr algn="r" eaLnBrk="1" hangingPunct="1"/>
              <a:r>
                <a:rPr lang="zh-CN" altLang="en-US" sz="2400" b="1" dirty="0">
                  <a:solidFill>
                    <a:srgbClr val="009900"/>
                  </a:solidFill>
                  <a:latin typeface="仿宋_GB2312" pitchFamily="49" charset="-122"/>
                  <a:ea typeface="仿宋_GB2312" pitchFamily="49" charset="-122"/>
                </a:rPr>
                <a:t>做什么</a:t>
              </a:r>
              <a:endParaRPr lang="zh-CN" altLang="en-US" sz="2400" b="1" dirty="0">
                <a:solidFill>
                  <a:srgbClr val="009900"/>
                </a:solidFill>
                <a:latin typeface="仿宋_GB2312" pitchFamily="49" charset="-122"/>
                <a:ea typeface="仿宋_GB2312" pitchFamily="49" charset="-122"/>
              </a:endParaRPr>
            </a:p>
          </p:txBody>
        </p:sp>
        <p:sp>
          <p:nvSpPr>
            <p:cNvPr id="14369" name="Rectangle 31"/>
            <p:cNvSpPr/>
            <p:nvPr>
              <p:custDataLst>
                <p:tags r:id="rId28"/>
              </p:custDataLst>
            </p:nvPr>
          </p:nvSpPr>
          <p:spPr>
            <a:xfrm>
              <a:off x="3240" y="507"/>
              <a:ext cx="2319" cy="2028"/>
            </a:xfrm>
            <a:prstGeom prst="rect">
              <a:avLst/>
            </a:prstGeom>
            <a:noFill/>
            <a:ln w="38100" cap="rnd" cmpd="sng">
              <a:solidFill>
                <a:srgbClr val="0000FF"/>
              </a:solidFill>
              <a:prstDash val="sysDot"/>
              <a:miter/>
              <a:headEnd type="none" w="med" len="med"/>
              <a:tailEnd type="none" w="med" len="med"/>
            </a:ln>
          </p:spPr>
          <p:txBody>
            <a:bodyPr wrap="none" anchor="ctr" anchorCtr="0"/>
            <a:p>
              <a:pPr eaLnBrk="1" hangingPunct="1"/>
              <a:endParaRPr lang="zh-CN" altLang="en-US" sz="2400" dirty="0">
                <a:latin typeface="Arial" panose="020B0604020202020204" pitchFamily="34" charset="0"/>
              </a:endParaRPr>
            </a:p>
          </p:txBody>
        </p:sp>
        <p:sp>
          <p:nvSpPr>
            <p:cNvPr id="14370" name="Line 32"/>
            <p:cNvSpPr/>
            <p:nvPr>
              <p:custDataLst>
                <p:tags r:id="rId29"/>
              </p:custDataLst>
            </p:nvPr>
          </p:nvSpPr>
          <p:spPr>
            <a:xfrm flipH="1" flipV="1">
              <a:off x="3240" y="1551"/>
              <a:ext cx="2318" cy="9"/>
            </a:xfrm>
            <a:prstGeom prst="line">
              <a:avLst/>
            </a:prstGeom>
            <a:ln w="38100" cap="rnd" cmpd="sng">
              <a:solidFill>
                <a:srgbClr val="0000FF"/>
              </a:solidFill>
              <a:prstDash val="sysDot"/>
              <a:headEnd type="none" w="med" len="med"/>
              <a:tailEnd type="none" w="med" len="med"/>
            </a:ln>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4.1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需求分析</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Char char="•"/>
            </a:pPr>
            <a:fld id="{9A0DB2DC-4C9A-4742-B13C-FB6460FD3503}" type="slidenum">
              <a:rPr lang="zh-CN" altLang="en-US" sz="1400" dirty="0">
                <a:solidFill>
                  <a:srgbClr val="FFFFFF"/>
                </a:solidFill>
                <a:ea typeface="宋体" panose="02010600030101010101" pitchFamily="2" charset="-122"/>
              </a:rPr>
            </a:fld>
            <a:endParaRPr lang="zh-CN" altLang="en-US" sz="1400" dirty="0">
              <a:solidFill>
                <a:srgbClr val="FFFFFF"/>
              </a:solidFill>
              <a:ea typeface="宋体" panose="02010600030101010101" pitchFamily="2" charset="-122"/>
            </a:endParaRPr>
          </a:p>
        </p:txBody>
      </p:sp>
      <p:sp>
        <p:nvSpPr>
          <p:cNvPr id="3" name="文本框 2"/>
          <p:cNvSpPr txBox="1"/>
          <p:nvPr/>
        </p:nvSpPr>
        <p:spPr>
          <a:xfrm>
            <a:off x="202565" y="1412875"/>
            <a:ext cx="8397240" cy="5525135"/>
          </a:xfrm>
          <a:prstGeom prst="rect">
            <a:avLst/>
          </a:prstGeom>
          <a:noFill/>
        </p:spPr>
        <p:txBody>
          <a:bodyPr wrap="square" rtlCol="0" anchor="t">
            <a:spAutoFit/>
          </a:bodyPr>
          <a:p>
            <a:pPr marL="609600" marR="0" lvl="0" indent="-609600" algn="l" defTabSz="914400" rtl="0" eaLnBrk="1" fontAlgn="base" latinLnBrk="0" hangingPunct="1">
              <a:lnSpc>
                <a:spcPct val="90000"/>
              </a:lnSpc>
              <a:spcBef>
                <a:spcPct val="20000"/>
              </a:spcBef>
              <a:spcAft>
                <a:spcPct val="0"/>
              </a:spcAft>
              <a:buClr>
                <a:schemeClr val="tx2"/>
              </a:buClr>
              <a:buSzPct val="70000"/>
              <a:buFont typeface="Wingdings" panose="05000000000000000000" pitchFamily="2" charset="2"/>
              <a:buChar char="l"/>
              <a:defRPr/>
            </a:pPr>
            <a:r>
              <a:rPr lang="zh-CN" altLang="en-US" sz="2200" kern="0" noProof="0">
                <a:ln>
                  <a:noFill/>
                </a:ln>
                <a:effectLst>
                  <a:outerShdw blurRad="38100" dist="38100" dir="2700000" algn="tl">
                    <a:srgbClr val="C0C0C0"/>
                  </a:outerShdw>
                </a:effectLst>
                <a:uLnTx/>
                <a:uFillTx/>
                <a:ea typeface="仿宋_GB2312" pitchFamily="49" charset="-122"/>
                <a:sym typeface="+mn-ea"/>
              </a:rPr>
              <a:t>需求分析是一项软件工程活动，它包括：</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R="0" lvl="1" algn="l" defTabSz="914400" rtl="0" eaLnBrk="1" fontAlgn="base" latinLnBrk="0" hangingPunct="1">
              <a:lnSpc>
                <a:spcPct val="90000"/>
              </a:lnSpc>
              <a:spcBef>
                <a:spcPct val="20000"/>
              </a:spcBef>
              <a:spcAft>
                <a:spcPct val="0"/>
              </a:spcAft>
              <a:buClr>
                <a:schemeClr val="tx2"/>
              </a:buClr>
              <a:buSzTx/>
              <a:buFont typeface="Wingdings" panose="05000000000000000000" pitchFamily="2" charset="2"/>
              <a:buNone/>
              <a:defRPr/>
            </a:pPr>
            <a:r>
              <a:rPr lang="en-US" altLang="zh-CN" sz="2200" kern="0" noProof="0">
                <a:ln>
                  <a:noFill/>
                </a:ln>
                <a:solidFill>
                  <a:srgbClr val="0070C0"/>
                </a:solidFill>
                <a:effectLst>
                  <a:outerShdw blurRad="38100" dist="38100" dir="2700000" algn="tl">
                    <a:srgbClr val="C0C0C0"/>
                  </a:outerShdw>
                </a:effectLst>
                <a:uLnTx/>
                <a:uFillTx/>
                <a:ea typeface="仿宋_GB2312" pitchFamily="49" charset="-122"/>
                <a:sym typeface="+mn-ea"/>
              </a:rPr>
              <a:t>1</a:t>
            </a:r>
            <a:r>
              <a:rPr lang="zh-CN" altLang="en-US" sz="2200" kern="0" noProof="0">
                <a:ln>
                  <a:noFill/>
                </a:ln>
                <a:solidFill>
                  <a:srgbClr val="0070C0"/>
                </a:solidFill>
                <a:effectLst>
                  <a:outerShdw blurRad="38100" dist="38100" dir="2700000" algn="tl">
                    <a:srgbClr val="C0C0C0"/>
                  </a:outerShdw>
                </a:effectLst>
                <a:uLnTx/>
                <a:uFillTx/>
                <a:ea typeface="仿宋_GB2312" pitchFamily="49" charset="-122"/>
                <a:sym typeface="+mn-ea"/>
              </a:rPr>
              <a:t>）需求获取</a:t>
            </a:r>
            <a:endParaRPr kumimoji="0" lang="zh-CN" altLang="en-US" sz="2000" b="1" i="0" u="none" strike="noStrike" kern="0" cap="none" spc="0" normalizeH="0" baseline="0" noProof="0">
              <a:ln>
                <a:noFill/>
              </a:ln>
              <a:solidFill>
                <a:srgbClr val="0070C0"/>
              </a:solidFill>
              <a:effectLst>
                <a:outerShdw blurRad="38100" dist="38100" dir="2700000" algn="tl">
                  <a:srgbClr val="C0C0C0"/>
                </a:outerShdw>
              </a:effectLst>
              <a:uLnTx/>
              <a:uFillTx/>
              <a:latin typeface="Times New Roman" panose="02020603050405020304" pitchFamily="18" charset="0"/>
              <a:ea typeface="仿宋_GB2312" pitchFamily="49" charset="-122"/>
            </a:endParaRPr>
          </a:p>
          <a:p>
            <a:pPr marL="1371600" marR="0" lvl="2" indent="-457200" algn="l" defTabSz="914400" rtl="0" eaLnBrk="1" fontAlgn="base" latinLnBrk="0" hangingPunct="1">
              <a:lnSpc>
                <a:spcPct val="90000"/>
              </a:lnSpc>
              <a:spcBef>
                <a:spcPct val="20000"/>
              </a:spcBef>
              <a:spcAft>
                <a:spcPct val="0"/>
              </a:spcAft>
              <a:buClr>
                <a:schemeClr val="accent1"/>
              </a:buClr>
              <a:buSzPct val="70000"/>
              <a:buFont typeface="Wingdings" panose="05000000000000000000" pitchFamily="2" charset="2"/>
              <a:buChar char="l"/>
              <a:defRPr/>
            </a:pPr>
            <a:r>
              <a:rPr lang="zh-CN" altLang="en-US" sz="1800" kern="0" noProof="0">
                <a:ln>
                  <a:noFill/>
                </a:ln>
                <a:effectLst>
                  <a:outerShdw blurRad="38100" dist="38100" dir="2700000" algn="tl">
                    <a:srgbClr val="C0C0C0"/>
                  </a:outerShdw>
                </a:effectLst>
                <a:uLnTx/>
                <a:uFillTx/>
                <a:ea typeface="仿宋_GB2312" pitchFamily="49" charset="-122"/>
                <a:sym typeface="+mn-ea"/>
              </a:rPr>
              <a:t>刻划出</a:t>
            </a:r>
            <a:r>
              <a:rPr lang="zh-CN" altLang="en-US" sz="1800" kern="0" noProof="0">
                <a:ln>
                  <a:noFill/>
                </a:ln>
                <a:solidFill>
                  <a:srgbClr val="CC3300"/>
                </a:solidFill>
                <a:effectLst>
                  <a:outerShdw blurRad="38100" dist="38100" dir="2700000" algn="tl">
                    <a:srgbClr val="C0C0C0"/>
                  </a:outerShdw>
                </a:effectLst>
                <a:uLnTx/>
                <a:uFillTx/>
                <a:ea typeface="仿宋_GB2312" pitchFamily="49" charset="-122"/>
                <a:sym typeface="+mn-ea"/>
              </a:rPr>
              <a:t>软件的功能</a:t>
            </a:r>
            <a:r>
              <a:rPr lang="zh-CN" altLang="en-US" sz="1800" kern="0" noProof="0">
                <a:ln>
                  <a:noFill/>
                </a:ln>
                <a:effectLst>
                  <a:outerShdw blurRad="38100" dist="38100" dir="2700000" algn="tl">
                    <a:srgbClr val="C0C0C0"/>
                  </a:outerShdw>
                </a:effectLst>
                <a:uLnTx/>
                <a:uFillTx/>
                <a:ea typeface="仿宋_GB2312" pitchFamily="49" charset="-122"/>
                <a:sym typeface="+mn-ea"/>
              </a:rPr>
              <a:t>和</a:t>
            </a:r>
            <a:r>
              <a:rPr lang="zh-CN" altLang="en-US" sz="1800" kern="0" noProof="0">
                <a:ln>
                  <a:noFill/>
                </a:ln>
                <a:solidFill>
                  <a:srgbClr val="CC3300"/>
                </a:solidFill>
                <a:effectLst>
                  <a:outerShdw blurRad="38100" dist="38100" dir="2700000" algn="tl">
                    <a:srgbClr val="C0C0C0"/>
                  </a:outerShdw>
                </a:effectLst>
                <a:uLnTx/>
                <a:uFillTx/>
                <a:ea typeface="仿宋_GB2312" pitchFamily="49" charset="-122"/>
                <a:sym typeface="+mn-ea"/>
              </a:rPr>
              <a:t>性能</a:t>
            </a:r>
            <a:r>
              <a:rPr lang="zh-CN" altLang="en-US" sz="1800" kern="0" noProof="0">
                <a:ln>
                  <a:noFill/>
                </a:ln>
                <a:effectLst>
                  <a:outerShdw blurRad="38100" dist="38100" dir="2700000" algn="tl">
                    <a:srgbClr val="C0C0C0"/>
                  </a:outerShdw>
                </a:effectLst>
                <a:uLnTx/>
                <a:uFillTx/>
                <a:ea typeface="仿宋_GB2312" pitchFamily="49" charset="-122"/>
                <a:sym typeface="+mn-ea"/>
              </a:rPr>
              <a:t>；</a:t>
            </a:r>
            <a:endPar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endParaRPr>
          </a:p>
          <a:p>
            <a:pPr marL="1371600" marR="0" lvl="2" indent="-457200" algn="l" defTabSz="914400" rtl="0" eaLnBrk="1" fontAlgn="base" latinLnBrk="0" hangingPunct="1">
              <a:lnSpc>
                <a:spcPct val="90000"/>
              </a:lnSpc>
              <a:spcBef>
                <a:spcPct val="20000"/>
              </a:spcBef>
              <a:spcAft>
                <a:spcPct val="0"/>
              </a:spcAft>
              <a:buClr>
                <a:schemeClr val="accent1"/>
              </a:buClr>
              <a:buSzPct val="70000"/>
              <a:buFont typeface="Wingdings" panose="05000000000000000000" pitchFamily="2" charset="2"/>
              <a:buChar char="l"/>
              <a:defRPr/>
            </a:pPr>
            <a:r>
              <a:rPr lang="zh-CN" altLang="en-US" sz="1800" kern="0" noProof="0">
                <a:ln>
                  <a:noFill/>
                </a:ln>
                <a:effectLst>
                  <a:outerShdw blurRad="38100" dist="38100" dir="2700000" algn="tl">
                    <a:srgbClr val="C0C0C0"/>
                  </a:outerShdw>
                </a:effectLst>
                <a:uLnTx/>
                <a:uFillTx/>
                <a:ea typeface="仿宋_GB2312" pitchFamily="49" charset="-122"/>
                <a:sym typeface="+mn-ea"/>
              </a:rPr>
              <a:t>指明</a:t>
            </a:r>
            <a:r>
              <a:rPr lang="zh-CN" altLang="en-US" sz="1800" kern="0" noProof="0">
                <a:ln>
                  <a:noFill/>
                </a:ln>
                <a:solidFill>
                  <a:srgbClr val="CC3300"/>
                </a:solidFill>
                <a:effectLst>
                  <a:outerShdw blurRad="38100" dist="38100" dir="2700000" algn="tl">
                    <a:srgbClr val="C0C0C0"/>
                  </a:outerShdw>
                </a:effectLst>
                <a:uLnTx/>
                <a:uFillTx/>
                <a:ea typeface="仿宋_GB2312" pitchFamily="49" charset="-122"/>
                <a:sym typeface="+mn-ea"/>
              </a:rPr>
              <a:t>软件与其他系统元素的接口</a:t>
            </a:r>
            <a:r>
              <a:rPr lang="zh-CN" altLang="en-US" sz="1800" kern="0" noProof="0">
                <a:ln>
                  <a:noFill/>
                </a:ln>
                <a:effectLst>
                  <a:outerShdw blurRad="38100" dist="38100" dir="2700000" algn="tl">
                    <a:srgbClr val="C0C0C0"/>
                  </a:outerShdw>
                </a:effectLst>
                <a:uLnTx/>
                <a:uFillTx/>
                <a:ea typeface="仿宋_GB2312" pitchFamily="49" charset="-122"/>
                <a:sym typeface="+mn-ea"/>
              </a:rPr>
              <a:t>；</a:t>
            </a:r>
            <a:endPar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endParaRPr>
          </a:p>
          <a:p>
            <a:pPr marL="1371600" marR="0" lvl="2" indent="-457200" algn="l" defTabSz="914400" rtl="0" eaLnBrk="1" fontAlgn="base" latinLnBrk="0" hangingPunct="1">
              <a:lnSpc>
                <a:spcPct val="90000"/>
              </a:lnSpc>
              <a:spcBef>
                <a:spcPct val="20000"/>
              </a:spcBef>
              <a:spcAft>
                <a:spcPct val="0"/>
              </a:spcAft>
              <a:buClr>
                <a:schemeClr val="accent1"/>
              </a:buClr>
              <a:buSzPct val="70000"/>
              <a:buFont typeface="Wingdings" panose="05000000000000000000" pitchFamily="2" charset="2"/>
              <a:buChar char="l"/>
              <a:defRPr/>
            </a:pPr>
            <a:r>
              <a:rPr lang="zh-CN" altLang="en-US" sz="1800" kern="0" noProof="0">
                <a:ln>
                  <a:noFill/>
                </a:ln>
                <a:effectLst>
                  <a:outerShdw blurRad="38100" dist="38100" dir="2700000" algn="tl">
                    <a:srgbClr val="C0C0C0"/>
                  </a:outerShdw>
                </a:effectLst>
                <a:uLnTx/>
                <a:uFillTx/>
                <a:ea typeface="仿宋_GB2312" pitchFamily="49" charset="-122"/>
                <a:sym typeface="+mn-ea"/>
              </a:rPr>
              <a:t>建立</a:t>
            </a:r>
            <a:r>
              <a:rPr lang="zh-CN" altLang="en-US" sz="1800" kern="0" noProof="0">
                <a:ln>
                  <a:noFill/>
                </a:ln>
                <a:solidFill>
                  <a:srgbClr val="CC3300"/>
                </a:solidFill>
                <a:effectLst>
                  <a:outerShdw blurRad="38100" dist="38100" dir="2700000" algn="tl">
                    <a:srgbClr val="C0C0C0"/>
                  </a:outerShdw>
                </a:effectLst>
                <a:uLnTx/>
                <a:uFillTx/>
                <a:ea typeface="仿宋_GB2312" pitchFamily="49" charset="-122"/>
                <a:sym typeface="+mn-ea"/>
              </a:rPr>
              <a:t>软件必须满足的约束</a:t>
            </a:r>
            <a:r>
              <a:rPr lang="zh-CN" altLang="en-US" sz="1800" kern="0" noProof="0">
                <a:ln>
                  <a:noFill/>
                </a:ln>
                <a:effectLst>
                  <a:outerShdw blurRad="38100" dist="38100" dir="2700000" algn="tl">
                    <a:srgbClr val="C0C0C0"/>
                  </a:outerShdw>
                </a:effectLst>
                <a:uLnTx/>
                <a:uFillTx/>
                <a:ea typeface="仿宋_GB2312" pitchFamily="49" charset="-122"/>
                <a:sym typeface="+mn-ea"/>
              </a:rPr>
              <a:t>。</a:t>
            </a:r>
            <a:endPar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endParaRPr>
          </a:p>
          <a:p>
            <a:pPr marR="0" lvl="1" algn="l" defTabSz="914400" rtl="0" eaLnBrk="1" fontAlgn="base" latinLnBrk="0" hangingPunct="1">
              <a:lnSpc>
                <a:spcPct val="90000"/>
              </a:lnSpc>
              <a:spcBef>
                <a:spcPct val="20000"/>
              </a:spcBef>
              <a:buClr>
                <a:schemeClr val="tx2"/>
              </a:buClr>
              <a:buSzTx/>
              <a:buFont typeface="Wingdings" panose="05000000000000000000" pitchFamily="2" charset="2"/>
              <a:buNone/>
              <a:defRPr/>
            </a:pPr>
            <a:r>
              <a:rPr lang="en-US" altLang="zh-CN" sz="2200" kern="0" noProof="0">
                <a:ln>
                  <a:noFill/>
                </a:ln>
                <a:solidFill>
                  <a:srgbClr val="0070C0"/>
                </a:solidFill>
                <a:effectLst>
                  <a:outerShdw blurRad="38100" dist="38100" dir="2700000" algn="tl">
                    <a:srgbClr val="C0C0C0"/>
                  </a:outerShdw>
                </a:effectLst>
                <a:uLnTx/>
                <a:uFillTx/>
                <a:ea typeface="仿宋_GB2312" pitchFamily="49" charset="-122"/>
                <a:sym typeface="+mn-ea"/>
              </a:rPr>
              <a:t>2</a:t>
            </a:r>
            <a:r>
              <a:rPr lang="zh-CN" altLang="en-US" sz="2200" kern="0" noProof="0">
                <a:ln>
                  <a:noFill/>
                </a:ln>
                <a:solidFill>
                  <a:srgbClr val="0070C0"/>
                </a:solidFill>
                <a:effectLst>
                  <a:outerShdw blurRad="38100" dist="38100" dir="2700000" algn="tl">
                    <a:srgbClr val="C0C0C0"/>
                  </a:outerShdw>
                </a:effectLst>
                <a:uLnTx/>
                <a:uFillTx/>
                <a:ea typeface="仿宋_GB2312" pitchFamily="49" charset="-122"/>
                <a:sym typeface="+mn-ea"/>
              </a:rPr>
              <a:t>）需求建模</a:t>
            </a:r>
            <a:endParaRPr kumimoji="0" lang="zh-CN" altLang="en-US" sz="2200" b="1" i="0" u="none" strike="noStrike" kern="0" cap="none" spc="0" normalizeH="0" baseline="0" noProof="0">
              <a:ln>
                <a:noFill/>
              </a:ln>
              <a:solidFill>
                <a:srgbClr val="0070C0"/>
              </a:solidFill>
              <a:effectLst>
                <a:outerShdw blurRad="38100" dist="38100" dir="2700000" algn="tl">
                  <a:srgbClr val="C0C0C0"/>
                </a:outerShdw>
              </a:effectLst>
              <a:uLnTx/>
              <a:uFillTx/>
              <a:latin typeface="Times New Roman" panose="02020603050405020304" pitchFamily="18" charset="0"/>
              <a:ea typeface="仿宋_GB2312" pitchFamily="49" charset="-122"/>
            </a:endParaRPr>
          </a:p>
          <a:p>
            <a:pPr marL="990600" marR="0" lvl="1" indent="-533400" algn="l" defTabSz="914400" rtl="0" eaLnBrk="1" fontAlgn="base" latinLnBrk="0" hangingPunct="1">
              <a:lnSpc>
                <a:spcPct val="90000"/>
              </a:lnSpc>
              <a:spcBef>
                <a:spcPct val="20000"/>
              </a:spcBef>
              <a:spcAft>
                <a:spcPct val="0"/>
              </a:spcAft>
              <a:buClr>
                <a:schemeClr val="tx2"/>
              </a:buClr>
              <a:buSzPct val="70000"/>
              <a:buFont typeface="Wingdings" panose="05000000000000000000" pitchFamily="2" charset="2"/>
              <a:buNone/>
              <a:defRPr/>
            </a:pPr>
            <a:r>
              <a:rPr lang="zh-CN" altLang="en-US" sz="1800" kern="0" noProof="0">
                <a:ln>
                  <a:noFill/>
                </a:ln>
                <a:effectLst>
                  <a:outerShdw blurRad="38100" dist="38100" dir="2700000" algn="tl">
                    <a:srgbClr val="C0C0C0"/>
                  </a:outerShdw>
                </a:effectLst>
                <a:uLnTx/>
                <a:uFillTx/>
                <a:ea typeface="仿宋_GB2312" pitchFamily="49" charset="-122"/>
                <a:sym typeface="+mn-ea"/>
              </a:rPr>
              <a:t>	需求分析建立起来的模型为日后软件设计人员提供了可被翻译成</a:t>
            </a:r>
            <a:r>
              <a:rPr lang="zh-CN" altLang="en-US" sz="1800" kern="0" noProof="0">
                <a:ln>
                  <a:noFill/>
                </a:ln>
                <a:solidFill>
                  <a:srgbClr val="CC3300"/>
                </a:solidFill>
                <a:effectLst>
                  <a:outerShdw blurRad="38100" dist="38100" dir="2700000" algn="tl">
                    <a:srgbClr val="C0C0C0"/>
                  </a:outerShdw>
                </a:effectLst>
                <a:uLnTx/>
                <a:uFillTx/>
                <a:ea typeface="仿宋_GB2312" pitchFamily="49" charset="-122"/>
                <a:sym typeface="+mn-ea"/>
              </a:rPr>
              <a:t>数据</a:t>
            </a:r>
            <a:r>
              <a:rPr lang="zh-CN" altLang="en-US" sz="1800" kern="0" noProof="0">
                <a:ln>
                  <a:noFill/>
                </a:ln>
                <a:effectLst>
                  <a:outerShdw blurRad="38100" dist="38100" dir="2700000" algn="tl">
                    <a:srgbClr val="C0C0C0"/>
                  </a:outerShdw>
                </a:effectLst>
                <a:uLnTx/>
                <a:uFillTx/>
                <a:ea typeface="仿宋_GB2312" pitchFamily="49" charset="-122"/>
                <a:sym typeface="+mn-ea"/>
              </a:rPr>
              <a:t>、</a:t>
            </a:r>
            <a:r>
              <a:rPr lang="zh-CN" altLang="en-US" sz="1800" kern="0" noProof="0">
                <a:ln>
                  <a:noFill/>
                </a:ln>
                <a:solidFill>
                  <a:srgbClr val="CC3300"/>
                </a:solidFill>
                <a:effectLst>
                  <a:outerShdw blurRad="38100" dist="38100" dir="2700000" algn="tl">
                    <a:srgbClr val="C0C0C0"/>
                  </a:outerShdw>
                </a:effectLst>
                <a:uLnTx/>
                <a:uFillTx/>
                <a:ea typeface="仿宋_GB2312" pitchFamily="49" charset="-122"/>
                <a:sym typeface="+mn-ea"/>
              </a:rPr>
              <a:t>体系结构</a:t>
            </a:r>
            <a:r>
              <a:rPr lang="zh-CN" altLang="en-US" sz="1800" kern="0" noProof="0">
                <a:ln>
                  <a:noFill/>
                </a:ln>
                <a:effectLst>
                  <a:outerShdw blurRad="38100" dist="38100" dir="2700000" algn="tl">
                    <a:srgbClr val="C0C0C0"/>
                  </a:outerShdw>
                </a:effectLst>
                <a:uLnTx/>
                <a:uFillTx/>
                <a:ea typeface="仿宋_GB2312" pitchFamily="49" charset="-122"/>
                <a:sym typeface="+mn-ea"/>
              </a:rPr>
              <a:t>、</a:t>
            </a:r>
            <a:r>
              <a:rPr lang="zh-CN" altLang="en-US" sz="1800" kern="0" noProof="0">
                <a:ln>
                  <a:noFill/>
                </a:ln>
                <a:solidFill>
                  <a:srgbClr val="CC3300"/>
                </a:solidFill>
                <a:effectLst>
                  <a:outerShdw blurRad="38100" dist="38100" dir="2700000" algn="tl">
                    <a:srgbClr val="C0C0C0"/>
                  </a:outerShdw>
                </a:effectLst>
                <a:uLnTx/>
                <a:uFillTx/>
                <a:ea typeface="仿宋_GB2312" pitchFamily="49" charset="-122"/>
                <a:sym typeface="+mn-ea"/>
              </a:rPr>
              <a:t>接口</a:t>
            </a:r>
            <a:r>
              <a:rPr lang="zh-CN" altLang="en-US" sz="1800" kern="0" noProof="0">
                <a:ln>
                  <a:noFill/>
                </a:ln>
                <a:effectLst>
                  <a:outerShdw blurRad="38100" dist="38100" dir="2700000" algn="tl">
                    <a:srgbClr val="C0C0C0"/>
                  </a:outerShdw>
                </a:effectLst>
                <a:uLnTx/>
                <a:uFillTx/>
                <a:ea typeface="仿宋_GB2312" pitchFamily="49" charset="-122"/>
                <a:sym typeface="+mn-ea"/>
              </a:rPr>
              <a:t>和</a:t>
            </a:r>
            <a:r>
              <a:rPr lang="zh-CN" altLang="en-US" sz="1800" kern="0" noProof="0">
                <a:ln>
                  <a:noFill/>
                </a:ln>
                <a:solidFill>
                  <a:srgbClr val="CC3300"/>
                </a:solidFill>
                <a:effectLst>
                  <a:outerShdw blurRad="38100" dist="38100" dir="2700000" algn="tl">
                    <a:srgbClr val="C0C0C0"/>
                  </a:outerShdw>
                </a:effectLst>
                <a:uLnTx/>
                <a:uFillTx/>
                <a:ea typeface="仿宋_GB2312" pitchFamily="49" charset="-122"/>
                <a:sym typeface="+mn-ea"/>
              </a:rPr>
              <a:t>过程</a:t>
            </a:r>
            <a:r>
              <a:rPr lang="zh-CN" altLang="en-US" sz="1800" kern="0" noProof="0">
                <a:ln>
                  <a:noFill/>
                </a:ln>
                <a:effectLst>
                  <a:outerShdw blurRad="38100" dist="38100" dir="2700000" algn="tl">
                    <a:srgbClr val="C0C0C0"/>
                  </a:outerShdw>
                </a:effectLst>
                <a:uLnTx/>
                <a:uFillTx/>
                <a:ea typeface="仿宋_GB2312" pitchFamily="49" charset="-122"/>
                <a:sym typeface="+mn-ea"/>
              </a:rPr>
              <a:t>设计的模型。</a:t>
            </a:r>
            <a:endParaRPr lang="zh-CN" altLang="en-US" sz="1800" kern="0" noProof="0">
              <a:ln>
                <a:noFill/>
              </a:ln>
              <a:effectLst>
                <a:outerShdw blurRad="38100" dist="38100" dir="2700000" algn="tl">
                  <a:srgbClr val="C0C0C0"/>
                </a:outerShdw>
              </a:effectLst>
              <a:uLnTx/>
              <a:uFillTx/>
              <a:ea typeface="仿宋_GB2312" pitchFamily="49" charset="-122"/>
              <a:sym typeface="+mn-ea"/>
            </a:endParaRPr>
          </a:p>
          <a:p>
            <a:pPr marR="0" lvl="1" algn="l" defTabSz="914400" rtl="0" eaLnBrk="1" fontAlgn="base" latinLnBrk="0" hangingPunct="1">
              <a:lnSpc>
                <a:spcPct val="90000"/>
              </a:lnSpc>
              <a:spcBef>
                <a:spcPct val="20000"/>
              </a:spcBef>
              <a:buClr>
                <a:schemeClr val="tx2"/>
              </a:buClr>
              <a:buSzTx/>
              <a:buFont typeface="Wingdings" panose="05000000000000000000" pitchFamily="2" charset="2"/>
              <a:buNone/>
              <a:defRPr/>
            </a:pPr>
            <a:r>
              <a:rPr lang="en-US" altLang="zh-CN" sz="2200" kern="0" noProof="0">
                <a:ln>
                  <a:noFill/>
                </a:ln>
                <a:solidFill>
                  <a:srgbClr val="0070C0"/>
                </a:solidFill>
                <a:effectLst>
                  <a:outerShdw blurRad="38100" dist="38100" dir="2700000" algn="tl">
                    <a:srgbClr val="C0C0C0"/>
                  </a:outerShdw>
                </a:effectLst>
                <a:uLnTx/>
                <a:uFillTx/>
                <a:ea typeface="仿宋_GB2312" pitchFamily="49" charset="-122"/>
                <a:sym typeface="+mn-ea"/>
              </a:rPr>
              <a:t>3</a:t>
            </a:r>
            <a:r>
              <a:rPr lang="zh-CN" altLang="en-US" sz="2200" kern="0" noProof="0">
                <a:ln>
                  <a:noFill/>
                </a:ln>
                <a:solidFill>
                  <a:srgbClr val="0070C0"/>
                </a:solidFill>
                <a:effectLst>
                  <a:outerShdw blurRad="38100" dist="38100" dir="2700000" algn="tl">
                    <a:srgbClr val="C0C0C0"/>
                  </a:outerShdw>
                </a:effectLst>
                <a:uLnTx/>
                <a:uFillTx/>
                <a:ea typeface="仿宋_GB2312" pitchFamily="49" charset="-122"/>
                <a:sym typeface="+mn-ea"/>
              </a:rPr>
              <a:t>）需求规格说明</a:t>
            </a:r>
            <a:endParaRPr kumimoji="0" lang="zh-CN" altLang="en-US" sz="2200" b="1" i="0" u="none" strike="noStrike" kern="0" cap="none" spc="0" normalizeH="0" baseline="0" noProof="0">
              <a:ln>
                <a:noFill/>
              </a:ln>
              <a:solidFill>
                <a:srgbClr val="0070C0"/>
              </a:solidFill>
              <a:effectLst>
                <a:outerShdw blurRad="38100" dist="38100" dir="2700000" algn="tl">
                  <a:srgbClr val="C0C0C0"/>
                </a:outerShdw>
              </a:effectLst>
              <a:uLnTx/>
              <a:uFillTx/>
              <a:latin typeface="Times New Roman" panose="02020603050405020304" pitchFamily="18" charset="0"/>
              <a:ea typeface="仿宋_GB2312" pitchFamily="49" charset="-122"/>
            </a:endParaRPr>
          </a:p>
          <a:p>
            <a:pPr marL="990600" marR="0" lvl="1" indent="-533400" algn="l" defTabSz="914400" rtl="0" eaLnBrk="1" fontAlgn="base" latinLnBrk="0" hangingPunct="1">
              <a:lnSpc>
                <a:spcPct val="105000"/>
              </a:lnSpc>
              <a:spcBef>
                <a:spcPct val="20000"/>
              </a:spcBef>
              <a:spcAft>
                <a:spcPct val="0"/>
              </a:spcAft>
              <a:buClr>
                <a:schemeClr val="tx2"/>
              </a:buClr>
              <a:buSzTx/>
              <a:buFont typeface="Wingdings" panose="05000000000000000000" pitchFamily="2" charset="2"/>
              <a:buNone/>
              <a:defRPr/>
            </a:pPr>
            <a:r>
              <a:rPr lang="zh-CN" altLang="en-US" sz="1800" kern="0" noProof="0">
                <a:ln>
                  <a:noFill/>
                </a:ln>
                <a:effectLst>
                  <a:outerShdw blurRad="38100" dist="38100" dir="2700000" algn="tl">
                    <a:srgbClr val="C0C0C0"/>
                  </a:outerShdw>
                </a:effectLst>
                <a:uLnTx/>
                <a:uFillTx/>
                <a:ea typeface="仿宋_GB2312" pitchFamily="49" charset="-122"/>
                <a:sym typeface="+mn-ea"/>
              </a:rPr>
              <a:t>	需求规格说明为开发人员和用户提供软件开发完成时质量评价的依据</a:t>
            </a:r>
            <a:r>
              <a:rPr lang="zh-CN" altLang="en-US" sz="1800" b="0" kern="0" noProof="0">
                <a:ln>
                  <a:noFill/>
                </a:ln>
                <a:effectLst/>
                <a:uLnTx/>
                <a:uFillTx/>
                <a:ea typeface="+mn-ea"/>
                <a:sym typeface="+mn-ea"/>
              </a:rPr>
              <a:t>。</a:t>
            </a:r>
            <a:endParaRPr lang="zh-CN" altLang="en-US" sz="1800" b="0" kern="0" noProof="0">
              <a:ln>
                <a:noFill/>
              </a:ln>
              <a:effectLst/>
              <a:uLnTx/>
              <a:uFillTx/>
              <a:ea typeface="+mn-ea"/>
              <a:sym typeface="+mn-ea"/>
            </a:endParaRPr>
          </a:p>
          <a:p>
            <a:pPr marR="0" lvl="1" algn="l" defTabSz="914400" rtl="0" eaLnBrk="1" fontAlgn="base" latinLnBrk="0" hangingPunct="1">
              <a:lnSpc>
                <a:spcPct val="90000"/>
              </a:lnSpc>
              <a:spcBef>
                <a:spcPct val="20000"/>
              </a:spcBef>
              <a:buClr>
                <a:schemeClr val="tx2"/>
              </a:buClr>
              <a:buSzTx/>
              <a:buFont typeface="Wingdings" panose="05000000000000000000" pitchFamily="2" charset="2"/>
              <a:buNone/>
              <a:defRPr/>
            </a:pPr>
            <a:r>
              <a:rPr lang="en-US" altLang="zh-CN" sz="2200" kern="0" noProof="0">
                <a:ln>
                  <a:noFill/>
                </a:ln>
                <a:solidFill>
                  <a:srgbClr val="0070C0"/>
                </a:solidFill>
                <a:effectLst>
                  <a:outerShdw blurRad="38100" dist="38100" dir="2700000" algn="tl">
                    <a:srgbClr val="C0C0C0"/>
                  </a:outerShdw>
                </a:effectLst>
                <a:uLnTx/>
                <a:uFillTx/>
                <a:ea typeface="仿宋_GB2312" pitchFamily="49" charset="-122"/>
                <a:sym typeface="+mn-ea"/>
              </a:rPr>
              <a:t>4</a:t>
            </a:r>
            <a:r>
              <a:rPr lang="zh-CN" altLang="en-US" sz="2200" kern="0" noProof="0">
                <a:ln>
                  <a:noFill/>
                </a:ln>
                <a:solidFill>
                  <a:srgbClr val="0070C0"/>
                </a:solidFill>
                <a:effectLst>
                  <a:outerShdw blurRad="38100" dist="38100" dir="2700000" algn="tl">
                    <a:srgbClr val="C0C0C0"/>
                  </a:outerShdw>
                </a:effectLst>
                <a:uLnTx/>
                <a:uFillTx/>
                <a:ea typeface="仿宋_GB2312" pitchFamily="49" charset="-122"/>
                <a:sym typeface="+mn-ea"/>
              </a:rPr>
              <a:t>）需求评审</a:t>
            </a:r>
            <a:endParaRPr kumimoji="0" lang="zh-CN" altLang="en-US" sz="2200" b="1" i="0" u="none" strike="noStrike" kern="0" cap="none" spc="0" normalizeH="0" baseline="0" noProof="0">
              <a:ln>
                <a:noFill/>
              </a:ln>
              <a:solidFill>
                <a:srgbClr val="0070C0"/>
              </a:solidFill>
              <a:effectLst>
                <a:outerShdw blurRad="38100" dist="38100" dir="2700000" algn="tl">
                  <a:srgbClr val="C0C0C0"/>
                </a:outerShdw>
              </a:effectLst>
              <a:uLnTx/>
              <a:uFillTx/>
              <a:latin typeface="Times New Roman" panose="02020603050405020304" pitchFamily="18" charset="0"/>
              <a:ea typeface="仿宋_GB2312" pitchFamily="49" charset="-122"/>
            </a:endParaRPr>
          </a:p>
          <a:p>
            <a:pPr marR="0" lvl="2" algn="l" defTabSz="914400" rtl="0" eaLnBrk="1" fontAlgn="base" latinLnBrk="0" hangingPunct="1">
              <a:lnSpc>
                <a:spcPct val="105000"/>
              </a:lnSpc>
              <a:spcBef>
                <a:spcPct val="20000"/>
              </a:spcBef>
              <a:spcAft>
                <a:spcPct val="0"/>
              </a:spcAft>
              <a:buClr>
                <a:schemeClr val="accent1"/>
              </a:buClr>
              <a:buSzTx/>
              <a:buFont typeface="Arial" panose="020B0604020202020204" pitchFamily="34" charset="0"/>
              <a:buChar char="•"/>
              <a:defRPr/>
            </a:pPr>
            <a:r>
              <a:rPr lang="zh-CN" altLang="en-US" sz="1800" kern="0" noProof="0">
                <a:ln>
                  <a:noFill/>
                </a:ln>
                <a:effectLst>
                  <a:outerShdw blurRad="38100" dist="38100" dir="2700000" algn="tl">
                    <a:srgbClr val="C0C0C0"/>
                  </a:outerShdw>
                </a:effectLst>
                <a:uLnTx/>
                <a:uFillTx/>
                <a:ea typeface="仿宋_GB2312" pitchFamily="49" charset="-122"/>
                <a:sym typeface="+mn-ea"/>
              </a:rPr>
              <a:t>需求分析研究的对象是</a:t>
            </a:r>
            <a:r>
              <a:rPr lang="zh-CN" altLang="en-US" sz="1800" kern="0" noProof="0">
                <a:ln>
                  <a:noFill/>
                </a:ln>
                <a:solidFill>
                  <a:srgbClr val="CC3300"/>
                </a:solidFill>
                <a:effectLst>
                  <a:outerShdw blurRad="38100" dist="38100" dir="2700000" algn="tl">
                    <a:srgbClr val="C0C0C0"/>
                  </a:outerShdw>
                </a:effectLst>
                <a:uLnTx/>
                <a:uFillTx/>
                <a:ea typeface="仿宋_GB2312" pitchFamily="49" charset="-122"/>
                <a:sym typeface="+mn-ea"/>
              </a:rPr>
              <a:t>用户的要求</a:t>
            </a:r>
            <a:r>
              <a:rPr lang="zh-CN" altLang="en-US" sz="1800" kern="0" noProof="0">
                <a:ln>
                  <a:noFill/>
                </a:ln>
                <a:effectLst>
                  <a:outerShdw blurRad="38100" dist="38100" dir="2700000" algn="tl">
                    <a:srgbClr val="C0C0C0"/>
                  </a:outerShdw>
                </a:effectLst>
                <a:uLnTx/>
                <a:uFillTx/>
                <a:ea typeface="仿宋_GB2312" pitchFamily="49" charset="-122"/>
                <a:sym typeface="+mn-ea"/>
              </a:rPr>
              <a:t>。</a:t>
            </a:r>
            <a:endPar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endParaRPr>
          </a:p>
          <a:p>
            <a:pPr marR="0" lvl="2" algn="l" defTabSz="914400" rtl="0" eaLnBrk="1" fontAlgn="base" latinLnBrk="0" hangingPunct="1">
              <a:lnSpc>
                <a:spcPct val="105000"/>
              </a:lnSpc>
              <a:spcBef>
                <a:spcPct val="20000"/>
              </a:spcBef>
              <a:spcAft>
                <a:spcPct val="0"/>
              </a:spcAft>
              <a:buClr>
                <a:schemeClr val="accent1"/>
              </a:buClr>
              <a:buSzTx/>
              <a:defRPr/>
            </a:pPr>
            <a:r>
              <a:rPr lang="zh-CN" altLang="en-US" sz="1800" kern="0" noProof="0">
                <a:ln>
                  <a:noFill/>
                </a:ln>
                <a:effectLst>
                  <a:outerShdw blurRad="38100" dist="38100" dir="2700000" algn="tl">
                    <a:srgbClr val="C0C0C0"/>
                  </a:outerShdw>
                </a:effectLst>
                <a:uLnTx/>
                <a:uFillTx/>
                <a:ea typeface="仿宋_GB2312" pitchFamily="49" charset="-122"/>
                <a:sym typeface="+mn-ea"/>
              </a:rPr>
              <a:t>必须</a:t>
            </a:r>
            <a:r>
              <a:rPr lang="zh-CN" altLang="en-US" sz="1800" kern="0" noProof="0">
                <a:ln>
                  <a:noFill/>
                </a:ln>
                <a:solidFill>
                  <a:srgbClr val="CC3300"/>
                </a:solidFill>
                <a:effectLst>
                  <a:outerShdw blurRad="38100" dist="38100" dir="2700000" algn="tl">
                    <a:srgbClr val="C0C0C0"/>
                  </a:outerShdw>
                </a:effectLst>
                <a:uLnTx/>
                <a:uFillTx/>
                <a:ea typeface="仿宋_GB2312" pitchFamily="49" charset="-122"/>
                <a:sym typeface="+mn-ea"/>
              </a:rPr>
              <a:t>全面理解</a:t>
            </a:r>
            <a:r>
              <a:rPr lang="zh-CN" altLang="en-US" sz="1800" kern="0" noProof="0">
                <a:ln>
                  <a:noFill/>
                </a:ln>
                <a:effectLst>
                  <a:outerShdw blurRad="38100" dist="38100" dir="2700000" algn="tl">
                    <a:srgbClr val="C0C0C0"/>
                  </a:outerShdw>
                </a:effectLst>
                <a:uLnTx/>
                <a:uFillTx/>
                <a:ea typeface="仿宋_GB2312" pitchFamily="49" charset="-122"/>
                <a:sym typeface="+mn-ea"/>
              </a:rPr>
              <a:t>用户的各项要求，</a:t>
            </a:r>
            <a:r>
              <a:rPr lang="zh-CN" altLang="en-US" sz="1800" kern="0" noProof="0">
                <a:ln>
                  <a:noFill/>
                </a:ln>
                <a:solidFill>
                  <a:srgbClr val="CC3300"/>
                </a:solidFill>
                <a:effectLst>
                  <a:outerShdw blurRad="38100" dist="38100" dir="2700000" algn="tl">
                    <a:srgbClr val="C0C0C0"/>
                  </a:outerShdw>
                </a:effectLst>
                <a:uLnTx/>
                <a:uFillTx/>
                <a:ea typeface="仿宋_GB2312" pitchFamily="49" charset="-122"/>
                <a:sym typeface="+mn-ea"/>
              </a:rPr>
              <a:t>准确表达</a:t>
            </a:r>
            <a:r>
              <a:rPr lang="zh-CN" altLang="en-US" sz="1800" kern="0" noProof="0">
                <a:ln>
                  <a:noFill/>
                </a:ln>
                <a:effectLst>
                  <a:outerShdw blurRad="38100" dist="38100" dir="2700000" algn="tl">
                    <a:srgbClr val="C0C0C0"/>
                  </a:outerShdw>
                </a:effectLst>
                <a:uLnTx/>
                <a:uFillTx/>
                <a:ea typeface="仿宋_GB2312" pitchFamily="49" charset="-122"/>
                <a:sym typeface="+mn-ea"/>
              </a:rPr>
              <a:t>被接受的用户要求。</a:t>
            </a:r>
            <a:endPar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endParaRPr>
          </a:p>
          <a:p>
            <a:pPr marR="0" lvl="2" algn="l" defTabSz="914400" rtl="0" eaLnBrk="1" fontAlgn="base" latinLnBrk="0" hangingPunct="1">
              <a:lnSpc>
                <a:spcPct val="105000"/>
              </a:lnSpc>
              <a:spcBef>
                <a:spcPct val="20000"/>
              </a:spcBef>
              <a:spcAft>
                <a:spcPct val="0"/>
              </a:spcAft>
              <a:buClr>
                <a:schemeClr val="accent1"/>
              </a:buClr>
              <a:buSzTx/>
              <a:defRPr/>
            </a:pPr>
            <a:r>
              <a:rPr lang="zh-CN" altLang="en-US" sz="1800" kern="0" noProof="0">
                <a:ln>
                  <a:noFill/>
                </a:ln>
                <a:effectLst>
                  <a:outerShdw blurRad="38100" dist="38100" dir="2700000" algn="tl">
                    <a:srgbClr val="C0C0C0"/>
                  </a:outerShdw>
                </a:effectLst>
                <a:uLnTx/>
                <a:uFillTx/>
                <a:ea typeface="仿宋_GB2312" pitchFamily="49" charset="-122"/>
                <a:sym typeface="+mn-ea"/>
              </a:rPr>
              <a:t>只有经过确切描述的软件需求才能成为软件设计的基础。</a:t>
            </a:r>
            <a:r>
              <a:rPr lang="zh-CN" altLang="en-US" sz="1800" b="0" kern="0" noProof="0">
                <a:ln>
                  <a:noFill/>
                </a:ln>
                <a:effectLst/>
                <a:uLnTx/>
                <a:uFillTx/>
                <a:ea typeface="+mn-ea"/>
                <a:sym typeface="+mn-ea"/>
              </a:rPr>
              <a:t> 	</a:t>
            </a:r>
            <a:endParaRPr kumimoji="0" lang="zh-CN" altLang="en-US" sz="1800" b="0" i="0" u="none" strike="noStrike" kern="0" cap="none" spc="0" normalizeH="0" baseline="0" noProof="0">
              <a:ln>
                <a:noFill/>
              </a:ln>
              <a:solidFill>
                <a:schemeClr val="tx1"/>
              </a:solidFill>
              <a:effectLst/>
              <a:uLnTx/>
              <a:uFillTx/>
              <a:latin typeface="Times New Roman" panose="02020603050405020304" pitchFamily="18" charset="0"/>
              <a:ea typeface="+mn-ea"/>
            </a:endParaRPr>
          </a:p>
          <a:p>
            <a:pPr marL="990600" marR="0" lvl="1" indent="-533400" algn="l" defTabSz="914400" rtl="0" eaLnBrk="1" fontAlgn="base" latinLnBrk="0" hangingPunct="1">
              <a:lnSpc>
                <a:spcPct val="105000"/>
              </a:lnSpc>
              <a:spcBef>
                <a:spcPct val="20000"/>
              </a:spcBef>
              <a:spcAft>
                <a:spcPct val="0"/>
              </a:spcAft>
              <a:buClr>
                <a:schemeClr val="tx2"/>
              </a:buClr>
              <a:buSzTx/>
              <a:buFont typeface="Wingdings" panose="05000000000000000000" pitchFamily="2" charset="2"/>
              <a:buNone/>
              <a:defRPr/>
            </a:pPr>
            <a:endParaRPr kumimoji="0" lang="zh-CN" altLang="en-US" sz="2200" b="0" i="0" u="none" strike="noStrike" kern="0" cap="none" spc="0" normalizeH="0" baseline="0" noProof="0">
              <a:ln>
                <a:noFill/>
              </a:ln>
              <a:solidFill>
                <a:schemeClr val="tx1"/>
              </a:solidFill>
              <a:effectLst/>
              <a:uLnTx/>
              <a:uFillTx/>
              <a:latin typeface="Times New Roman" panose="02020603050405020304" pitchFamily="18" charset="0"/>
              <a:ea typeface="+mn-ea"/>
            </a:endParaRPr>
          </a:p>
          <a:p>
            <a:pPr marL="990600" marR="0" lvl="1" indent="-533400" algn="l" defTabSz="914400" rtl="0" eaLnBrk="1" fontAlgn="base" latinLnBrk="0" hangingPunct="1">
              <a:lnSpc>
                <a:spcPct val="90000"/>
              </a:lnSpc>
              <a:spcBef>
                <a:spcPct val="20000"/>
              </a:spcBef>
              <a:spcAft>
                <a:spcPct val="0"/>
              </a:spcAft>
              <a:buClr>
                <a:schemeClr val="tx2"/>
              </a:buClr>
              <a:buSzPct val="70000"/>
              <a:buFont typeface="Wingdings" panose="05000000000000000000" pitchFamily="2" charset="2"/>
              <a:buNone/>
              <a:defRPr/>
            </a:pPr>
            <a:endParaRPr lang="zh-CN" altLang="en-US" sz="2200" kern="0" noProof="0">
              <a:ln>
                <a:noFill/>
              </a:ln>
              <a:effectLst>
                <a:outerShdw blurRad="38100" dist="38100" dir="2700000" algn="tl">
                  <a:srgbClr val="C0C0C0"/>
                </a:outerShdw>
              </a:effectLst>
              <a:uLnTx/>
              <a:uFillTx/>
              <a:ea typeface="仿宋_GB2312" pitchFamily="49"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4.1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需求分析</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Char char="•"/>
            </a:pPr>
            <a:fld id="{9A0DB2DC-4C9A-4742-B13C-FB6460FD3503}" type="slidenum">
              <a:rPr lang="zh-CN" altLang="en-US" sz="1400" dirty="0">
                <a:solidFill>
                  <a:srgbClr val="FFFFFF"/>
                </a:solidFill>
                <a:ea typeface="宋体" panose="02010600030101010101" pitchFamily="2" charset="-122"/>
              </a:rPr>
            </a:fld>
            <a:endParaRPr lang="zh-CN" altLang="en-US" sz="1400" dirty="0">
              <a:solidFill>
                <a:srgbClr val="FFFFFF"/>
              </a:solidFill>
              <a:ea typeface="宋体" panose="02010600030101010101" pitchFamily="2" charset="-122"/>
            </a:endParaRPr>
          </a:p>
        </p:txBody>
      </p:sp>
      <p:sp>
        <p:nvSpPr>
          <p:cNvPr id="5" name="Rectangle 2"/>
          <p:cNvSpPr>
            <a:spLocks noGrp="1" noChangeArrowheads="1"/>
          </p:cNvSpPr>
          <p:nvPr>
            <p:ph idx="1"/>
          </p:nvPr>
        </p:nvSpPr>
        <p:spPr>
          <a:xfrm>
            <a:off x="795338" y="1374775"/>
            <a:ext cx="7510463" cy="4416425"/>
          </a:xfrm>
        </p:spPr>
        <p:txBody>
          <a:bodyPr vert="horz" wrap="square" lIns="91440" tIns="45720" rIns="91440" bIns="45720" numCol="1" anchor="t" anchorCtr="0" compatLnSpc="1"/>
          <a:lstStyle/>
          <a:p>
            <a:pPr marL="609600" marR="0" lvl="0" indent="-609600" algn="l" defTabSz="914400" rtl="0" eaLnBrk="1" fontAlgn="base" latinLnBrk="0" hangingPunct="1">
              <a:lnSpc>
                <a:spcPct val="105000"/>
              </a:lnSpc>
              <a:spcBef>
                <a:spcPct val="20000"/>
              </a:spcBef>
              <a:spcAft>
                <a:spcPct val="0"/>
              </a:spcAft>
              <a:buClr>
                <a:srgbClr val="990099"/>
              </a:buClr>
              <a:buSzPct val="55000"/>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需求分析的过程可以分成四个阶段：</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609600" marR="0" lvl="0" indent="-609600" algn="l" defTabSz="914400" rtl="0" eaLnBrk="1" fontAlgn="base" latinLnBrk="0" hangingPunct="1">
              <a:lnSpc>
                <a:spcPct val="105000"/>
              </a:lnSpc>
              <a:spcBef>
                <a:spcPct val="20000"/>
              </a:spcBef>
              <a:spcAft>
                <a:spcPct val="0"/>
              </a:spcAft>
              <a:buClr>
                <a:srgbClr val="990099"/>
              </a:buClr>
              <a:buSzPct val="55000"/>
              <a:buFont typeface="Wingdings" panose="05000000000000000000" pitchFamily="2" charset="2"/>
              <a:buChar char="n"/>
              <a:defRPr/>
            </a:pP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609600" marR="0" lvl="0" indent="-60960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AutoNum type="arabicParenR"/>
              <a:defRPr/>
            </a:pPr>
            <a:r>
              <a:rPr kumimoji="0" lang="zh-CN" altLang="en-US" sz="2200" b="1"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问题识别（需求获取）</a:t>
            </a:r>
            <a:endParaRPr kumimoji="0" lang="zh-CN" altLang="en-US" sz="2200" b="1"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609600" marR="0" lvl="0" indent="-609600" algn="l"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AutoNum type="arabicParenR"/>
              <a:defRPr/>
            </a:pPr>
            <a:endParaRPr kumimoji="0" lang="zh-CN" altLang="en-US" sz="2200" b="1"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990600" marR="0" lvl="1" indent="-533400" algn="l" defTabSz="914400" rtl="0" eaLnBrk="1" fontAlgn="base" latinLnBrk="0" hangingPunct="1">
              <a:lnSpc>
                <a:spcPct val="105000"/>
              </a:lnSpc>
              <a:spcBef>
                <a:spcPct val="20000"/>
              </a:spcBef>
              <a:spcAft>
                <a:spcPct val="0"/>
              </a:spcAft>
              <a:buClr>
                <a:schemeClr val="accent2"/>
              </a:buClr>
              <a:buSzPct val="85000"/>
              <a:buFont typeface="Wingdings" panose="05000000000000000000" pitchFamily="2" charset="2"/>
              <a:buChar char="l"/>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研究系统的</a:t>
            </a:r>
            <a:r>
              <a:rPr kumimoji="0" lang="zh-CN" altLang="en-US" sz="2200" b="1" i="0" u="none" strike="noStrike" kern="0" cap="none" spc="0" normalizeH="0" baseline="0" noProof="0">
                <a:ln>
                  <a:noFill/>
                </a:ln>
                <a:solidFill>
                  <a:srgbClr val="CC3300"/>
                </a:solidFill>
                <a:effectLst>
                  <a:outerShdw blurRad="38100" dist="38100" dir="2700000" algn="tl">
                    <a:srgbClr val="C0C0C0"/>
                  </a:outerShdw>
                </a:effectLst>
                <a:uLnTx/>
                <a:uFillTx/>
                <a:latin typeface="Times New Roman" panose="02020603050405020304" pitchFamily="18" charset="0"/>
                <a:ea typeface="仿宋_GB2312" pitchFamily="49" charset="-122"/>
              </a:rPr>
              <a:t>可行性分析报告</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和</a:t>
            </a:r>
            <a:r>
              <a:rPr kumimoji="0" lang="zh-CN" altLang="en-US" sz="2200" b="1" i="0" u="none" strike="noStrike" kern="0" cap="none" spc="0" normalizeH="0" baseline="0" noProof="0">
                <a:ln>
                  <a:noFill/>
                </a:ln>
                <a:solidFill>
                  <a:srgbClr val="CC3300"/>
                </a:solidFill>
                <a:effectLst>
                  <a:outerShdw blurRad="38100" dist="38100" dir="2700000" algn="tl">
                    <a:srgbClr val="C0C0C0"/>
                  </a:outerShdw>
                </a:effectLst>
                <a:uLnTx/>
                <a:uFillTx/>
                <a:latin typeface="Times New Roman" panose="02020603050405020304" pitchFamily="18" charset="0"/>
                <a:ea typeface="仿宋_GB2312" pitchFamily="49" charset="-122"/>
              </a:rPr>
              <a:t>软件项目实施计划</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endParaRPr>
          </a:p>
          <a:p>
            <a:pPr marL="990600" marR="0" lvl="1" indent="-533400" algn="l" defTabSz="914400" rtl="0" eaLnBrk="1" fontAlgn="base" latinLnBrk="0" hangingPunct="1">
              <a:lnSpc>
                <a:spcPct val="105000"/>
              </a:lnSpc>
              <a:spcBef>
                <a:spcPct val="20000"/>
              </a:spcBef>
              <a:spcAft>
                <a:spcPct val="0"/>
              </a:spcAft>
              <a:buClr>
                <a:schemeClr val="accent2"/>
              </a:buClr>
              <a:buSzPct val="85000"/>
              <a:buFont typeface="Wingdings" panose="05000000000000000000" pitchFamily="2" charset="2"/>
              <a:buChar char="l"/>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从系统角度来理解软件并评审用于产生计划估算的</a:t>
            </a:r>
            <a:r>
              <a:rPr kumimoji="0" lang="zh-CN" altLang="en-US" sz="2200" b="1" i="0" u="none" strike="noStrike" kern="0" cap="none" spc="0" normalizeH="0" baseline="0" noProof="0">
                <a:ln>
                  <a:noFill/>
                </a:ln>
                <a:solidFill>
                  <a:srgbClr val="CC3300"/>
                </a:solidFill>
                <a:effectLst>
                  <a:outerShdw blurRad="38100" dist="38100" dir="2700000" algn="tl">
                    <a:srgbClr val="C0C0C0"/>
                  </a:outerShdw>
                </a:effectLst>
                <a:uLnTx/>
                <a:uFillTx/>
                <a:latin typeface="Times New Roman" panose="02020603050405020304" pitchFamily="18" charset="0"/>
                <a:ea typeface="仿宋_GB2312" pitchFamily="49" charset="-122"/>
              </a:rPr>
              <a:t>软件范围是否恰当</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endParaRPr>
          </a:p>
          <a:p>
            <a:pPr marL="990600" marR="0" lvl="1" indent="-533400" algn="l" defTabSz="914400" rtl="0" eaLnBrk="1" fontAlgn="base" latinLnBrk="0" hangingPunct="1">
              <a:lnSpc>
                <a:spcPct val="105000"/>
              </a:lnSpc>
              <a:spcBef>
                <a:spcPct val="20000"/>
              </a:spcBef>
              <a:spcAft>
                <a:spcPct val="0"/>
              </a:spcAft>
              <a:buClr>
                <a:schemeClr val="accent2"/>
              </a:buClr>
              <a:buSzPct val="85000"/>
              <a:buFont typeface="Wingdings" panose="05000000000000000000" pitchFamily="2" charset="2"/>
              <a:buChar char="l"/>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确定</a:t>
            </a:r>
            <a:r>
              <a:rPr kumimoji="0" lang="zh-CN" altLang="en-US" sz="2200" b="1" i="0" u="none" strike="noStrike" kern="0" cap="none" spc="0" normalizeH="0" baseline="0" noProof="0">
                <a:ln>
                  <a:noFill/>
                </a:ln>
                <a:solidFill>
                  <a:srgbClr val="CC3300"/>
                </a:solidFill>
                <a:effectLst>
                  <a:outerShdw blurRad="38100" dist="38100" dir="2700000" algn="tl">
                    <a:srgbClr val="C0C0C0"/>
                  </a:outerShdw>
                </a:effectLst>
                <a:uLnTx/>
                <a:uFillTx/>
                <a:latin typeface="Times New Roman" panose="02020603050405020304" pitchFamily="18" charset="0"/>
                <a:ea typeface="仿宋_GB2312" pitchFamily="49" charset="-122"/>
              </a:rPr>
              <a:t>对目标系统的需求</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endParaRPr>
          </a:p>
          <a:p>
            <a:pPr marL="990600" marR="0" lvl="1" indent="-533400" algn="l" defTabSz="914400" rtl="0" eaLnBrk="1" fontAlgn="base" latinLnBrk="0" hangingPunct="1">
              <a:lnSpc>
                <a:spcPct val="105000"/>
              </a:lnSpc>
              <a:spcBef>
                <a:spcPct val="20000"/>
              </a:spcBef>
              <a:spcAft>
                <a:spcPct val="0"/>
              </a:spcAft>
              <a:buClr>
                <a:schemeClr val="accent2"/>
              </a:buClr>
              <a:buSzPct val="85000"/>
              <a:buFont typeface="Wingdings" panose="05000000000000000000" pitchFamily="2" charset="2"/>
              <a:buChar char="l"/>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提出这些</a:t>
            </a:r>
            <a:r>
              <a:rPr kumimoji="0" lang="zh-CN" altLang="en-US" sz="2200" b="1" i="0" u="none" strike="noStrike" kern="0" cap="none" spc="0" normalizeH="0" baseline="0" noProof="0">
                <a:ln>
                  <a:noFill/>
                </a:ln>
                <a:solidFill>
                  <a:srgbClr val="CC3300"/>
                </a:solidFill>
                <a:effectLst>
                  <a:outerShdw blurRad="38100" dist="38100" dir="2700000" algn="tl">
                    <a:srgbClr val="C0C0C0"/>
                  </a:outerShdw>
                </a:effectLst>
                <a:uLnTx/>
                <a:uFillTx/>
                <a:latin typeface="Times New Roman" panose="02020603050405020304" pitchFamily="18" charset="0"/>
                <a:ea typeface="仿宋_GB2312" pitchFamily="49" charset="-122"/>
              </a:rPr>
              <a:t>需求实现条件</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，以及</a:t>
            </a:r>
            <a:r>
              <a:rPr kumimoji="0" lang="zh-CN" altLang="en-US" sz="2200" b="1" i="0" u="none" strike="noStrike" kern="0" cap="none" spc="0" normalizeH="0" baseline="0" noProof="0">
                <a:ln>
                  <a:noFill/>
                </a:ln>
                <a:solidFill>
                  <a:srgbClr val="CC3300"/>
                </a:solidFill>
                <a:effectLst>
                  <a:outerShdw blurRad="38100" dist="38100" dir="2700000" algn="tl">
                    <a:srgbClr val="C0C0C0"/>
                  </a:outerShdw>
                </a:effectLst>
                <a:uLnTx/>
                <a:uFillTx/>
                <a:latin typeface="Times New Roman" panose="02020603050405020304" pitchFamily="18" charset="0"/>
                <a:ea typeface="仿宋_GB2312" pitchFamily="49" charset="-122"/>
              </a:rPr>
              <a:t>需求应达到的标准</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4.1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需求分析</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Char char="•"/>
            </a:pPr>
            <a:fld id="{9A0DB2DC-4C9A-4742-B13C-FB6460FD3503}" type="slidenum">
              <a:rPr lang="zh-CN" altLang="en-US" sz="1400" dirty="0">
                <a:solidFill>
                  <a:srgbClr val="FFFFFF"/>
                </a:solidFill>
                <a:ea typeface="宋体" panose="02010600030101010101" pitchFamily="2" charset="-122"/>
              </a:rPr>
            </a:fld>
            <a:endParaRPr lang="zh-CN" altLang="en-US" sz="1400" dirty="0">
              <a:solidFill>
                <a:srgbClr val="FFFFFF"/>
              </a:solidFill>
              <a:ea typeface="宋体" panose="02010600030101010101" pitchFamily="2" charset="-122"/>
            </a:endParaRPr>
          </a:p>
        </p:txBody>
      </p:sp>
      <p:sp>
        <p:nvSpPr>
          <p:cNvPr id="17410" name="Line 2"/>
          <p:cNvSpPr/>
          <p:nvPr/>
        </p:nvSpPr>
        <p:spPr>
          <a:xfrm flipH="1">
            <a:off x="5617210" y="4146550"/>
            <a:ext cx="1279525" cy="1955800"/>
          </a:xfrm>
          <a:prstGeom prst="line">
            <a:avLst/>
          </a:prstGeom>
          <a:ln w="38100" cap="flat" cmpd="sng">
            <a:solidFill>
              <a:srgbClr val="990099"/>
            </a:solidFill>
            <a:prstDash val="solid"/>
            <a:headEnd type="none" w="med" len="med"/>
            <a:tailEnd type="none" w="med" len="med"/>
          </a:ln>
        </p:spPr>
      </p:sp>
      <p:sp>
        <p:nvSpPr>
          <p:cNvPr id="17411" name="Line 3"/>
          <p:cNvSpPr/>
          <p:nvPr/>
        </p:nvSpPr>
        <p:spPr>
          <a:xfrm>
            <a:off x="4356735" y="4924425"/>
            <a:ext cx="690563" cy="1177925"/>
          </a:xfrm>
          <a:prstGeom prst="line">
            <a:avLst/>
          </a:prstGeom>
          <a:ln w="38100" cap="flat" cmpd="sng">
            <a:solidFill>
              <a:srgbClr val="990099"/>
            </a:solidFill>
            <a:prstDash val="solid"/>
            <a:headEnd type="none" w="med" len="med"/>
            <a:tailEnd type="none" w="med" len="med"/>
          </a:ln>
        </p:spPr>
      </p:sp>
      <p:sp>
        <p:nvSpPr>
          <p:cNvPr id="17412" name="Line 4"/>
          <p:cNvSpPr/>
          <p:nvPr/>
        </p:nvSpPr>
        <p:spPr>
          <a:xfrm>
            <a:off x="2042160" y="4354513"/>
            <a:ext cx="2314575" cy="1746250"/>
          </a:xfrm>
          <a:prstGeom prst="line">
            <a:avLst/>
          </a:prstGeom>
          <a:ln w="38100" cap="flat" cmpd="sng">
            <a:solidFill>
              <a:srgbClr val="990099"/>
            </a:solidFill>
            <a:prstDash val="solid"/>
            <a:headEnd type="none" w="med" len="med"/>
            <a:tailEnd type="none" w="med" len="med"/>
          </a:ln>
        </p:spPr>
      </p:sp>
      <p:sp>
        <p:nvSpPr>
          <p:cNvPr id="17413" name="Line 5"/>
          <p:cNvSpPr/>
          <p:nvPr/>
        </p:nvSpPr>
        <p:spPr>
          <a:xfrm flipH="1">
            <a:off x="2569210" y="4924425"/>
            <a:ext cx="1339850" cy="1014413"/>
          </a:xfrm>
          <a:prstGeom prst="line">
            <a:avLst/>
          </a:prstGeom>
          <a:ln w="38100" cap="flat" cmpd="sng">
            <a:solidFill>
              <a:schemeClr val="hlink"/>
            </a:solidFill>
            <a:prstDash val="solid"/>
            <a:headEnd type="none" w="med" len="med"/>
            <a:tailEnd type="none" w="med" len="med"/>
          </a:ln>
        </p:spPr>
      </p:sp>
      <p:sp>
        <p:nvSpPr>
          <p:cNvPr id="17414" name="Line 6"/>
          <p:cNvSpPr/>
          <p:nvPr/>
        </p:nvSpPr>
        <p:spPr>
          <a:xfrm>
            <a:off x="1694498" y="4395788"/>
            <a:ext cx="1587" cy="1544637"/>
          </a:xfrm>
          <a:prstGeom prst="line">
            <a:avLst/>
          </a:prstGeom>
          <a:ln w="38100" cap="flat" cmpd="sng">
            <a:solidFill>
              <a:schemeClr val="hlink"/>
            </a:solidFill>
            <a:prstDash val="solid"/>
            <a:headEnd type="none" w="med" len="med"/>
            <a:tailEnd type="none" w="med" len="med"/>
          </a:ln>
        </p:spPr>
      </p:sp>
      <p:sp>
        <p:nvSpPr>
          <p:cNvPr id="17416" name="Rectangle 8"/>
          <p:cNvSpPr/>
          <p:nvPr/>
        </p:nvSpPr>
        <p:spPr>
          <a:xfrm>
            <a:off x="3401060" y="2687638"/>
            <a:ext cx="1606550" cy="671512"/>
          </a:xfrm>
          <a:prstGeom prst="rect">
            <a:avLst/>
          </a:prstGeom>
          <a:solidFill>
            <a:srgbClr val="CCFFCC"/>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p>
            <a:pPr algn="ctr" eaLnBrk="1" hangingPunct="1"/>
            <a:r>
              <a:rPr lang="zh-CN" altLang="en-US" sz="2000" b="1" dirty="0">
                <a:solidFill>
                  <a:srgbClr val="2C1A88"/>
                </a:solidFill>
                <a:latin typeface="Times New Roman" panose="02020603050405020304" pitchFamily="18" charset="0"/>
                <a:ea typeface="仿宋_GB2312" pitchFamily="49" charset="-122"/>
              </a:rPr>
              <a:t>管理人员</a:t>
            </a:r>
            <a:endParaRPr lang="zh-CN" altLang="en-US" sz="2000" b="1" dirty="0">
              <a:solidFill>
                <a:srgbClr val="2C1A88"/>
              </a:solidFill>
              <a:latin typeface="Times New Roman" panose="02020603050405020304" pitchFamily="18" charset="0"/>
              <a:ea typeface="仿宋_GB2312" pitchFamily="49" charset="-122"/>
            </a:endParaRPr>
          </a:p>
        </p:txBody>
      </p:sp>
      <p:sp>
        <p:nvSpPr>
          <p:cNvPr id="17417" name="Rectangle 9"/>
          <p:cNvSpPr/>
          <p:nvPr/>
        </p:nvSpPr>
        <p:spPr>
          <a:xfrm>
            <a:off x="892810" y="3630613"/>
            <a:ext cx="1585913" cy="671512"/>
          </a:xfrm>
          <a:prstGeom prst="rect">
            <a:avLst/>
          </a:prstGeom>
          <a:solidFill>
            <a:srgbClr val="CCFFCC"/>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p>
            <a:pPr algn="ctr" eaLnBrk="1" hangingPunct="1"/>
            <a:r>
              <a:rPr lang="zh-CN" altLang="en-US" sz="2000" b="1" dirty="0">
                <a:solidFill>
                  <a:srgbClr val="2C1A88"/>
                </a:solidFill>
                <a:latin typeface="Times New Roman" panose="02020603050405020304" pitchFamily="18" charset="0"/>
                <a:ea typeface="仿宋_GB2312" pitchFamily="49" charset="-122"/>
              </a:rPr>
              <a:t>用户</a:t>
            </a:r>
            <a:endParaRPr lang="zh-CN" altLang="en-US" sz="2000" b="1" dirty="0">
              <a:solidFill>
                <a:srgbClr val="2C1A88"/>
              </a:solidFill>
              <a:latin typeface="Times New Roman" panose="02020603050405020304" pitchFamily="18" charset="0"/>
              <a:ea typeface="仿宋_GB2312" pitchFamily="49" charset="-122"/>
            </a:endParaRPr>
          </a:p>
        </p:txBody>
      </p:sp>
      <p:sp>
        <p:nvSpPr>
          <p:cNvPr id="17418" name="Rectangle 10"/>
          <p:cNvSpPr/>
          <p:nvPr/>
        </p:nvSpPr>
        <p:spPr>
          <a:xfrm>
            <a:off x="3512185" y="4167188"/>
            <a:ext cx="1585913" cy="671512"/>
          </a:xfrm>
          <a:prstGeom prst="rect">
            <a:avLst/>
          </a:prstGeom>
          <a:solidFill>
            <a:srgbClr val="CCFFCC"/>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p>
            <a:pPr algn="ctr" eaLnBrk="1" hangingPunct="1"/>
            <a:r>
              <a:rPr lang="zh-CN" altLang="en-US" sz="2000" b="1" dirty="0">
                <a:solidFill>
                  <a:srgbClr val="2C1A88"/>
                </a:solidFill>
                <a:latin typeface="Times New Roman" panose="02020603050405020304" pitchFamily="18" charset="0"/>
                <a:ea typeface="仿宋_GB2312" pitchFamily="49" charset="-122"/>
              </a:rPr>
              <a:t>分析人员</a:t>
            </a:r>
            <a:endParaRPr lang="zh-CN" altLang="en-US" sz="2000" b="1" dirty="0">
              <a:solidFill>
                <a:srgbClr val="2C1A88"/>
              </a:solidFill>
              <a:latin typeface="Times New Roman" panose="02020603050405020304" pitchFamily="18" charset="0"/>
              <a:ea typeface="仿宋_GB2312" pitchFamily="49" charset="-122"/>
            </a:endParaRPr>
          </a:p>
        </p:txBody>
      </p:sp>
      <p:sp>
        <p:nvSpPr>
          <p:cNvPr id="17419" name="Rectangle 11"/>
          <p:cNvSpPr/>
          <p:nvPr/>
        </p:nvSpPr>
        <p:spPr>
          <a:xfrm>
            <a:off x="6252210" y="3433763"/>
            <a:ext cx="1708150" cy="671512"/>
          </a:xfrm>
          <a:prstGeom prst="rect">
            <a:avLst/>
          </a:prstGeom>
          <a:solidFill>
            <a:srgbClr val="CCFFCC"/>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p>
            <a:pPr algn="ctr" eaLnBrk="1" hangingPunct="1"/>
            <a:r>
              <a:rPr lang="zh-CN" altLang="en-US" sz="2000" b="1" dirty="0">
                <a:solidFill>
                  <a:srgbClr val="2C1A88"/>
                </a:solidFill>
                <a:latin typeface="Times New Roman" panose="02020603050405020304" pitchFamily="18" charset="0"/>
                <a:ea typeface="仿宋_GB2312" pitchFamily="49" charset="-122"/>
              </a:rPr>
              <a:t>软件开发组</a:t>
            </a:r>
            <a:endParaRPr lang="zh-CN" altLang="en-US" sz="2000" b="1" dirty="0">
              <a:solidFill>
                <a:srgbClr val="2C1A88"/>
              </a:solidFill>
              <a:latin typeface="Times New Roman" panose="02020603050405020304" pitchFamily="18" charset="0"/>
              <a:ea typeface="仿宋_GB2312" pitchFamily="49" charset="-122"/>
            </a:endParaRPr>
          </a:p>
        </p:txBody>
      </p:sp>
      <p:sp>
        <p:nvSpPr>
          <p:cNvPr id="17420" name="AutoShape 12"/>
          <p:cNvSpPr/>
          <p:nvPr/>
        </p:nvSpPr>
        <p:spPr>
          <a:xfrm rot="-1199637">
            <a:off x="5296535" y="4130675"/>
            <a:ext cx="958850" cy="328613"/>
          </a:xfrm>
          <a:prstGeom prst="leftRightArrow">
            <a:avLst>
              <a:gd name="adj1" fmla="val 50000"/>
              <a:gd name="adj2" fmla="val 58357"/>
            </a:avLst>
          </a:prstGeom>
          <a:solidFill>
            <a:schemeClr val="tx2"/>
          </a:solidFill>
          <a:ln w="9525" cap="flat" cmpd="sng">
            <a:solidFill>
              <a:schemeClr val="tx2"/>
            </a:solidFill>
            <a:prstDash val="solid"/>
            <a:miter/>
            <a:headEnd type="none" w="med" len="med"/>
            <a:tailEnd type="none" w="med" len="med"/>
          </a:ln>
        </p:spPr>
        <p:txBody>
          <a:bodyPr wrap="none" anchor="ctr" anchorCtr="0"/>
          <a:p>
            <a:pPr eaLnBrk="1" hangingPunct="1"/>
            <a:endParaRPr lang="zh-CN" altLang="en-US" sz="2400" dirty="0">
              <a:latin typeface="Arial" panose="020B0604020202020204" pitchFamily="34" charset="0"/>
            </a:endParaRPr>
          </a:p>
        </p:txBody>
      </p:sp>
      <p:sp>
        <p:nvSpPr>
          <p:cNvPr id="17421" name="AutoShape 13"/>
          <p:cNvSpPr/>
          <p:nvPr/>
        </p:nvSpPr>
        <p:spPr>
          <a:xfrm rot="1577247">
            <a:off x="2581910" y="4133850"/>
            <a:ext cx="860425" cy="315913"/>
          </a:xfrm>
          <a:prstGeom prst="leftRightArrow">
            <a:avLst>
              <a:gd name="adj1" fmla="val 50000"/>
              <a:gd name="adj2" fmla="val 54472"/>
            </a:avLst>
          </a:prstGeom>
          <a:solidFill>
            <a:schemeClr val="tx2"/>
          </a:solidFill>
          <a:ln w="9525" cap="flat" cmpd="sng">
            <a:solidFill>
              <a:schemeClr val="tx2"/>
            </a:solidFill>
            <a:prstDash val="solid"/>
            <a:miter/>
            <a:headEnd type="none" w="med" len="med"/>
            <a:tailEnd type="none" w="med" len="med"/>
          </a:ln>
        </p:spPr>
        <p:txBody>
          <a:bodyPr wrap="none" anchor="ctr" anchorCtr="0"/>
          <a:p>
            <a:pPr eaLnBrk="1" hangingPunct="1"/>
            <a:endParaRPr lang="zh-CN" altLang="en-US" sz="2400" dirty="0">
              <a:latin typeface="Arial" panose="020B0604020202020204" pitchFamily="34" charset="0"/>
            </a:endParaRPr>
          </a:p>
        </p:txBody>
      </p:sp>
      <p:sp>
        <p:nvSpPr>
          <p:cNvPr id="17422" name="Line 14"/>
          <p:cNvSpPr/>
          <p:nvPr/>
        </p:nvSpPr>
        <p:spPr>
          <a:xfrm flipH="1">
            <a:off x="2546985" y="3155950"/>
            <a:ext cx="835025" cy="568325"/>
          </a:xfrm>
          <a:prstGeom prst="line">
            <a:avLst/>
          </a:prstGeom>
          <a:ln w="38100" cap="flat" cmpd="sng">
            <a:solidFill>
              <a:srgbClr val="990099"/>
            </a:solidFill>
            <a:prstDash val="solid"/>
            <a:headEnd type="none" w="med" len="med"/>
            <a:tailEnd type="none" w="med" len="med"/>
          </a:ln>
        </p:spPr>
      </p:sp>
      <p:sp>
        <p:nvSpPr>
          <p:cNvPr id="17423" name="Line 15"/>
          <p:cNvSpPr/>
          <p:nvPr/>
        </p:nvSpPr>
        <p:spPr>
          <a:xfrm>
            <a:off x="5086985" y="3065463"/>
            <a:ext cx="1157288" cy="487362"/>
          </a:xfrm>
          <a:prstGeom prst="line">
            <a:avLst/>
          </a:prstGeom>
          <a:ln w="38100" cap="flat" cmpd="sng">
            <a:solidFill>
              <a:srgbClr val="990099"/>
            </a:solidFill>
            <a:prstDash val="solid"/>
            <a:headEnd type="none" w="med" len="med"/>
            <a:tailEnd type="none" w="med" len="med"/>
          </a:ln>
        </p:spPr>
      </p:sp>
      <p:sp>
        <p:nvSpPr>
          <p:cNvPr id="17424" name="Text Box 16" descr="白色大理石"/>
          <p:cNvSpPr txBox="1"/>
          <p:nvPr/>
        </p:nvSpPr>
        <p:spPr>
          <a:xfrm>
            <a:off x="3991610" y="6107113"/>
            <a:ext cx="1803400" cy="398780"/>
          </a:xfrm>
          <a:prstGeom prst="rect">
            <a:avLst/>
          </a:prstGeom>
          <a:blipFill rotWithShape="0">
            <a:blip r:embed="rId1"/>
          </a:blipFill>
          <a:ln w="9525" cap="flat" cmpd="sng">
            <a:solidFill>
              <a:srgbClr val="777777"/>
            </a:solidFill>
            <a:prstDash val="solid"/>
            <a:miter/>
            <a:headEnd type="none" w="med" len="med"/>
            <a:tailEnd type="none" w="med" len="med"/>
          </a:ln>
          <a:effectLst>
            <a:outerShdw dist="35921" dir="2699999" algn="ctr" rotWithShape="0">
              <a:schemeClr val="bg2"/>
            </a:outerShdw>
          </a:effectLst>
        </p:spPr>
        <p:txBody>
          <a:bodyPr wrap="none">
            <a:spAutoFit/>
          </a:bodyPr>
          <a:p>
            <a:pPr eaLnBrk="1" hangingPunct="1"/>
            <a:r>
              <a:rPr lang="zh-CN" altLang="en-US" sz="2000" b="1" dirty="0">
                <a:solidFill>
                  <a:srgbClr val="008000"/>
                </a:solidFill>
                <a:latin typeface="Times New Roman" panose="02020603050405020304" pitchFamily="18" charset="0"/>
                <a:ea typeface="仿宋_GB2312" pitchFamily="49" charset="-122"/>
              </a:rPr>
              <a:t>软件需求说明</a:t>
            </a:r>
            <a:endParaRPr lang="zh-CN" altLang="en-US" sz="2000" b="1" dirty="0">
              <a:solidFill>
                <a:srgbClr val="008000"/>
              </a:solidFill>
              <a:latin typeface="Times New Roman" panose="02020603050405020304" pitchFamily="18" charset="0"/>
              <a:ea typeface="仿宋_GB2312" pitchFamily="49" charset="-122"/>
            </a:endParaRPr>
          </a:p>
        </p:txBody>
      </p:sp>
      <p:sp>
        <p:nvSpPr>
          <p:cNvPr id="17425" name="Text Box 17" descr="白色大理石"/>
          <p:cNvSpPr txBox="1"/>
          <p:nvPr/>
        </p:nvSpPr>
        <p:spPr>
          <a:xfrm>
            <a:off x="894398" y="5916613"/>
            <a:ext cx="2041525" cy="398780"/>
          </a:xfrm>
          <a:prstGeom prst="rect">
            <a:avLst/>
          </a:prstGeom>
          <a:blipFill rotWithShape="0">
            <a:blip r:embed="rId1"/>
          </a:blipFill>
          <a:ln w="9525" cap="flat" cmpd="sng">
            <a:solidFill>
              <a:srgbClr val="777777"/>
            </a:solidFill>
            <a:prstDash val="solid"/>
            <a:miter/>
            <a:headEnd type="none" w="med" len="med"/>
            <a:tailEnd type="none" w="med" len="med"/>
          </a:ln>
          <a:effectLst>
            <a:outerShdw dist="35921" dir="2699999" algn="ctr" rotWithShape="0">
              <a:schemeClr val="bg2"/>
            </a:outerShdw>
          </a:effectLst>
        </p:spPr>
        <p:txBody>
          <a:bodyPr>
            <a:spAutoFit/>
          </a:bodyPr>
          <a:p>
            <a:pPr eaLnBrk="1" hangingPunct="1"/>
            <a:r>
              <a:rPr lang="zh-CN" altLang="en-US" sz="2000" b="1" dirty="0">
                <a:solidFill>
                  <a:srgbClr val="008000"/>
                </a:solidFill>
                <a:latin typeface="Times New Roman" panose="02020603050405020304" pitchFamily="18" charset="0"/>
                <a:ea typeface="仿宋_GB2312" pitchFamily="49" charset="-122"/>
              </a:rPr>
              <a:t>软件实施计划</a:t>
            </a:r>
            <a:endParaRPr lang="zh-CN" altLang="en-US" sz="2000" b="1" dirty="0">
              <a:solidFill>
                <a:srgbClr val="008000"/>
              </a:solidFill>
              <a:latin typeface="Times New Roman" panose="02020603050405020304" pitchFamily="18" charset="0"/>
              <a:ea typeface="仿宋_GB2312" pitchFamily="49" charset="-122"/>
            </a:endParaRPr>
          </a:p>
        </p:txBody>
      </p:sp>
      <p:sp>
        <p:nvSpPr>
          <p:cNvPr id="17426" name="Text Box 18" descr="白色大理石"/>
          <p:cNvSpPr txBox="1"/>
          <p:nvPr/>
        </p:nvSpPr>
        <p:spPr>
          <a:xfrm>
            <a:off x="7109460" y="5834063"/>
            <a:ext cx="782320" cy="398780"/>
          </a:xfrm>
          <a:prstGeom prst="rect">
            <a:avLst/>
          </a:prstGeom>
          <a:blipFill rotWithShape="0">
            <a:blip r:embed="rId1"/>
          </a:blipFill>
          <a:ln w="9525" cap="flat" cmpd="sng">
            <a:solidFill>
              <a:srgbClr val="777777"/>
            </a:solidFill>
            <a:prstDash val="solid"/>
            <a:miter/>
            <a:headEnd type="none" w="med" len="med"/>
            <a:tailEnd type="none" w="med" len="med"/>
          </a:ln>
          <a:effectLst>
            <a:outerShdw dist="35921" dir="2699999" algn="ctr" rotWithShape="0">
              <a:schemeClr val="bg2"/>
            </a:outerShdw>
          </a:effectLst>
        </p:spPr>
        <p:txBody>
          <a:bodyPr wrap="none">
            <a:spAutoFit/>
          </a:bodyPr>
          <a:p>
            <a:pPr eaLnBrk="1" hangingPunct="1"/>
            <a:r>
              <a:rPr lang="zh-CN" altLang="en-US" sz="2000" b="1" dirty="0">
                <a:solidFill>
                  <a:srgbClr val="008000"/>
                </a:solidFill>
                <a:latin typeface="Times New Roman" panose="02020603050405020304" pitchFamily="18" charset="0"/>
                <a:ea typeface="仿宋_GB2312" pitchFamily="49" charset="-122"/>
              </a:rPr>
              <a:t>原型</a:t>
            </a:r>
            <a:endParaRPr lang="zh-CN" altLang="en-US" sz="2000" b="1" dirty="0">
              <a:solidFill>
                <a:srgbClr val="008000"/>
              </a:solidFill>
              <a:latin typeface="Times New Roman" panose="02020603050405020304" pitchFamily="18" charset="0"/>
              <a:ea typeface="仿宋_GB2312" pitchFamily="49" charset="-122"/>
            </a:endParaRPr>
          </a:p>
        </p:txBody>
      </p:sp>
      <p:sp>
        <p:nvSpPr>
          <p:cNvPr id="17427" name="Line 19"/>
          <p:cNvSpPr/>
          <p:nvPr/>
        </p:nvSpPr>
        <p:spPr>
          <a:xfrm>
            <a:off x="7039610" y="4146550"/>
            <a:ext cx="365125" cy="1711325"/>
          </a:xfrm>
          <a:prstGeom prst="line">
            <a:avLst/>
          </a:prstGeom>
          <a:ln w="38100" cap="flat" cmpd="sng">
            <a:solidFill>
              <a:srgbClr val="2C1A88"/>
            </a:solidFill>
            <a:prstDash val="solid"/>
            <a:headEnd type="none" w="med" len="med"/>
            <a:tailEnd type="none" w="med" len="med"/>
          </a:ln>
        </p:spPr>
      </p:sp>
      <p:sp>
        <p:nvSpPr>
          <p:cNvPr id="17428" name="Line 20"/>
          <p:cNvSpPr/>
          <p:nvPr/>
        </p:nvSpPr>
        <p:spPr>
          <a:xfrm>
            <a:off x="5067935" y="4924425"/>
            <a:ext cx="2032000" cy="1055688"/>
          </a:xfrm>
          <a:prstGeom prst="line">
            <a:avLst/>
          </a:prstGeom>
          <a:ln w="38100" cap="flat" cmpd="sng">
            <a:solidFill>
              <a:srgbClr val="2C1A88"/>
            </a:solidFill>
            <a:prstDash val="solid"/>
            <a:headEnd type="none" w="med" len="med"/>
            <a:tailEnd type="none" w="med" len="med"/>
          </a:ln>
        </p:spPr>
      </p:sp>
      <p:sp>
        <p:nvSpPr>
          <p:cNvPr id="17429" name="Text Box 21" descr="白色大理石"/>
          <p:cNvSpPr txBox="1"/>
          <p:nvPr/>
        </p:nvSpPr>
        <p:spPr>
          <a:xfrm>
            <a:off x="964248" y="5986463"/>
            <a:ext cx="2041525" cy="398780"/>
          </a:xfrm>
          <a:prstGeom prst="rect">
            <a:avLst/>
          </a:prstGeom>
          <a:blipFill rotWithShape="0">
            <a:blip r:embed="rId1"/>
          </a:blipFill>
          <a:ln w="9525" cap="flat" cmpd="sng">
            <a:solidFill>
              <a:srgbClr val="777777"/>
            </a:solidFill>
            <a:prstDash val="solid"/>
            <a:miter/>
            <a:headEnd type="none" w="med" len="med"/>
            <a:tailEnd type="none" w="med" len="med"/>
          </a:ln>
          <a:effectLst>
            <a:outerShdw dist="35921" dir="2699999" algn="ctr" rotWithShape="0">
              <a:schemeClr val="bg2"/>
            </a:outerShdw>
          </a:effectLst>
        </p:spPr>
        <p:txBody>
          <a:bodyPr>
            <a:spAutoFit/>
          </a:bodyPr>
          <a:p>
            <a:pPr eaLnBrk="1" hangingPunct="1"/>
            <a:r>
              <a:rPr lang="zh-CN" altLang="en-US" sz="2000" b="1" dirty="0">
                <a:solidFill>
                  <a:srgbClr val="008000"/>
                </a:solidFill>
                <a:latin typeface="Times New Roman" panose="02020603050405020304" pitchFamily="18" charset="0"/>
                <a:ea typeface="仿宋_GB2312" pitchFamily="49" charset="-122"/>
              </a:rPr>
              <a:t>软件实施计划</a:t>
            </a:r>
            <a:endParaRPr lang="zh-CN" altLang="en-US" sz="2000" b="1" dirty="0">
              <a:solidFill>
                <a:srgbClr val="008000"/>
              </a:solidFill>
              <a:latin typeface="Times New Roman" panose="02020603050405020304" pitchFamily="18" charset="0"/>
              <a:ea typeface="仿宋_GB2312" pitchFamily="49" charset="-122"/>
            </a:endParaRPr>
          </a:p>
        </p:txBody>
      </p:sp>
      <p:sp>
        <p:nvSpPr>
          <p:cNvPr id="17430" name="Text Box 22" descr="白色大理石"/>
          <p:cNvSpPr txBox="1"/>
          <p:nvPr/>
        </p:nvSpPr>
        <p:spPr>
          <a:xfrm>
            <a:off x="1015048" y="6035675"/>
            <a:ext cx="2041525" cy="398780"/>
          </a:xfrm>
          <a:prstGeom prst="rect">
            <a:avLst/>
          </a:prstGeom>
          <a:blipFill rotWithShape="0">
            <a:blip r:embed="rId1"/>
          </a:blipFill>
          <a:ln w="9525" cap="flat" cmpd="sng">
            <a:solidFill>
              <a:srgbClr val="777777"/>
            </a:solidFill>
            <a:prstDash val="solid"/>
            <a:miter/>
            <a:headEnd type="none" w="med" len="med"/>
            <a:tailEnd type="none" w="med" len="med"/>
          </a:ln>
          <a:effectLst>
            <a:outerShdw dist="35921" dir="2699999" algn="ctr" rotWithShape="0">
              <a:schemeClr val="bg2"/>
            </a:outerShdw>
          </a:effectLst>
        </p:spPr>
        <p:txBody>
          <a:bodyPr>
            <a:spAutoFit/>
          </a:bodyPr>
          <a:p>
            <a:pPr eaLnBrk="1" hangingPunct="1"/>
            <a:r>
              <a:rPr lang="zh-CN" altLang="en-US" sz="2000" b="1" dirty="0">
                <a:solidFill>
                  <a:srgbClr val="008000"/>
                </a:solidFill>
                <a:latin typeface="Times New Roman" panose="02020603050405020304" pitchFamily="18" charset="0"/>
                <a:ea typeface="仿宋_GB2312" pitchFamily="49" charset="-122"/>
              </a:rPr>
              <a:t>软件实施计划</a:t>
            </a:r>
            <a:endParaRPr lang="zh-CN" altLang="en-US" sz="2000" b="1" dirty="0">
              <a:solidFill>
                <a:srgbClr val="008000"/>
              </a:solidFill>
              <a:latin typeface="Times New Roman" panose="02020603050405020304" pitchFamily="18" charset="0"/>
              <a:ea typeface="仿宋_GB2312" pitchFamily="49" charset="-122"/>
            </a:endParaRPr>
          </a:p>
        </p:txBody>
      </p:sp>
      <p:sp>
        <p:nvSpPr>
          <p:cNvPr id="17431" name="Text Box 23" descr="白色大理石"/>
          <p:cNvSpPr txBox="1"/>
          <p:nvPr/>
        </p:nvSpPr>
        <p:spPr>
          <a:xfrm>
            <a:off x="4061460" y="6156325"/>
            <a:ext cx="1803400" cy="398780"/>
          </a:xfrm>
          <a:prstGeom prst="rect">
            <a:avLst/>
          </a:prstGeom>
          <a:blipFill rotWithShape="0">
            <a:blip r:embed="rId1"/>
          </a:blipFill>
          <a:ln w="9525" cap="flat" cmpd="sng">
            <a:solidFill>
              <a:srgbClr val="777777"/>
            </a:solidFill>
            <a:prstDash val="solid"/>
            <a:miter/>
            <a:headEnd type="none" w="med" len="med"/>
            <a:tailEnd type="none" w="med" len="med"/>
          </a:ln>
          <a:effectLst>
            <a:outerShdw dist="35921" dir="2699999" algn="ctr" rotWithShape="0">
              <a:schemeClr val="bg2"/>
            </a:outerShdw>
          </a:effectLst>
        </p:spPr>
        <p:txBody>
          <a:bodyPr wrap="none">
            <a:spAutoFit/>
          </a:bodyPr>
          <a:p>
            <a:pPr eaLnBrk="1" hangingPunct="1"/>
            <a:r>
              <a:rPr lang="zh-CN" altLang="en-US" sz="2000" b="1" dirty="0">
                <a:solidFill>
                  <a:srgbClr val="008000"/>
                </a:solidFill>
                <a:latin typeface="Times New Roman" panose="02020603050405020304" pitchFamily="18" charset="0"/>
                <a:ea typeface="仿宋_GB2312" pitchFamily="49" charset="-122"/>
              </a:rPr>
              <a:t>软件需求说明</a:t>
            </a:r>
            <a:endParaRPr lang="zh-CN" altLang="en-US" sz="2000" b="1" dirty="0">
              <a:solidFill>
                <a:srgbClr val="008000"/>
              </a:solidFill>
              <a:latin typeface="Times New Roman" panose="02020603050405020304" pitchFamily="18" charset="0"/>
              <a:ea typeface="仿宋_GB2312" pitchFamily="49" charset="-122"/>
            </a:endParaRPr>
          </a:p>
        </p:txBody>
      </p:sp>
      <p:sp>
        <p:nvSpPr>
          <p:cNvPr id="17432" name="Text Box 24" descr="白色大理石"/>
          <p:cNvSpPr txBox="1"/>
          <p:nvPr/>
        </p:nvSpPr>
        <p:spPr>
          <a:xfrm>
            <a:off x="4110673" y="6226175"/>
            <a:ext cx="1803400" cy="398780"/>
          </a:xfrm>
          <a:prstGeom prst="rect">
            <a:avLst/>
          </a:prstGeom>
          <a:blipFill rotWithShape="0">
            <a:blip r:embed="rId1"/>
          </a:blipFill>
          <a:ln w="9525" cap="flat" cmpd="sng">
            <a:solidFill>
              <a:srgbClr val="777777"/>
            </a:solidFill>
            <a:prstDash val="solid"/>
            <a:miter/>
            <a:headEnd type="none" w="med" len="med"/>
            <a:tailEnd type="none" w="med" len="med"/>
          </a:ln>
          <a:effectLst>
            <a:outerShdw dist="35921" dir="2699999" algn="ctr" rotWithShape="0">
              <a:schemeClr val="bg2"/>
            </a:outerShdw>
          </a:effectLst>
        </p:spPr>
        <p:txBody>
          <a:bodyPr wrap="none">
            <a:spAutoFit/>
          </a:bodyPr>
          <a:p>
            <a:pPr eaLnBrk="1" hangingPunct="1"/>
            <a:r>
              <a:rPr lang="zh-CN" altLang="en-US" sz="2000" b="1" dirty="0">
                <a:solidFill>
                  <a:srgbClr val="008000"/>
                </a:solidFill>
                <a:latin typeface="Times New Roman" panose="02020603050405020304" pitchFamily="18" charset="0"/>
                <a:ea typeface="仿宋_GB2312" pitchFamily="49" charset="-122"/>
              </a:rPr>
              <a:t>软件需求说明</a:t>
            </a:r>
            <a:endParaRPr lang="zh-CN" altLang="en-US" sz="2000" b="1" dirty="0">
              <a:solidFill>
                <a:srgbClr val="008000"/>
              </a:solidFill>
              <a:latin typeface="Times New Roman" panose="02020603050405020304" pitchFamily="18" charset="0"/>
              <a:ea typeface="仿宋_GB2312" pitchFamily="49" charset="-122"/>
            </a:endParaRPr>
          </a:p>
        </p:txBody>
      </p:sp>
      <p:sp>
        <p:nvSpPr>
          <p:cNvPr id="17433" name="Text Box 25" descr="白色大理石"/>
          <p:cNvSpPr txBox="1"/>
          <p:nvPr/>
        </p:nvSpPr>
        <p:spPr>
          <a:xfrm>
            <a:off x="7158673" y="5903913"/>
            <a:ext cx="782320" cy="398780"/>
          </a:xfrm>
          <a:prstGeom prst="rect">
            <a:avLst/>
          </a:prstGeom>
          <a:blipFill rotWithShape="0">
            <a:blip r:embed="rId1"/>
          </a:blipFill>
          <a:ln w="9525" cap="flat" cmpd="sng">
            <a:solidFill>
              <a:srgbClr val="777777"/>
            </a:solidFill>
            <a:prstDash val="solid"/>
            <a:miter/>
            <a:headEnd type="none" w="med" len="med"/>
            <a:tailEnd type="none" w="med" len="med"/>
          </a:ln>
          <a:effectLst>
            <a:outerShdw dist="35921" dir="2699999" algn="ctr" rotWithShape="0">
              <a:schemeClr val="bg2"/>
            </a:outerShdw>
          </a:effectLst>
        </p:spPr>
        <p:txBody>
          <a:bodyPr wrap="none">
            <a:spAutoFit/>
          </a:bodyPr>
          <a:p>
            <a:pPr eaLnBrk="1" hangingPunct="1"/>
            <a:r>
              <a:rPr lang="zh-CN" altLang="en-US" sz="2000" b="1" dirty="0">
                <a:solidFill>
                  <a:srgbClr val="008000"/>
                </a:solidFill>
                <a:latin typeface="Times New Roman" panose="02020603050405020304" pitchFamily="18" charset="0"/>
                <a:ea typeface="仿宋_GB2312" pitchFamily="49" charset="-122"/>
              </a:rPr>
              <a:t>原型</a:t>
            </a:r>
            <a:endParaRPr lang="zh-CN" altLang="en-US" sz="2000" b="1" dirty="0">
              <a:solidFill>
                <a:srgbClr val="008000"/>
              </a:solidFill>
              <a:latin typeface="Times New Roman" panose="02020603050405020304" pitchFamily="18" charset="0"/>
              <a:ea typeface="仿宋_GB2312" pitchFamily="49" charset="-122"/>
            </a:endParaRPr>
          </a:p>
        </p:txBody>
      </p:sp>
      <p:sp>
        <p:nvSpPr>
          <p:cNvPr id="17434" name="Text Box 26" descr="白色大理石"/>
          <p:cNvSpPr txBox="1"/>
          <p:nvPr/>
        </p:nvSpPr>
        <p:spPr>
          <a:xfrm>
            <a:off x="7249160" y="5953125"/>
            <a:ext cx="782320" cy="398780"/>
          </a:xfrm>
          <a:prstGeom prst="rect">
            <a:avLst/>
          </a:prstGeom>
          <a:blipFill rotWithShape="0">
            <a:blip r:embed="rId1"/>
          </a:blipFill>
          <a:ln w="9525" cap="flat" cmpd="sng">
            <a:solidFill>
              <a:srgbClr val="777777"/>
            </a:solidFill>
            <a:prstDash val="solid"/>
            <a:miter/>
            <a:headEnd type="none" w="med" len="med"/>
            <a:tailEnd type="none" w="med" len="med"/>
          </a:ln>
          <a:effectLst>
            <a:outerShdw dist="35921" dir="2699999" algn="ctr" rotWithShape="0">
              <a:schemeClr val="bg2"/>
            </a:outerShdw>
          </a:effectLst>
        </p:spPr>
        <p:txBody>
          <a:bodyPr wrap="none">
            <a:spAutoFit/>
          </a:bodyPr>
          <a:p>
            <a:pPr eaLnBrk="1" hangingPunct="1"/>
            <a:r>
              <a:rPr lang="zh-CN" altLang="en-US" sz="2000" b="1" dirty="0">
                <a:solidFill>
                  <a:srgbClr val="008000"/>
                </a:solidFill>
                <a:latin typeface="Times New Roman" panose="02020603050405020304" pitchFamily="18" charset="0"/>
                <a:ea typeface="仿宋_GB2312" pitchFamily="49" charset="-122"/>
              </a:rPr>
              <a:t>原型</a:t>
            </a:r>
            <a:endParaRPr lang="zh-CN" altLang="en-US" sz="2000" b="1" dirty="0">
              <a:solidFill>
                <a:srgbClr val="008000"/>
              </a:solidFill>
              <a:latin typeface="Times New Roman" panose="02020603050405020304" pitchFamily="18" charset="0"/>
              <a:ea typeface="仿宋_GB2312" pitchFamily="49" charset="-122"/>
            </a:endParaRPr>
          </a:p>
        </p:txBody>
      </p:sp>
      <p:sp>
        <p:nvSpPr>
          <p:cNvPr id="17435" name="AutoShape 27"/>
          <p:cNvSpPr/>
          <p:nvPr/>
        </p:nvSpPr>
        <p:spPr>
          <a:xfrm rot="5441450">
            <a:off x="3937635" y="3686175"/>
            <a:ext cx="631825" cy="246063"/>
          </a:xfrm>
          <a:prstGeom prst="leftRightArrow">
            <a:avLst>
              <a:gd name="adj1" fmla="val 50000"/>
              <a:gd name="adj2" fmla="val 51354"/>
            </a:avLst>
          </a:prstGeom>
          <a:solidFill>
            <a:schemeClr val="tx2"/>
          </a:solidFill>
          <a:ln w="9525" cap="flat" cmpd="sng">
            <a:solidFill>
              <a:schemeClr val="tx2"/>
            </a:solidFill>
            <a:prstDash val="solid"/>
            <a:miter/>
            <a:headEnd type="none" w="med" len="med"/>
            <a:tailEnd type="none" w="med" len="med"/>
          </a:ln>
        </p:spPr>
        <p:txBody>
          <a:bodyPr wrap="none" anchor="ctr" anchorCtr="0"/>
          <a:p>
            <a:pPr eaLnBrk="1" hangingPunct="1"/>
            <a:endParaRPr lang="zh-CN" altLang="en-US" sz="2400" dirty="0">
              <a:latin typeface="Arial" panose="020B0604020202020204" pitchFamily="34" charset="0"/>
            </a:endParaRPr>
          </a:p>
        </p:txBody>
      </p:sp>
      <p:sp>
        <p:nvSpPr>
          <p:cNvPr id="289799" name="Rectangle 7"/>
          <p:cNvSpPr>
            <a:spLocks noChangeArrowheads="1"/>
          </p:cNvSpPr>
          <p:nvPr/>
        </p:nvSpPr>
        <p:spPr bwMode="auto">
          <a:xfrm>
            <a:off x="694690" y="1618615"/>
            <a:ext cx="743331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p>
            <a:pPr marL="0" marR="0" lvl="0" indent="0" algn="just" defTabSz="914400" rtl="0" eaLnBrk="1" fontAlgn="base" latinLnBrk="0" hangingPunct="1">
              <a:lnSpc>
                <a:spcPct val="105000"/>
              </a:lnSpc>
              <a:spcBef>
                <a:spcPct val="15000"/>
              </a:spcBef>
              <a:spcAft>
                <a:spcPct val="0"/>
              </a:spcAft>
              <a:buClrTx/>
              <a:buSzTx/>
              <a:buFontTx/>
              <a:buNone/>
              <a:defRPr/>
            </a:pPr>
            <a:r>
              <a:rPr kumimoji="1" lang="zh-CN" altLang="en-US" sz="2400" b="1" i="0" u="none" strike="noStrike" kern="120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问题识别的另一项工作是建立分析所需要的通信途径，以保证能顺利地对问题进行分析。</a:t>
            </a:r>
            <a:endPar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4.1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需求分析</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Char char="•"/>
            </a:pPr>
            <a:fld id="{9A0DB2DC-4C9A-4742-B13C-FB6460FD3503}" type="slidenum">
              <a:rPr lang="zh-CN" altLang="en-US" sz="1400" dirty="0">
                <a:solidFill>
                  <a:srgbClr val="FFFFFF"/>
                </a:solidFill>
                <a:ea typeface="宋体" panose="02010600030101010101" pitchFamily="2" charset="-122"/>
              </a:rPr>
            </a:fld>
            <a:endParaRPr lang="zh-CN" altLang="en-US" sz="1400" dirty="0">
              <a:solidFill>
                <a:srgbClr val="FFFFFF"/>
              </a:solidFill>
              <a:ea typeface="宋体" panose="02010600030101010101" pitchFamily="2" charset="-122"/>
            </a:endParaRPr>
          </a:p>
        </p:txBody>
      </p:sp>
      <p:sp>
        <p:nvSpPr>
          <p:cNvPr id="290818" name="Rectangle 2"/>
          <p:cNvSpPr>
            <a:spLocks noGrp="1" noChangeArrowheads="1"/>
          </p:cNvSpPr>
          <p:nvPr>
            <p:ph idx="1"/>
          </p:nvPr>
        </p:nvSpPr>
        <p:spPr>
          <a:xfrm>
            <a:off x="631190" y="1638935"/>
            <a:ext cx="7378700" cy="4784725"/>
          </a:xfrm>
        </p:spPr>
        <p:txBody>
          <a:bodyPr vert="horz" wrap="square" lIns="91440" tIns="45720" rIns="91440" bIns="45720" numCol="1" anchor="t" anchorCtr="0" compatLnSpc="1"/>
          <a:p>
            <a:pPr marL="609600" marR="0" lvl="0" indent="-609600" algn="just"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AutoNum type="arabicParenR" startAt="2"/>
              <a:defRPr/>
            </a:pPr>
            <a:r>
              <a:rPr kumimoji="0" lang="zh-CN" altLang="en-US" sz="2200" b="1"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分析与综合（需求建模）</a:t>
            </a:r>
            <a:endParaRPr kumimoji="0" lang="zh-CN" altLang="en-US" sz="2200" b="1"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609600" marR="0" lvl="0" indent="-609600" algn="just"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None/>
              <a:defRPr/>
            </a:pPr>
            <a:r>
              <a:rPr kumimoji="0" lang="zh-CN" altLang="en-US" sz="2200" b="1" i="0" u="none" strike="noStrike" kern="0" cap="none" spc="0" normalizeH="0" baseline="0" noProof="0">
                <a:ln>
                  <a:noFill/>
                </a:ln>
                <a:solidFill>
                  <a:schemeClr val="accent2"/>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 </a:t>
            </a:r>
            <a:endParaRPr kumimoji="0" lang="zh-CN" altLang="en-US" sz="2200" b="1" i="0" u="none" strike="noStrike" kern="0" cap="none" spc="0" normalizeH="0" baseline="0" noProof="0">
              <a:ln>
                <a:noFill/>
              </a:ln>
              <a:solidFill>
                <a:schemeClr val="accent2"/>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990600" marR="0" lvl="1" indent="-533400" algn="just" defTabSz="914400" rtl="0" eaLnBrk="1" fontAlgn="base" latinLnBrk="0" hangingPunct="1">
              <a:lnSpc>
                <a:spcPct val="105000"/>
              </a:lnSpc>
              <a:spcBef>
                <a:spcPct val="20000"/>
              </a:spcBef>
              <a:spcAft>
                <a:spcPct val="0"/>
              </a:spcAft>
              <a:buClr>
                <a:schemeClr val="accent2"/>
              </a:buClr>
              <a:buSzPct val="85000"/>
              <a:buFont typeface="Wingdings" panose="05000000000000000000" pitchFamily="2" charset="2"/>
              <a:buChar char="l"/>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进行各种要求的</a:t>
            </a:r>
            <a:r>
              <a:rPr kumimoji="0" lang="zh-CN" altLang="en-US" sz="2200" b="1" i="0" u="none" strike="noStrike" kern="0" cap="none" spc="0" normalizeH="0" baseline="0" noProof="0">
                <a:ln>
                  <a:noFill/>
                </a:ln>
                <a:solidFill>
                  <a:srgbClr val="CC3300"/>
                </a:solidFill>
                <a:effectLst>
                  <a:outerShdw blurRad="38100" dist="38100" dir="2700000" algn="tl">
                    <a:srgbClr val="C0C0C0"/>
                  </a:outerShdw>
                </a:effectLst>
                <a:uLnTx/>
                <a:uFillTx/>
                <a:latin typeface="Times New Roman" panose="02020603050405020304" pitchFamily="18" charset="0"/>
                <a:ea typeface="仿宋_GB2312" pitchFamily="49" charset="-122"/>
              </a:rPr>
              <a:t>一致性</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检查；</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endParaRPr>
          </a:p>
          <a:p>
            <a:pPr marL="990600" marR="0" lvl="1" indent="-533400" algn="just" defTabSz="914400" rtl="0" eaLnBrk="1" fontAlgn="base" latinLnBrk="0" hangingPunct="1">
              <a:lnSpc>
                <a:spcPct val="105000"/>
              </a:lnSpc>
              <a:spcBef>
                <a:spcPct val="20000"/>
              </a:spcBef>
              <a:spcAft>
                <a:spcPct val="0"/>
              </a:spcAft>
              <a:buClr>
                <a:schemeClr val="accent2"/>
              </a:buClr>
              <a:buSzPct val="85000"/>
              <a:buFont typeface="Wingdings" panose="05000000000000000000" pitchFamily="2" charset="2"/>
              <a:buChar char="l"/>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逐步细化所有的</a:t>
            </a:r>
            <a:r>
              <a:rPr kumimoji="0" lang="zh-CN" altLang="en-US" sz="2200" b="1" i="0" u="none" strike="noStrike" kern="0" cap="none" spc="0" normalizeH="0" baseline="0" noProof="0">
                <a:ln>
                  <a:noFill/>
                </a:ln>
                <a:solidFill>
                  <a:srgbClr val="CC3300"/>
                </a:solidFill>
                <a:effectLst>
                  <a:outerShdw blurRad="38100" dist="38100" dir="2700000" algn="tl">
                    <a:srgbClr val="C0C0C0"/>
                  </a:outerShdw>
                </a:effectLst>
                <a:uLnTx/>
                <a:uFillTx/>
                <a:latin typeface="Times New Roman" panose="02020603050405020304" pitchFamily="18" charset="0"/>
                <a:ea typeface="仿宋_GB2312" pitchFamily="49" charset="-122"/>
              </a:rPr>
              <a:t>软件功能</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endParaRPr>
          </a:p>
          <a:p>
            <a:pPr marL="990600" marR="0" lvl="1" indent="-533400" algn="just" defTabSz="914400" rtl="0" eaLnBrk="1" fontAlgn="base" latinLnBrk="0" hangingPunct="1">
              <a:lnSpc>
                <a:spcPct val="105000"/>
              </a:lnSpc>
              <a:spcBef>
                <a:spcPct val="20000"/>
              </a:spcBef>
              <a:spcAft>
                <a:spcPct val="0"/>
              </a:spcAft>
              <a:buClr>
                <a:schemeClr val="accent2"/>
              </a:buClr>
              <a:buSzPct val="85000"/>
              <a:buFont typeface="Wingdings" panose="05000000000000000000" pitchFamily="2" charset="2"/>
              <a:buChar char="l"/>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分解数据域，分配给各个子功能；</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endParaRPr>
          </a:p>
          <a:p>
            <a:pPr marL="990600" marR="0" lvl="1" indent="-533400" algn="just" defTabSz="914400" rtl="0" eaLnBrk="1" fontAlgn="base" latinLnBrk="0" hangingPunct="1">
              <a:lnSpc>
                <a:spcPct val="105000"/>
              </a:lnSpc>
              <a:spcBef>
                <a:spcPct val="20000"/>
              </a:spcBef>
              <a:spcAft>
                <a:spcPct val="0"/>
              </a:spcAft>
              <a:buClr>
                <a:schemeClr val="accent2"/>
              </a:buClr>
              <a:buSzPct val="85000"/>
              <a:buFont typeface="Wingdings" panose="05000000000000000000" pitchFamily="2" charset="2"/>
              <a:buChar char="l"/>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找出</a:t>
            </a:r>
            <a:r>
              <a:rPr kumimoji="0" lang="zh-CN" altLang="en-US" sz="2200" b="1" i="0" u="none" strike="noStrike" kern="0" cap="none" spc="0" normalizeH="0" baseline="0" noProof="0">
                <a:ln>
                  <a:noFill/>
                </a:ln>
                <a:solidFill>
                  <a:srgbClr val="CC3300"/>
                </a:solidFill>
                <a:effectLst>
                  <a:outerShdw blurRad="38100" dist="38100" dir="2700000" algn="tl">
                    <a:srgbClr val="C0C0C0"/>
                  </a:outerShdw>
                </a:effectLst>
                <a:uLnTx/>
                <a:uFillTx/>
                <a:latin typeface="Times New Roman" panose="02020603050405020304" pitchFamily="18" charset="0"/>
                <a:ea typeface="仿宋_GB2312" pitchFamily="49" charset="-122"/>
              </a:rPr>
              <a:t>系统各成分之间的联系</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a:t>
            </a:r>
            <a:r>
              <a:rPr kumimoji="0" lang="zh-CN" altLang="en-US" sz="2200" b="1" i="0" u="none" strike="noStrike" kern="0" cap="none" spc="0" normalizeH="0" baseline="0" noProof="0">
                <a:ln>
                  <a:noFill/>
                </a:ln>
                <a:solidFill>
                  <a:srgbClr val="CC3300"/>
                </a:solidFill>
                <a:effectLst>
                  <a:outerShdw blurRad="38100" dist="38100" dir="2700000" algn="tl">
                    <a:srgbClr val="C0C0C0"/>
                  </a:outerShdw>
                </a:effectLst>
                <a:uLnTx/>
                <a:uFillTx/>
                <a:latin typeface="Times New Roman" panose="02020603050405020304" pitchFamily="18" charset="0"/>
                <a:ea typeface="仿宋_GB2312" pitchFamily="49" charset="-122"/>
              </a:rPr>
              <a:t>接口特性</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和</a:t>
            </a:r>
            <a:r>
              <a:rPr kumimoji="0" lang="zh-CN" altLang="en-US" sz="2200" b="1" i="0" u="none" strike="noStrike" kern="0" cap="none" spc="0" normalizeH="0" baseline="0" noProof="0">
                <a:ln>
                  <a:noFill/>
                </a:ln>
                <a:solidFill>
                  <a:srgbClr val="CC3300"/>
                </a:solidFill>
                <a:effectLst>
                  <a:outerShdw blurRad="38100" dist="38100" dir="2700000" algn="tl">
                    <a:srgbClr val="C0C0C0"/>
                  </a:outerShdw>
                </a:effectLst>
                <a:uLnTx/>
                <a:uFillTx/>
                <a:latin typeface="Times New Roman" panose="02020603050405020304" pitchFamily="18" charset="0"/>
                <a:ea typeface="仿宋_GB2312" pitchFamily="49" charset="-122"/>
              </a:rPr>
              <a:t>设计限制</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endParaRPr>
          </a:p>
          <a:p>
            <a:pPr marL="990600" marR="0" lvl="1" indent="-533400" algn="just" defTabSz="914400" rtl="0" eaLnBrk="1" fontAlgn="base" latinLnBrk="0" hangingPunct="1">
              <a:lnSpc>
                <a:spcPct val="105000"/>
              </a:lnSpc>
              <a:spcBef>
                <a:spcPct val="20000"/>
              </a:spcBef>
              <a:spcAft>
                <a:spcPct val="0"/>
              </a:spcAft>
              <a:buClr>
                <a:schemeClr val="accent2"/>
              </a:buClr>
              <a:buSzPct val="85000"/>
              <a:buFont typeface="Wingdings" panose="05000000000000000000" pitchFamily="2" charset="2"/>
              <a:buChar char="l"/>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判断是否存在</a:t>
            </a:r>
            <a:r>
              <a:rPr kumimoji="0" lang="zh-CN" altLang="en-US" sz="2200" b="1" i="0" u="none" strike="noStrike" kern="0" cap="none" spc="0" normalizeH="0" baseline="0" noProof="0">
                <a:ln>
                  <a:noFill/>
                </a:ln>
                <a:solidFill>
                  <a:srgbClr val="CC3300"/>
                </a:solidFill>
                <a:effectLst>
                  <a:outerShdw blurRad="38100" dist="38100" dir="2700000" algn="tl">
                    <a:srgbClr val="C0C0C0"/>
                  </a:outerShdw>
                </a:effectLst>
                <a:uLnTx/>
                <a:uFillTx/>
                <a:latin typeface="Times New Roman" panose="02020603050405020304" pitchFamily="18" charset="0"/>
                <a:ea typeface="仿宋_GB2312" pitchFamily="49" charset="-122"/>
              </a:rPr>
              <a:t>不合理的用户要求</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或</a:t>
            </a:r>
            <a:r>
              <a:rPr kumimoji="0" lang="zh-CN" altLang="en-US" sz="2200" b="1" i="0" u="none" strike="noStrike" kern="0" cap="none" spc="0" normalizeH="0" baseline="0" noProof="0">
                <a:ln>
                  <a:noFill/>
                </a:ln>
                <a:solidFill>
                  <a:srgbClr val="CC3300"/>
                </a:solidFill>
                <a:effectLst>
                  <a:outerShdw blurRad="38100" dist="38100" dir="2700000" algn="tl">
                    <a:srgbClr val="C0C0C0"/>
                  </a:outerShdw>
                </a:effectLst>
                <a:uLnTx/>
                <a:uFillTx/>
                <a:latin typeface="Times New Roman" panose="02020603050405020304" pitchFamily="18" charset="0"/>
                <a:ea typeface="仿宋_GB2312" pitchFamily="49" charset="-122"/>
              </a:rPr>
              <a:t>用户尚未提出的潜在要求</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endParaRPr>
          </a:p>
          <a:p>
            <a:pPr marL="990600" marR="0" lvl="1" indent="-533400" algn="just" defTabSz="914400" rtl="0" eaLnBrk="1" fontAlgn="base" latinLnBrk="0" hangingPunct="1">
              <a:lnSpc>
                <a:spcPct val="105000"/>
              </a:lnSpc>
              <a:spcBef>
                <a:spcPct val="20000"/>
              </a:spcBef>
              <a:spcAft>
                <a:spcPct val="0"/>
              </a:spcAft>
              <a:buClr>
                <a:schemeClr val="accent2"/>
              </a:buClr>
              <a:buSzPct val="85000"/>
              <a:buFont typeface="Wingdings" panose="05000000000000000000" pitchFamily="2" charset="2"/>
              <a:buChar char="l"/>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综合成</a:t>
            </a:r>
            <a:r>
              <a:rPr kumimoji="0" lang="zh-CN" altLang="en-US" sz="2200" b="1" i="0" u="none" strike="noStrike" kern="0" cap="none" spc="0" normalizeH="0" baseline="0" noProof="0">
                <a:ln>
                  <a:noFill/>
                </a:ln>
                <a:solidFill>
                  <a:srgbClr val="CC3300"/>
                </a:solidFill>
                <a:effectLst>
                  <a:outerShdw blurRad="38100" dist="38100" dir="2700000" algn="tl">
                    <a:srgbClr val="C0C0C0"/>
                  </a:outerShdw>
                </a:effectLst>
                <a:uLnTx/>
                <a:uFillTx/>
                <a:latin typeface="Times New Roman" panose="02020603050405020304" pitchFamily="18" charset="0"/>
                <a:ea typeface="仿宋_GB2312" pitchFamily="49" charset="-122"/>
              </a:rPr>
              <a:t>系统的解决方案</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，给出目标系统的详细逻辑模型。</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4.1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需求分析</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Char char="•"/>
            </a:pPr>
            <a:fld id="{9A0DB2DC-4C9A-4742-B13C-FB6460FD3503}" type="slidenum">
              <a:rPr lang="zh-CN" altLang="en-US" sz="1400" dirty="0">
                <a:solidFill>
                  <a:srgbClr val="FFFFFF"/>
                </a:solidFill>
                <a:ea typeface="宋体" panose="02010600030101010101" pitchFamily="2" charset="-122"/>
              </a:rPr>
            </a:fld>
            <a:endParaRPr lang="zh-CN" altLang="en-US" sz="1400" dirty="0">
              <a:solidFill>
                <a:srgbClr val="FFFFFF"/>
              </a:solidFill>
              <a:ea typeface="宋体" panose="02010600030101010101" pitchFamily="2" charset="-122"/>
            </a:endParaRPr>
          </a:p>
        </p:txBody>
      </p:sp>
      <p:sp>
        <p:nvSpPr>
          <p:cNvPr id="291842" name="Rectangle 2"/>
          <p:cNvSpPr>
            <a:spLocks noGrp="1" noChangeArrowheads="1"/>
          </p:cNvSpPr>
          <p:nvPr>
            <p:ph idx="1"/>
          </p:nvPr>
        </p:nvSpPr>
        <p:spPr>
          <a:xfrm>
            <a:off x="575310" y="1512888"/>
            <a:ext cx="7362825" cy="4843463"/>
          </a:xfrm>
        </p:spPr>
        <p:txBody>
          <a:bodyPr vert="horz" wrap="square" lIns="91440" tIns="45720" rIns="91440" bIns="45720" numCol="1" anchor="t" anchorCtr="0" compatLnSpc="1"/>
          <a:p>
            <a:pPr marL="609600" marR="0" lvl="0" indent="-609600" algn="just"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AutoNum type="arabicParenR" startAt="3"/>
              <a:defRPr/>
            </a:pPr>
            <a:r>
              <a:rPr kumimoji="0" lang="zh-CN" altLang="en-US" sz="2200" b="1"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需求描述：编制需求分析阶段的文档</a:t>
            </a:r>
            <a:endParaRPr kumimoji="0" lang="zh-CN" altLang="en-US" sz="2200" b="1"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609600" marR="0" lvl="0" indent="-609600" algn="just"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None/>
              <a:defRPr/>
            </a:pPr>
            <a:endParaRPr kumimoji="0" lang="zh-CN" altLang="en-US" sz="2200" b="1"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990600" marR="0" lvl="1" indent="-533400" algn="just" defTabSz="914400" rtl="0" eaLnBrk="1" fontAlgn="base" latinLnBrk="0" hangingPunct="1">
              <a:lnSpc>
                <a:spcPct val="105000"/>
              </a:lnSpc>
              <a:spcBef>
                <a:spcPct val="15000"/>
              </a:spcBef>
              <a:spcAft>
                <a:spcPct val="0"/>
              </a:spcAft>
              <a:buClr>
                <a:schemeClr val="accent2"/>
              </a:buClr>
              <a:buSzPct val="85000"/>
              <a:buFont typeface="Wingdings" panose="05000000000000000000" pitchFamily="2" charset="2"/>
              <a:buChar char="l"/>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软件需求规格说明</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SRS</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endParaRPr>
          </a:p>
          <a:p>
            <a:pPr marL="990600" marR="0" lvl="1" indent="-533400" algn="just" defTabSz="914400" rtl="0" eaLnBrk="1" fontAlgn="base" latinLnBrk="0" hangingPunct="1">
              <a:lnSpc>
                <a:spcPct val="105000"/>
              </a:lnSpc>
              <a:spcBef>
                <a:spcPct val="15000"/>
              </a:spcBef>
              <a:spcAft>
                <a:spcPct val="0"/>
              </a:spcAft>
              <a:buClr>
                <a:schemeClr val="accent2"/>
              </a:buClr>
              <a:buSzPct val="85000"/>
              <a:buFont typeface="Wingdings" panose="05000000000000000000" pitchFamily="2" charset="2"/>
              <a:buChar char="l"/>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初步的用户手册 </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User Guide</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endParaRPr>
          </a:p>
          <a:p>
            <a:pPr marL="990600" marR="0" lvl="1" indent="-533400" algn="just" defTabSz="914400" rtl="0" eaLnBrk="1" fontAlgn="base" latinLnBrk="0" hangingPunct="1">
              <a:lnSpc>
                <a:spcPct val="105000"/>
              </a:lnSpc>
              <a:spcBef>
                <a:spcPct val="15000"/>
              </a:spcBef>
              <a:spcAft>
                <a:spcPct val="0"/>
              </a:spcAft>
              <a:buClr>
                <a:schemeClr val="accent2"/>
              </a:buClr>
              <a:buSzPct val="85000"/>
              <a:buFont typeface="Wingdings" panose="05000000000000000000" pitchFamily="2" charset="2"/>
              <a:buChar char="l"/>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确认测试计划；</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endParaRPr>
          </a:p>
          <a:p>
            <a:pPr marL="990600" marR="0" lvl="1" indent="-533400" algn="just" defTabSz="914400" rtl="0" eaLnBrk="1" fontAlgn="base" latinLnBrk="0" hangingPunct="1">
              <a:lnSpc>
                <a:spcPct val="105000"/>
              </a:lnSpc>
              <a:spcBef>
                <a:spcPct val="15000"/>
              </a:spcBef>
              <a:spcAft>
                <a:spcPct val="0"/>
              </a:spcAft>
              <a:buClr>
                <a:schemeClr val="accent2"/>
              </a:buClr>
              <a:buSzPct val="85000"/>
              <a:buFont typeface="Wingdings" panose="05000000000000000000" pitchFamily="2" charset="2"/>
              <a:buChar char="l"/>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修改和完善软件开发计划。</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endParaRPr>
          </a:p>
          <a:p>
            <a:pPr marL="990600" marR="0" lvl="1" indent="-533400" algn="just" defTabSz="914400" rtl="0" eaLnBrk="1" fontAlgn="base" latinLnBrk="0" hangingPunct="1">
              <a:lnSpc>
                <a:spcPct val="105000"/>
              </a:lnSpc>
              <a:spcBef>
                <a:spcPct val="15000"/>
              </a:spcBef>
              <a:spcAft>
                <a:spcPct val="0"/>
              </a:spcAft>
              <a:buClr>
                <a:schemeClr val="accent2"/>
              </a:buClr>
              <a:buSzPct val="85000"/>
              <a:buFont typeface="Wingdings" panose="05000000000000000000" pitchFamily="2" charset="2"/>
              <a:buChar char="l"/>
              <a:defRPr/>
            </a:pP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endParaRPr>
          </a:p>
          <a:p>
            <a:pPr marL="609600" marR="0" lvl="0" indent="-609600" algn="just"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AutoNum type="arabicParenR" startAt="4"/>
              <a:defRPr/>
            </a:pPr>
            <a:r>
              <a:rPr kumimoji="0" lang="zh-CN" altLang="en-US" sz="2200" b="1"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需求评审</a:t>
            </a:r>
            <a:r>
              <a:rPr kumimoji="0" lang="en-US" altLang="zh-CN" sz="2200" b="1"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a:t>
            </a:r>
            <a:r>
              <a:rPr kumimoji="0" lang="zh-CN" altLang="en-US" sz="2200" b="1"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rPr>
              <a:t>验证）</a:t>
            </a:r>
            <a:endParaRPr kumimoji="0" lang="zh-CN" altLang="en-US" sz="2200" b="1"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609600" marR="0" lvl="0" indent="-609600" algn="just" defTabSz="914400" rtl="0" eaLnBrk="1" fontAlgn="base" latinLnBrk="0" hangingPunct="1">
              <a:lnSpc>
                <a:spcPct val="105000"/>
              </a:lnSpc>
              <a:spcBef>
                <a:spcPct val="20000"/>
              </a:spcBef>
              <a:spcAft>
                <a:spcPct val="0"/>
              </a:spcAft>
              <a:buClr>
                <a:srgbClr val="990099"/>
              </a:buClr>
              <a:buSzPct val="70000"/>
              <a:buFont typeface="Wingdings" panose="05000000000000000000" pitchFamily="2" charset="2"/>
              <a:buAutoNum type="arabicParenR" startAt="4"/>
              <a:defRPr/>
            </a:pPr>
            <a:endParaRPr kumimoji="0" lang="zh-CN" altLang="en-US" sz="2200" b="1"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仿宋_GB2312" pitchFamily="49" charset="-122"/>
              <a:cs typeface="+mn-cs"/>
            </a:endParaRPr>
          </a:p>
          <a:p>
            <a:pPr marL="990600" marR="0" lvl="1" indent="-533400" algn="just" defTabSz="914400" rtl="0" eaLnBrk="1" fontAlgn="base" latinLnBrk="0" hangingPunct="1">
              <a:lnSpc>
                <a:spcPct val="105000"/>
              </a:lnSpc>
              <a:spcBef>
                <a:spcPct val="20000"/>
              </a:spcBef>
              <a:spcAft>
                <a:spcPct val="0"/>
              </a:spcAft>
              <a:buClr>
                <a:schemeClr val="accent2"/>
              </a:buClr>
              <a:buSzPct val="85000"/>
              <a:buFont typeface="Wingdings" panose="05000000000000000000" pitchFamily="2" charset="2"/>
              <a:buChar char="l"/>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作为需求分析阶段工作的复查手段，应该对</a:t>
            </a:r>
            <a:r>
              <a:rPr kumimoji="0" lang="zh-CN" altLang="en-US" sz="2200" b="1" i="0" u="none" strike="noStrike" kern="0" cap="none" spc="0" normalizeH="0" baseline="0" noProof="0">
                <a:ln>
                  <a:noFill/>
                </a:ln>
                <a:solidFill>
                  <a:srgbClr val="CC3300"/>
                </a:solidFill>
                <a:effectLst>
                  <a:outerShdw blurRad="38100" dist="38100" dir="2700000" algn="tl">
                    <a:srgbClr val="C0C0C0"/>
                  </a:outerShdw>
                </a:effectLst>
                <a:uLnTx/>
                <a:uFillTx/>
                <a:latin typeface="Times New Roman" panose="02020603050405020304" pitchFamily="18" charset="0"/>
                <a:ea typeface="仿宋_GB2312" pitchFamily="49" charset="-122"/>
              </a:rPr>
              <a:t>功能的正确性</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a:t>
            </a:r>
            <a:r>
              <a:rPr kumimoji="0" lang="zh-CN" altLang="en-US" sz="2200" b="1" i="0" u="none" strike="noStrike" kern="0" cap="none" spc="0" normalizeH="0" baseline="0" noProof="0">
                <a:ln>
                  <a:noFill/>
                </a:ln>
                <a:solidFill>
                  <a:srgbClr val="CC3300"/>
                </a:solidFill>
                <a:effectLst>
                  <a:outerShdw blurRad="38100" dist="38100" dir="2700000" algn="tl">
                    <a:srgbClr val="C0C0C0"/>
                  </a:outerShdw>
                </a:effectLst>
                <a:uLnTx/>
                <a:uFillTx/>
                <a:latin typeface="Times New Roman" panose="02020603050405020304" pitchFamily="18" charset="0"/>
                <a:ea typeface="仿宋_GB2312" pitchFamily="49" charset="-122"/>
              </a:rPr>
              <a:t>文档的一致性</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a:t>
            </a:r>
            <a:r>
              <a:rPr kumimoji="0" lang="zh-CN" altLang="en-US" sz="2200" b="1" i="0" u="none" strike="noStrike" kern="0" cap="none" spc="0" normalizeH="0" baseline="0" noProof="0">
                <a:ln>
                  <a:noFill/>
                </a:ln>
                <a:solidFill>
                  <a:srgbClr val="CC3300"/>
                </a:solidFill>
                <a:effectLst>
                  <a:outerShdw blurRad="38100" dist="38100" dir="2700000" algn="tl">
                    <a:srgbClr val="C0C0C0"/>
                  </a:outerShdw>
                </a:effectLst>
                <a:uLnTx/>
                <a:uFillTx/>
                <a:latin typeface="Times New Roman" panose="02020603050405020304" pitchFamily="18" charset="0"/>
                <a:ea typeface="仿宋_GB2312" pitchFamily="49" charset="-122"/>
              </a:rPr>
              <a:t>完备性</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a:t>
            </a:r>
            <a:r>
              <a:rPr kumimoji="0" lang="zh-CN" altLang="en-US" sz="2200" b="1" i="0" u="none" strike="noStrike" kern="0" cap="none" spc="0" normalizeH="0" baseline="0" noProof="0">
                <a:ln>
                  <a:noFill/>
                </a:ln>
                <a:solidFill>
                  <a:srgbClr val="CC3300"/>
                </a:solidFill>
                <a:effectLst>
                  <a:outerShdw blurRad="38100" dist="38100" dir="2700000" algn="tl">
                    <a:srgbClr val="C0C0C0"/>
                  </a:outerShdw>
                </a:effectLst>
                <a:uLnTx/>
                <a:uFillTx/>
                <a:latin typeface="Times New Roman" panose="02020603050405020304" pitchFamily="18" charset="0"/>
                <a:ea typeface="仿宋_GB2312" pitchFamily="49" charset="-122"/>
              </a:rPr>
              <a:t>准确性</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和</a:t>
            </a:r>
            <a:r>
              <a:rPr kumimoji="0" lang="zh-CN" altLang="en-US" sz="2200" b="1" i="0" u="none" strike="noStrike" kern="0" cap="none" spc="0" normalizeH="0" baseline="0" noProof="0">
                <a:ln>
                  <a:noFill/>
                </a:ln>
                <a:solidFill>
                  <a:srgbClr val="CC3300"/>
                </a:solidFill>
                <a:effectLst>
                  <a:outerShdw blurRad="38100" dist="38100" dir="2700000" algn="tl">
                    <a:srgbClr val="C0C0C0"/>
                  </a:outerShdw>
                </a:effectLst>
                <a:uLnTx/>
                <a:uFillTx/>
                <a:latin typeface="Times New Roman" panose="02020603050405020304" pitchFamily="18" charset="0"/>
                <a:ea typeface="仿宋_GB2312" pitchFamily="49" charset="-122"/>
              </a:rPr>
              <a:t>清晰性</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rPr>
              <a:t>，以及其它需求给予评价。</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仿宋_GB2312" pitchFamily="49"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用例</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1267" name="内容占位符 2"/>
          <p:cNvSpPr>
            <a:spLocks noGrp="1"/>
          </p:cNvSpPr>
          <p:nvPr>
            <p:ph sz="quarter" idx="1"/>
          </p:nvPr>
        </p:nvSpPr>
        <p:spPr/>
        <p:txBody>
          <a:bodyPr vert="horz" wrap="square" lIns="91440" tIns="45720" rIns="91440" bIns="45720" anchor="t" anchorCtr="0"/>
          <a:p>
            <a:pPr eaLnBrk="1" hangingPunct="1">
              <a:buClr>
                <a:schemeClr val="accent1"/>
              </a:buClr>
              <a:buSzPct val="70000"/>
              <a:buFont typeface="Wingdings" panose="05000000000000000000" pitchFamily="2" charset="2"/>
            </a:pPr>
            <a:r>
              <a:rPr lang="zh-CN" altLang="en-US" dirty="0">
                <a:ea typeface="宋体" panose="02010600030101010101" pitchFamily="2" charset="-122"/>
              </a:rPr>
              <a:t>用例建模的主要目标：</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将需求规约变为可视化模型，并得到用户确认； </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给出清晰、一致的关于系统做什么的描述，确定系统的功能要求； </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提供从功能需求到系统分析、设计、实现各阶段的度量标准； </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为最终系统测试提供基准，据此验证系统是否达到功能要求； </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为项目目标进度管理和风险管理提供依据。 </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11268"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Char char="•"/>
            </a:pPr>
            <a:fld id="{9A0DB2DC-4C9A-4742-B13C-FB6460FD3503}" type="slidenum">
              <a:rPr lang="zh-CN" altLang="en-US" sz="1400" dirty="0">
                <a:solidFill>
                  <a:srgbClr val="FFFFFF"/>
                </a:solidFill>
                <a:ea typeface="宋体" panose="02010600030101010101" pitchFamily="2" charset="-122"/>
              </a:rPr>
            </a:fld>
            <a:endParaRPr lang="zh-CN" altLang="en-US" sz="1400" dirty="0">
              <a:solidFill>
                <a:srgbClr val="FFFFFF"/>
              </a:solidFill>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用例图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2291" name="内容占位符 2"/>
          <p:cNvSpPr>
            <a:spLocks noGrp="1"/>
          </p:cNvSpPr>
          <p:nvPr>
            <p:ph sz="quarter" idx="1"/>
          </p:nvPr>
        </p:nvSpPr>
        <p:spPr>
          <a:xfrm>
            <a:off x="457200" y="1600200"/>
            <a:ext cx="7643813" cy="4873625"/>
          </a:xfrm>
        </p:spPr>
        <p:txBody>
          <a:bodyPr vert="horz" wrap="square" lIns="91440" tIns="45720" rIns="91440" bIns="45720" anchor="t" anchorCtr="0"/>
          <a:p>
            <a:pPr eaLnBrk="1" hangingPunct="1">
              <a:buClr>
                <a:schemeClr val="accent1"/>
              </a:buClr>
              <a:buSzPct val="70000"/>
              <a:buFont typeface="Wingdings" panose="05000000000000000000" pitchFamily="2" charset="2"/>
            </a:pPr>
            <a:r>
              <a:rPr lang="zh-CN" altLang="en-US" dirty="0">
                <a:ea typeface="宋体" panose="02010600030101010101" pitchFamily="2" charset="-122"/>
              </a:rPr>
              <a:t> 任何一个涉及到系统功能活动的人都会用到用例模型。</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客户：用例模型指明了系统的功能，描述了系统能如何使用。用例建模时客户的积极参与是十分重要的。</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开发者：用例模型帮助他们理解系统要做什么，同时为以后的其它模型建模、结构设计、实现等提供依据。</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集成测试和系统测试人员：根据用例来测试系统，以验证系统是否完成了用例指定的功能。</a:t>
            </a:r>
            <a:endParaRPr lang="zh-CN" altLang="en-US" dirty="0">
              <a:ea typeface="宋体" panose="02010600030101010101" pitchFamily="2" charset="-122"/>
            </a:endParaRPr>
          </a:p>
        </p:txBody>
      </p:sp>
      <p:sp>
        <p:nvSpPr>
          <p:cNvPr id="12292"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Char char="•"/>
            </a:pPr>
            <a:fld id="{9A0DB2DC-4C9A-4742-B13C-FB6460FD3503}" type="slidenum">
              <a:rPr lang="zh-CN" altLang="en-US" sz="1400" dirty="0">
                <a:solidFill>
                  <a:srgbClr val="FFFFFF"/>
                </a:solidFill>
                <a:ea typeface="宋体" panose="02010600030101010101" pitchFamily="2" charset="-122"/>
              </a:rPr>
            </a:fld>
            <a:endParaRPr lang="zh-CN" altLang="en-US" sz="1400" dirty="0">
              <a:solidFill>
                <a:srgbClr val="FFFFFF"/>
              </a:solidFill>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用例</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5" name="内容占位符 2"/>
          <p:cNvSpPr>
            <a:spLocks noGrp="1"/>
          </p:cNvSpPr>
          <p:nvPr>
            <p:ph sz="quarter" idx="1"/>
          </p:nvPr>
        </p:nvSpPr>
        <p:spPr/>
        <p:txBody>
          <a:bodyPr vert="horz" wrap="square" lIns="91440" tIns="45720" rIns="91440" bIns="45720" anchor="t" anchorCtr="0"/>
          <a:p>
            <a:pPr eaLnBrk="1" hangingPunct="1">
              <a:buClr>
                <a:schemeClr val="accent1"/>
              </a:buClr>
              <a:buSzPct val="70000"/>
              <a:buFont typeface="Wingdings" panose="05000000000000000000" pitchFamily="2" charset="2"/>
            </a:pPr>
            <a:r>
              <a:rPr lang="zh-CN" altLang="en-US" dirty="0">
                <a:ea typeface="宋体" panose="02010600030101010101" pitchFamily="2" charset="-122"/>
              </a:rPr>
              <a:t>创建用例模型的步骤：</a:t>
            </a:r>
            <a:endParaRPr lang="zh-CN" altLang="en-US" dirty="0">
              <a:ea typeface="宋体" panose="02010600030101010101" pitchFamily="2" charset="-122"/>
            </a:endParaRPr>
          </a:p>
          <a:p>
            <a:pPr marL="822325" lvl="1" indent="-457200" eaLnBrk="1" hangingPunct="1">
              <a:buClr>
                <a:schemeClr val="accent1"/>
              </a:buClr>
              <a:buSzPct val="80000"/>
              <a:buFontTx/>
              <a:buAutoNum type="circleNumDbPlain"/>
            </a:pPr>
            <a:r>
              <a:rPr lang="zh-CN" altLang="en-US" dirty="0">
                <a:ea typeface="宋体" panose="02010600030101010101" pitchFamily="2" charset="-122"/>
              </a:rPr>
              <a:t>确定系统的范围和边界； </a:t>
            </a:r>
            <a:endParaRPr lang="zh-CN" altLang="en-US" dirty="0">
              <a:ea typeface="宋体" panose="02010600030101010101" pitchFamily="2" charset="-122"/>
            </a:endParaRPr>
          </a:p>
          <a:p>
            <a:pPr marL="822325" lvl="1" indent="-457200" eaLnBrk="1" hangingPunct="1">
              <a:buClr>
                <a:schemeClr val="accent1"/>
              </a:buClr>
              <a:buSzPct val="80000"/>
              <a:buFontTx/>
              <a:buAutoNum type="circleNumDbPlain"/>
            </a:pPr>
            <a:r>
              <a:rPr lang="zh-CN" altLang="en-US" dirty="0">
                <a:ea typeface="宋体" panose="02010600030101010101" pitchFamily="2" charset="-122"/>
              </a:rPr>
              <a:t>确定系统的行为者和用例； </a:t>
            </a:r>
            <a:endParaRPr lang="zh-CN" altLang="en-US" dirty="0">
              <a:ea typeface="宋体" panose="02010600030101010101" pitchFamily="2" charset="-122"/>
            </a:endParaRPr>
          </a:p>
          <a:p>
            <a:pPr marL="822325" lvl="1" indent="-457200" eaLnBrk="1" hangingPunct="1">
              <a:buClr>
                <a:schemeClr val="accent1"/>
              </a:buClr>
              <a:buSzPct val="80000"/>
              <a:buFontTx/>
              <a:buAutoNum type="circleNumDbPlain"/>
            </a:pPr>
            <a:r>
              <a:rPr lang="zh-CN" altLang="en-US" dirty="0">
                <a:ea typeface="宋体" panose="02010600030101010101" pitchFamily="2" charset="-122"/>
              </a:rPr>
              <a:t>对用例进行描述； </a:t>
            </a:r>
            <a:endParaRPr lang="zh-CN" altLang="en-US" dirty="0">
              <a:ea typeface="宋体" panose="02010600030101010101" pitchFamily="2" charset="-122"/>
            </a:endParaRPr>
          </a:p>
          <a:p>
            <a:pPr marL="822325" lvl="1" indent="-457200" eaLnBrk="1" hangingPunct="1">
              <a:buClr>
                <a:schemeClr val="accent1"/>
              </a:buClr>
              <a:buSzPct val="80000"/>
              <a:buFontTx/>
              <a:buAutoNum type="circleNumDbPlain"/>
            </a:pPr>
            <a:r>
              <a:rPr lang="zh-CN" altLang="en-US" dirty="0">
                <a:ea typeface="宋体" panose="02010600030101010101" pitchFamily="2" charset="-122"/>
              </a:rPr>
              <a:t>定义用例之间的关系； </a:t>
            </a:r>
            <a:endParaRPr lang="zh-CN" altLang="en-US" dirty="0">
              <a:ea typeface="宋体" panose="02010600030101010101" pitchFamily="2" charset="-122"/>
            </a:endParaRPr>
          </a:p>
          <a:p>
            <a:pPr marL="822325" lvl="1" indent="-457200" eaLnBrk="1" hangingPunct="1">
              <a:buClr>
                <a:schemeClr val="accent1"/>
              </a:buClr>
              <a:buSzPct val="80000"/>
              <a:buFontTx/>
              <a:buAutoNum type="circleNumDbPlain"/>
            </a:pPr>
            <a:r>
              <a:rPr lang="zh-CN" altLang="en-US" dirty="0">
                <a:ea typeface="宋体" panose="02010600030101010101" pitchFamily="2" charset="-122"/>
              </a:rPr>
              <a:t>审核用例模型。 </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buNone/>
            </a:pP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13316"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Char char="•"/>
            </a:pPr>
            <a:fld id="{9A0DB2DC-4C9A-4742-B13C-FB6460FD3503}" type="slidenum">
              <a:rPr lang="zh-CN" altLang="en-US" sz="1400" dirty="0">
                <a:solidFill>
                  <a:srgbClr val="FFFFFF"/>
                </a:solidFill>
                <a:ea typeface="宋体" panose="02010600030101010101" pitchFamily="2" charset="-122"/>
              </a:rPr>
            </a:fld>
            <a:endParaRPr lang="zh-CN" altLang="en-US" sz="1400" dirty="0">
              <a:solidFill>
                <a:srgbClr val="FFFFFF"/>
              </a:solidFill>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用例图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Char char="•"/>
            </a:pPr>
            <a:fld id="{9A0DB2DC-4C9A-4742-B13C-FB6460FD3503}" type="slidenum">
              <a:rPr lang="zh-CN" altLang="en-US" sz="1400" dirty="0">
                <a:solidFill>
                  <a:srgbClr val="FFFFFF"/>
                </a:solidFill>
                <a:ea typeface="宋体" panose="02010600030101010101" pitchFamily="2" charset="-122"/>
              </a:rPr>
            </a:fld>
            <a:endParaRPr lang="zh-CN" altLang="en-US" sz="1400" dirty="0">
              <a:solidFill>
                <a:srgbClr val="FFFFFF"/>
              </a:solidFill>
              <a:ea typeface="宋体" panose="02010600030101010101" pitchFamily="2" charset="-122"/>
            </a:endParaRPr>
          </a:p>
        </p:txBody>
      </p:sp>
      <p:sp>
        <p:nvSpPr>
          <p:cNvPr id="24582" name="Rectangle 3"/>
          <p:cNvSpPr>
            <a:spLocks noGrp="1" noChangeArrowheads="1"/>
          </p:cNvSpPr>
          <p:nvPr>
            <p:ph type="body" sz="half" idx="1"/>
          </p:nvPr>
        </p:nvSpPr>
        <p:spPr>
          <a:xfrm>
            <a:off x="443230" y="1556385"/>
            <a:ext cx="7686675" cy="4835525"/>
          </a:xfrm>
        </p:spPr>
        <p:txBody>
          <a:bodyPr vert="horz" wrap="square" lIns="91440" tIns="45720" rIns="91440" bIns="45720" numCol="1" anchor="t" anchorCtr="0" compatLnSpc="1"/>
          <a:p>
            <a:pPr marL="381000" marR="0" lvl="0" indent="-381000" algn="l" defTabSz="914400" rtl="0" eaLnBrk="1" fontAlgn="base" latinLnBrk="0" hangingPunct="1">
              <a:lnSpc>
                <a:spcPct val="100000"/>
              </a:lnSpc>
              <a:spcBef>
                <a:spcPct val="20000"/>
              </a:spcBef>
              <a:spcAft>
                <a:spcPct val="0"/>
              </a:spcAft>
              <a:buClr>
                <a:srgbClr val="000099"/>
              </a:buClr>
              <a:buSzPct val="70000"/>
              <a:buFont typeface="Wingdings" panose="05000000000000000000" pitchFamily="2" charset="2"/>
              <a:buChar char="ü"/>
              <a:defRPr/>
            </a:pPr>
            <a:r>
              <a:rPr kumimoji="0" lang="zh-TW" altLang="en-US" sz="2500" b="1" i="0" u="none" strike="noStrike" kern="0" cap="none" spc="0" normalizeH="0" baseline="0" noProof="0">
                <a:ln>
                  <a:noFill/>
                </a:ln>
                <a:solidFill>
                  <a:schemeClr val="tx1"/>
                </a:solidFill>
                <a:effectLst/>
                <a:uLnTx/>
                <a:uFillTx/>
                <a:latin typeface="华文宋体" panose="02010600040101010101" charset="-122"/>
                <a:ea typeface="华文宋体" panose="02010600040101010101" charset="-122"/>
                <a:cs typeface="+mn-cs"/>
              </a:rPr>
              <a:t>一种描述功能性需求的方法</a:t>
            </a:r>
            <a:endParaRPr kumimoji="0" lang="zh-TW" altLang="en-US" sz="2500" b="1" i="0" u="none" strike="noStrike" kern="0" cap="none" spc="0" normalizeH="0" baseline="0" noProof="0">
              <a:ln>
                <a:noFill/>
              </a:ln>
              <a:solidFill>
                <a:schemeClr val="tx1"/>
              </a:solidFill>
              <a:effectLst/>
              <a:uLnTx/>
              <a:uFillTx/>
              <a:latin typeface="华文宋体" panose="02010600040101010101" charset="-122"/>
              <a:ea typeface="华文宋体" panose="02010600040101010101" charset="-122"/>
              <a:cs typeface="+mn-cs"/>
            </a:endParaRPr>
          </a:p>
          <a:p>
            <a:pPr marL="381000" marR="0" lvl="0" indent="-381000" algn="l" defTabSz="914400" rtl="0" eaLnBrk="1" fontAlgn="base" latinLnBrk="0" hangingPunct="1">
              <a:lnSpc>
                <a:spcPct val="100000"/>
              </a:lnSpc>
              <a:spcBef>
                <a:spcPct val="20000"/>
              </a:spcBef>
              <a:spcAft>
                <a:spcPct val="0"/>
              </a:spcAft>
              <a:buClr>
                <a:srgbClr val="000099"/>
              </a:buClr>
              <a:buSzPct val="70000"/>
              <a:buFont typeface="Wingdings" panose="05000000000000000000" pitchFamily="2" charset="2"/>
              <a:buChar char="ü"/>
              <a:defRPr/>
            </a:pPr>
            <a:r>
              <a:rPr kumimoji="0" lang="zh-TW" altLang="en-US" sz="2500" b="1" i="0" u="none" strike="noStrike" kern="0" cap="none" spc="0" normalizeH="0" baseline="0" noProof="0">
                <a:ln>
                  <a:noFill/>
                </a:ln>
                <a:solidFill>
                  <a:schemeClr val="tx1"/>
                </a:solidFill>
                <a:effectLst/>
                <a:uLnTx/>
                <a:uFillTx/>
                <a:latin typeface="华文宋体" panose="02010600040101010101" charset="-122"/>
                <a:ea typeface="华文宋体" panose="02010600040101010101" charset="-122"/>
                <a:cs typeface="+mn-cs"/>
              </a:rPr>
              <a:t>清晰地定义系统边界</a:t>
            </a:r>
            <a:endParaRPr kumimoji="0" lang="zh-TW" altLang="en-US" sz="2500" b="1" i="0" u="none" strike="noStrike" kern="0" cap="none" spc="0" normalizeH="0" baseline="0" noProof="0">
              <a:ln>
                <a:noFill/>
              </a:ln>
              <a:solidFill>
                <a:schemeClr val="tx1"/>
              </a:solidFill>
              <a:effectLst/>
              <a:uLnTx/>
              <a:uFillTx/>
              <a:latin typeface="华文宋体" panose="02010600040101010101" charset="-122"/>
              <a:ea typeface="华文宋体" panose="02010600040101010101" charset="-122"/>
              <a:cs typeface="+mn-cs"/>
            </a:endParaRPr>
          </a:p>
          <a:p>
            <a:pPr marL="381000" marR="0" lvl="0" indent="-381000" algn="l" defTabSz="914400" rtl="0" eaLnBrk="1" fontAlgn="base" latinLnBrk="0" hangingPunct="1">
              <a:lnSpc>
                <a:spcPct val="100000"/>
              </a:lnSpc>
              <a:spcBef>
                <a:spcPct val="20000"/>
              </a:spcBef>
              <a:spcAft>
                <a:spcPct val="0"/>
              </a:spcAft>
              <a:buClr>
                <a:srgbClr val="000099"/>
              </a:buClr>
              <a:buSzPct val="70000"/>
              <a:buFont typeface="Wingdings" panose="05000000000000000000" pitchFamily="2" charset="2"/>
              <a:buChar char="ü"/>
              <a:defRPr/>
            </a:pPr>
            <a:r>
              <a:rPr kumimoji="0" lang="zh-TW" altLang="en-US" sz="2500" b="1" i="0" u="none" strike="noStrike" kern="0" cap="none" spc="0" normalizeH="0" baseline="0" noProof="0">
                <a:ln>
                  <a:noFill/>
                </a:ln>
                <a:solidFill>
                  <a:schemeClr val="tx1"/>
                </a:solidFill>
                <a:effectLst/>
                <a:uLnTx/>
                <a:uFillTx/>
                <a:latin typeface="华文宋体" panose="02010600040101010101" charset="-122"/>
                <a:ea typeface="华文宋体" panose="02010600040101010101" charset="-122"/>
                <a:cs typeface="+mn-cs"/>
              </a:rPr>
              <a:t>详细描述系统与外部环境的交互</a:t>
            </a:r>
            <a:endParaRPr kumimoji="0" lang="zh-TW" altLang="en-US" sz="2500" b="1" i="0" u="none" strike="noStrike" kern="0" cap="none" spc="0" normalizeH="0" baseline="0" noProof="0">
              <a:ln>
                <a:noFill/>
              </a:ln>
              <a:solidFill>
                <a:schemeClr val="tx1"/>
              </a:solidFill>
              <a:effectLst/>
              <a:uLnTx/>
              <a:uFillTx/>
              <a:latin typeface="华文宋体" panose="02010600040101010101" charset="-122"/>
              <a:ea typeface="华文宋体" panose="02010600040101010101" charset="-122"/>
              <a:cs typeface="+mn-cs"/>
            </a:endParaRPr>
          </a:p>
          <a:p>
            <a:pPr marL="381000" marR="0" lvl="0" indent="-381000" algn="l" defTabSz="914400" rtl="0" eaLnBrk="1" fontAlgn="base" latinLnBrk="0" hangingPunct="1">
              <a:lnSpc>
                <a:spcPct val="100000"/>
              </a:lnSpc>
              <a:spcBef>
                <a:spcPct val="20000"/>
              </a:spcBef>
              <a:spcAft>
                <a:spcPct val="0"/>
              </a:spcAft>
              <a:buClr>
                <a:srgbClr val="000099"/>
              </a:buClr>
              <a:buSzPct val="70000"/>
              <a:buFont typeface="Wingdings" panose="05000000000000000000" pitchFamily="2" charset="2"/>
              <a:buNone/>
              <a:defRPr/>
            </a:pPr>
            <a:endParaRPr kumimoji="0" lang="zh-TW" altLang="en-US" sz="2500" b="1" i="0" u="none" strike="noStrike" kern="0" cap="none" spc="0" normalizeH="0" baseline="0" noProof="0">
              <a:ln>
                <a:noFill/>
              </a:ln>
              <a:solidFill>
                <a:schemeClr val="tx1"/>
              </a:solidFill>
              <a:effectLst/>
              <a:uLnTx/>
              <a:uFillTx/>
              <a:latin typeface="华文宋体" panose="02010600040101010101" charset="-122"/>
              <a:ea typeface="华文宋体" panose="02010600040101010101" charset="-122"/>
              <a:cs typeface="+mn-cs"/>
            </a:endParaRPr>
          </a:p>
        </p:txBody>
      </p:sp>
      <p:grpSp>
        <p:nvGrpSpPr>
          <p:cNvPr id="26629" name="Group 5"/>
          <p:cNvGrpSpPr/>
          <p:nvPr/>
        </p:nvGrpSpPr>
        <p:grpSpPr>
          <a:xfrm>
            <a:off x="1268095" y="3361690"/>
            <a:ext cx="5903913" cy="2447925"/>
            <a:chOff x="703" y="2160"/>
            <a:chExt cx="3719" cy="1542"/>
          </a:xfrm>
        </p:grpSpPr>
        <p:grpSp>
          <p:nvGrpSpPr>
            <p:cNvPr id="26632" name="Group 6"/>
            <p:cNvGrpSpPr/>
            <p:nvPr/>
          </p:nvGrpSpPr>
          <p:grpSpPr>
            <a:xfrm>
              <a:off x="793" y="2523"/>
              <a:ext cx="442" cy="505"/>
              <a:chOff x="7654" y="3380"/>
              <a:chExt cx="554" cy="754"/>
            </a:xfrm>
          </p:grpSpPr>
          <p:sp>
            <p:nvSpPr>
              <p:cNvPr id="24613" name="Oval 7"/>
              <p:cNvSpPr>
                <a:spLocks noChangeArrowheads="1"/>
              </p:cNvSpPr>
              <p:nvPr/>
            </p:nvSpPr>
            <p:spPr bwMode="auto">
              <a:xfrm>
                <a:off x="7804" y="3380"/>
                <a:ext cx="253" cy="248"/>
              </a:xfrm>
              <a:prstGeom prst="ellipse">
                <a:avLst/>
              </a:prstGeom>
              <a:noFill/>
              <a:ln w="28575">
                <a:solidFill>
                  <a:srgbClr val="993366"/>
                </a:solidFill>
                <a:rou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ea typeface="+mn-ea"/>
                  <a:cs typeface="+mn-cs"/>
                </a:endParaRPr>
              </a:p>
            </p:txBody>
          </p:sp>
          <p:sp>
            <p:nvSpPr>
              <p:cNvPr id="24614" name="Line 8"/>
              <p:cNvSpPr>
                <a:spLocks noChangeShapeType="1"/>
              </p:cNvSpPr>
              <p:nvPr/>
            </p:nvSpPr>
            <p:spPr bwMode="auto">
              <a:xfrm>
                <a:off x="7931" y="3629"/>
                <a:ext cx="1" cy="233"/>
              </a:xfrm>
              <a:prstGeom prst="line">
                <a:avLst/>
              </a:prstGeom>
              <a:noFill/>
              <a:ln w="28575">
                <a:solidFill>
                  <a:srgbClr val="993366"/>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ea typeface="+mn-ea"/>
                  <a:cs typeface="+mn-cs"/>
                </a:endParaRPr>
              </a:p>
            </p:txBody>
          </p:sp>
          <p:sp>
            <p:nvSpPr>
              <p:cNvPr id="24615" name="Line 9"/>
              <p:cNvSpPr>
                <a:spLocks noChangeShapeType="1"/>
              </p:cNvSpPr>
              <p:nvPr/>
            </p:nvSpPr>
            <p:spPr bwMode="auto">
              <a:xfrm>
                <a:off x="7730" y="3695"/>
                <a:ext cx="401" cy="1"/>
              </a:xfrm>
              <a:prstGeom prst="line">
                <a:avLst/>
              </a:prstGeom>
              <a:noFill/>
              <a:ln w="28575">
                <a:solidFill>
                  <a:srgbClr val="993366"/>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ea typeface="+mn-ea"/>
                  <a:cs typeface="+mn-cs"/>
                </a:endParaRPr>
              </a:p>
            </p:txBody>
          </p:sp>
          <p:sp>
            <p:nvSpPr>
              <p:cNvPr id="24616" name="Freeform 10"/>
              <p:cNvSpPr/>
              <p:nvPr/>
            </p:nvSpPr>
            <p:spPr bwMode="auto">
              <a:xfrm>
                <a:off x="7654" y="3862"/>
                <a:ext cx="554" cy="272"/>
              </a:xfrm>
              <a:custGeom>
                <a:avLst/>
                <a:gdLst>
                  <a:gd name="T0" fmla="*/ 0 w 108"/>
                  <a:gd name="T1" fmla="*/ 272 h 54"/>
                  <a:gd name="T2" fmla="*/ 277 w 108"/>
                  <a:gd name="T3" fmla="*/ 0 h 54"/>
                  <a:gd name="T4" fmla="*/ 554 w 108"/>
                  <a:gd name="T5" fmla="*/ 272 h 54"/>
                  <a:gd name="T6" fmla="*/ 0 60000 65536"/>
                  <a:gd name="T7" fmla="*/ 0 60000 65536"/>
                  <a:gd name="T8" fmla="*/ 0 60000 65536"/>
                </a:gdLst>
                <a:ahLst/>
                <a:cxnLst>
                  <a:cxn ang="T6">
                    <a:pos x="T0" y="T1"/>
                  </a:cxn>
                  <a:cxn ang="T7">
                    <a:pos x="T2" y="T3"/>
                  </a:cxn>
                  <a:cxn ang="T8">
                    <a:pos x="T4" y="T5"/>
                  </a:cxn>
                </a:cxnLst>
                <a:rect l="0" t="0" r="r" b="b"/>
                <a:pathLst>
                  <a:path w="108" h="54">
                    <a:moveTo>
                      <a:pt x="0" y="54"/>
                    </a:moveTo>
                    <a:lnTo>
                      <a:pt x="54" y="0"/>
                    </a:lnTo>
                    <a:lnTo>
                      <a:pt x="108" y="54"/>
                    </a:lnTo>
                  </a:path>
                </a:pathLst>
              </a:custGeom>
              <a:noFill/>
              <a:ln w="28575" cmpd="sng">
                <a:solidFill>
                  <a:srgbClr val="993366"/>
                </a:solidFill>
                <a:prstDash val="solid"/>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ea typeface="+mn-ea"/>
                  <a:cs typeface="+mn-cs"/>
                </a:endParaRPr>
              </a:p>
            </p:txBody>
          </p:sp>
        </p:grpSp>
        <p:sp>
          <p:nvSpPr>
            <p:cNvPr id="24586" name="Oval 11"/>
            <p:cNvSpPr>
              <a:spLocks noChangeArrowheads="1"/>
            </p:cNvSpPr>
            <p:nvPr/>
          </p:nvSpPr>
          <p:spPr bwMode="auto">
            <a:xfrm>
              <a:off x="1882" y="2296"/>
              <a:ext cx="624" cy="288"/>
            </a:xfrm>
            <a:prstGeom prst="ellipse">
              <a:avLst/>
            </a:prstGeom>
            <a:noFill/>
            <a:ln w="28575">
              <a:solidFill>
                <a:srgbClr val="993366"/>
              </a:solidFill>
              <a:round/>
              <a:headEnd type="none" w="sm" len="sm"/>
              <a:tailEnd type="none" w="lg" len="lg"/>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TW" altLang="en-US" sz="2000" b="0" i="0" u="none" strike="noStrike" kern="1200" cap="none" spc="0" normalizeH="0" baseline="0" noProof="0">
                  <a:ln>
                    <a:noFill/>
                  </a:ln>
                  <a:solidFill>
                    <a:srgbClr val="993366"/>
                  </a:solidFill>
                  <a:effectLst/>
                  <a:uLnTx/>
                  <a:uFillTx/>
                  <a:latin typeface="+mn-ea"/>
                  <a:ea typeface="+mn-ea"/>
                  <a:cs typeface="+mn-cs"/>
                </a:rPr>
                <a:t>用例</a:t>
              </a:r>
              <a:r>
                <a:rPr kumimoji="0" lang="en-US" altLang="zh-TW" sz="2000" b="0" i="0" u="none" strike="noStrike" kern="1200" cap="none" spc="0" normalizeH="0" baseline="0" noProof="0">
                  <a:ln>
                    <a:noFill/>
                  </a:ln>
                  <a:solidFill>
                    <a:srgbClr val="993366"/>
                  </a:solidFill>
                  <a:effectLst/>
                  <a:uLnTx/>
                  <a:uFillTx/>
                  <a:latin typeface="+mn-ea"/>
                  <a:ea typeface="+mn-ea"/>
                  <a:cs typeface="+mn-cs"/>
                </a:rPr>
                <a:t>1</a:t>
              </a:r>
              <a:endParaRPr kumimoji="0" lang="en-US" altLang="zh-TW" sz="2000" b="0" i="0" u="none" strike="noStrike" kern="1200" cap="none" spc="0" normalizeH="0" baseline="0" noProof="0">
                <a:ln>
                  <a:noFill/>
                </a:ln>
                <a:solidFill>
                  <a:srgbClr val="993366"/>
                </a:solidFill>
                <a:effectLst/>
                <a:uLnTx/>
                <a:uFillTx/>
                <a:latin typeface="+mn-ea"/>
                <a:ea typeface="+mn-ea"/>
                <a:cs typeface="+mn-cs"/>
              </a:endParaRPr>
            </a:p>
          </p:txBody>
        </p:sp>
        <p:sp>
          <p:nvSpPr>
            <p:cNvPr id="24587" name="Oval 12"/>
            <p:cNvSpPr>
              <a:spLocks noChangeArrowheads="1"/>
            </p:cNvSpPr>
            <p:nvPr/>
          </p:nvSpPr>
          <p:spPr bwMode="auto">
            <a:xfrm>
              <a:off x="1882" y="2750"/>
              <a:ext cx="624" cy="288"/>
            </a:xfrm>
            <a:prstGeom prst="ellipse">
              <a:avLst/>
            </a:prstGeom>
            <a:noFill/>
            <a:ln w="28575">
              <a:solidFill>
                <a:srgbClr val="993366"/>
              </a:solidFill>
              <a:round/>
              <a:headEnd type="none" w="sm" len="sm"/>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TW" altLang="en-US" sz="2000" b="0" i="0" u="none" strike="noStrike" kern="1200" cap="none" spc="0" normalizeH="0" baseline="0" noProof="0">
                  <a:ln>
                    <a:noFill/>
                  </a:ln>
                  <a:solidFill>
                    <a:srgbClr val="993366"/>
                  </a:solidFill>
                  <a:effectLst/>
                  <a:uLnTx/>
                  <a:uFillTx/>
                  <a:latin typeface="+mn-ea"/>
                  <a:ea typeface="+mn-ea"/>
                  <a:cs typeface="+mn-cs"/>
                </a:rPr>
                <a:t>用例</a:t>
              </a:r>
              <a:r>
                <a:rPr kumimoji="0" lang="en-US" altLang="zh-TW" sz="2000" b="0" i="0" u="none" strike="noStrike" kern="1200" cap="none" spc="0" normalizeH="0" baseline="0" noProof="0">
                  <a:ln>
                    <a:noFill/>
                  </a:ln>
                  <a:solidFill>
                    <a:srgbClr val="993366"/>
                  </a:solidFill>
                  <a:effectLst/>
                  <a:uLnTx/>
                  <a:uFillTx/>
                  <a:latin typeface="+mn-ea"/>
                  <a:ea typeface="+mn-ea"/>
                  <a:cs typeface="+mn-cs"/>
                </a:rPr>
                <a:t>2</a:t>
              </a:r>
              <a:endParaRPr kumimoji="0" lang="en-US" altLang="zh-TW" sz="2000" b="0" i="0" u="none" strike="noStrike" kern="1200" cap="none" spc="0" normalizeH="0" baseline="0" noProof="0">
                <a:ln>
                  <a:noFill/>
                </a:ln>
                <a:solidFill>
                  <a:srgbClr val="993366"/>
                </a:solidFill>
                <a:effectLst/>
                <a:uLnTx/>
                <a:uFillTx/>
                <a:latin typeface="+mn-ea"/>
                <a:ea typeface="+mn-ea"/>
                <a:cs typeface="+mn-cs"/>
              </a:endParaRPr>
            </a:p>
          </p:txBody>
        </p:sp>
        <p:sp>
          <p:nvSpPr>
            <p:cNvPr id="24588" name="Oval 13"/>
            <p:cNvSpPr>
              <a:spLocks noChangeArrowheads="1"/>
            </p:cNvSpPr>
            <p:nvPr/>
          </p:nvSpPr>
          <p:spPr bwMode="auto">
            <a:xfrm>
              <a:off x="1882" y="3203"/>
              <a:ext cx="624" cy="288"/>
            </a:xfrm>
            <a:prstGeom prst="ellipse">
              <a:avLst/>
            </a:prstGeom>
            <a:noFill/>
            <a:ln w="28575">
              <a:solidFill>
                <a:srgbClr val="993366"/>
              </a:solidFill>
              <a:round/>
              <a:headEnd type="none" w="sm" len="sm"/>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TW" altLang="en-US" sz="2000" b="0" i="0" u="none" strike="noStrike" kern="1200" cap="none" spc="0" normalizeH="0" baseline="0" noProof="0">
                  <a:ln>
                    <a:noFill/>
                  </a:ln>
                  <a:solidFill>
                    <a:srgbClr val="993366"/>
                  </a:solidFill>
                  <a:effectLst/>
                  <a:uLnTx/>
                  <a:uFillTx/>
                  <a:latin typeface="+mn-ea"/>
                  <a:ea typeface="+mn-ea"/>
                  <a:cs typeface="+mn-cs"/>
                </a:rPr>
                <a:t>用例</a:t>
              </a:r>
              <a:r>
                <a:rPr kumimoji="0" lang="en-US" altLang="zh-TW" sz="2000" b="0" i="0" u="none" strike="noStrike" kern="1200" cap="none" spc="0" normalizeH="0" baseline="0" noProof="0">
                  <a:ln>
                    <a:noFill/>
                  </a:ln>
                  <a:solidFill>
                    <a:srgbClr val="993366"/>
                  </a:solidFill>
                  <a:effectLst/>
                  <a:uLnTx/>
                  <a:uFillTx/>
                  <a:latin typeface="+mn-ea"/>
                  <a:ea typeface="+mn-ea"/>
                  <a:cs typeface="+mn-cs"/>
                </a:rPr>
                <a:t>3</a:t>
              </a:r>
              <a:endParaRPr kumimoji="0" lang="en-US" altLang="zh-TW" sz="2000" b="0" i="0" u="none" strike="noStrike" kern="1200" cap="none" spc="0" normalizeH="0" baseline="0" noProof="0">
                <a:ln>
                  <a:noFill/>
                </a:ln>
                <a:solidFill>
                  <a:srgbClr val="993366"/>
                </a:solidFill>
                <a:effectLst/>
                <a:uLnTx/>
                <a:uFillTx/>
                <a:latin typeface="+mn-ea"/>
                <a:ea typeface="+mn-ea"/>
                <a:cs typeface="+mn-cs"/>
              </a:endParaRPr>
            </a:p>
          </p:txBody>
        </p:sp>
        <p:sp>
          <p:nvSpPr>
            <p:cNvPr id="24589" name="Rectangle 14"/>
            <p:cNvSpPr>
              <a:spLocks noChangeArrowheads="1"/>
            </p:cNvSpPr>
            <p:nvPr/>
          </p:nvSpPr>
          <p:spPr bwMode="auto">
            <a:xfrm>
              <a:off x="1655" y="2160"/>
              <a:ext cx="1089" cy="1542"/>
            </a:xfrm>
            <a:prstGeom prst="rect">
              <a:avLst/>
            </a:prstGeom>
            <a:noFill/>
            <a:ln w="28575">
              <a:solidFill>
                <a:srgbClr val="993366"/>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000" b="0" i="0" u="none" strike="noStrike" kern="1200" cap="none" spc="0" normalizeH="0" baseline="0" noProof="0">
                <a:ln>
                  <a:noFill/>
                </a:ln>
                <a:solidFill>
                  <a:srgbClr val="993366"/>
                </a:solidFill>
                <a:effectLst/>
                <a:uLnTx/>
                <a:uFillTx/>
                <a:latin typeface="+mn-ea"/>
                <a:ea typeface="+mn-ea"/>
                <a:cs typeface="+mn-cs"/>
              </a:endParaRPr>
            </a:p>
          </p:txBody>
        </p:sp>
        <p:sp>
          <p:nvSpPr>
            <p:cNvPr id="24590" name="Rectangle 15"/>
            <p:cNvSpPr>
              <a:spLocks noChangeArrowheads="1"/>
            </p:cNvSpPr>
            <p:nvPr/>
          </p:nvSpPr>
          <p:spPr bwMode="auto">
            <a:xfrm>
              <a:off x="703" y="3113"/>
              <a:ext cx="680" cy="182"/>
            </a:xfrm>
            <a:prstGeom prst="rect">
              <a:avLst/>
            </a:prstGeom>
            <a:noFill/>
            <a:ln w="9525">
              <a:solidFill>
                <a:srgbClr val="993366"/>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TW" altLang="en-US" sz="2000" b="0" i="0" u="none" strike="noStrike" kern="1200" cap="none" spc="0" normalizeH="0" baseline="0" noProof="0">
                  <a:ln>
                    <a:noFill/>
                  </a:ln>
                  <a:solidFill>
                    <a:srgbClr val="993366"/>
                  </a:solidFill>
                  <a:effectLst/>
                  <a:uLnTx/>
                  <a:uFillTx/>
                  <a:latin typeface="+mn-ea"/>
                  <a:ea typeface="+mn-ea"/>
                  <a:cs typeface="+mn-cs"/>
                </a:rPr>
                <a:t>参与者</a:t>
              </a:r>
              <a:endParaRPr kumimoji="1" lang="zh-TW" altLang="en-US" sz="2000" b="0" i="0" u="none" strike="noStrike" kern="1200" cap="none" spc="0" normalizeH="0" baseline="0" noProof="0">
                <a:ln>
                  <a:noFill/>
                </a:ln>
                <a:solidFill>
                  <a:srgbClr val="993366"/>
                </a:solidFill>
                <a:effectLst/>
                <a:uLnTx/>
                <a:uFillTx/>
                <a:latin typeface="+mn-ea"/>
                <a:ea typeface="+mn-ea"/>
                <a:cs typeface="+mn-cs"/>
              </a:endParaRPr>
            </a:p>
          </p:txBody>
        </p:sp>
        <p:sp>
          <p:nvSpPr>
            <p:cNvPr id="24591" name="Line 16"/>
            <p:cNvSpPr>
              <a:spLocks noChangeShapeType="1"/>
            </p:cNvSpPr>
            <p:nvPr/>
          </p:nvSpPr>
          <p:spPr bwMode="auto">
            <a:xfrm>
              <a:off x="1202" y="2715"/>
              <a:ext cx="680" cy="171"/>
            </a:xfrm>
            <a:prstGeom prst="line">
              <a:avLst/>
            </a:prstGeom>
            <a:noFill/>
            <a:ln w="28575">
              <a:solidFill>
                <a:srgbClr val="993366"/>
              </a:solidFill>
              <a:round/>
              <a:headEnd type="none" w="sm" len="sm"/>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ea typeface="+mn-ea"/>
                <a:cs typeface="+mn-cs"/>
              </a:endParaRPr>
            </a:p>
          </p:txBody>
        </p:sp>
        <p:grpSp>
          <p:nvGrpSpPr>
            <p:cNvPr id="26639" name="Group 17"/>
            <p:cNvGrpSpPr/>
            <p:nvPr/>
          </p:nvGrpSpPr>
          <p:grpSpPr>
            <a:xfrm>
              <a:off x="3696" y="2614"/>
              <a:ext cx="432" cy="720"/>
              <a:chOff x="1658" y="2880"/>
              <a:chExt cx="432" cy="720"/>
            </a:xfrm>
          </p:grpSpPr>
          <p:sp>
            <p:nvSpPr>
              <p:cNvPr id="24595" name="Rectangle 18"/>
              <p:cNvSpPr>
                <a:spLocks noChangeArrowheads="1"/>
              </p:cNvSpPr>
              <p:nvPr/>
            </p:nvSpPr>
            <p:spPr bwMode="auto">
              <a:xfrm>
                <a:off x="1658" y="2880"/>
                <a:ext cx="432" cy="720"/>
              </a:xfrm>
              <a:prstGeom prst="rect">
                <a:avLst/>
              </a:prstGeom>
              <a:noFill/>
              <a:ln w="28575">
                <a:solidFill>
                  <a:srgbClr val="993366"/>
                </a:solidFill>
                <a:miter lim="800000"/>
                <a:headEnd type="none" w="sm" len="sm"/>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ea typeface="+mn-ea"/>
                  <a:cs typeface="+mn-cs"/>
                </a:endParaRPr>
              </a:p>
            </p:txBody>
          </p:sp>
          <p:sp>
            <p:nvSpPr>
              <p:cNvPr id="24596" name="Line 19"/>
              <p:cNvSpPr>
                <a:spLocks noChangeShapeType="1"/>
              </p:cNvSpPr>
              <p:nvPr/>
            </p:nvSpPr>
            <p:spPr bwMode="auto">
              <a:xfrm>
                <a:off x="1946" y="2880"/>
                <a:ext cx="144" cy="144"/>
              </a:xfrm>
              <a:prstGeom prst="line">
                <a:avLst/>
              </a:prstGeom>
              <a:noFill/>
              <a:ln w="28575">
                <a:solidFill>
                  <a:srgbClr val="993366"/>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ea typeface="+mn-ea"/>
                  <a:cs typeface="+mn-cs"/>
                </a:endParaRPr>
              </a:p>
            </p:txBody>
          </p:sp>
          <p:sp>
            <p:nvSpPr>
              <p:cNvPr id="24597" name="Line 20"/>
              <p:cNvSpPr>
                <a:spLocks noChangeShapeType="1"/>
              </p:cNvSpPr>
              <p:nvPr/>
            </p:nvSpPr>
            <p:spPr bwMode="auto">
              <a:xfrm>
                <a:off x="1946" y="2880"/>
                <a:ext cx="0" cy="144"/>
              </a:xfrm>
              <a:prstGeom prst="line">
                <a:avLst/>
              </a:prstGeom>
              <a:noFill/>
              <a:ln w="28575">
                <a:solidFill>
                  <a:srgbClr val="993366"/>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ea typeface="+mn-ea"/>
                  <a:cs typeface="+mn-cs"/>
                </a:endParaRPr>
              </a:p>
            </p:txBody>
          </p:sp>
          <p:sp>
            <p:nvSpPr>
              <p:cNvPr id="24598" name="Line 21"/>
              <p:cNvSpPr>
                <a:spLocks noChangeShapeType="1"/>
              </p:cNvSpPr>
              <p:nvPr/>
            </p:nvSpPr>
            <p:spPr bwMode="auto">
              <a:xfrm flipH="1">
                <a:off x="1946" y="3024"/>
                <a:ext cx="144" cy="0"/>
              </a:xfrm>
              <a:prstGeom prst="line">
                <a:avLst/>
              </a:prstGeom>
              <a:noFill/>
              <a:ln w="28575">
                <a:solidFill>
                  <a:srgbClr val="993366"/>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ea typeface="+mn-ea"/>
                  <a:cs typeface="+mn-cs"/>
                </a:endParaRPr>
              </a:p>
            </p:txBody>
          </p:sp>
          <p:sp>
            <p:nvSpPr>
              <p:cNvPr id="24599" name="Line 22"/>
              <p:cNvSpPr>
                <a:spLocks noChangeShapeType="1"/>
              </p:cNvSpPr>
              <p:nvPr/>
            </p:nvSpPr>
            <p:spPr bwMode="auto">
              <a:xfrm>
                <a:off x="1706" y="3120"/>
                <a:ext cx="336" cy="0"/>
              </a:xfrm>
              <a:prstGeom prst="line">
                <a:avLst/>
              </a:prstGeom>
              <a:noFill/>
              <a:ln w="28575">
                <a:solidFill>
                  <a:srgbClr val="993366"/>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ea typeface="+mn-ea"/>
                  <a:cs typeface="+mn-cs"/>
                </a:endParaRPr>
              </a:p>
            </p:txBody>
          </p:sp>
          <p:sp>
            <p:nvSpPr>
              <p:cNvPr id="24600" name="Line 23"/>
              <p:cNvSpPr>
                <a:spLocks noChangeShapeType="1"/>
              </p:cNvSpPr>
              <p:nvPr/>
            </p:nvSpPr>
            <p:spPr bwMode="auto">
              <a:xfrm>
                <a:off x="1706" y="3168"/>
                <a:ext cx="336" cy="0"/>
              </a:xfrm>
              <a:prstGeom prst="line">
                <a:avLst/>
              </a:prstGeom>
              <a:noFill/>
              <a:ln w="28575">
                <a:solidFill>
                  <a:srgbClr val="993366"/>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ea typeface="+mn-ea"/>
                  <a:cs typeface="+mn-cs"/>
                </a:endParaRPr>
              </a:p>
            </p:txBody>
          </p:sp>
          <p:sp>
            <p:nvSpPr>
              <p:cNvPr id="24601" name="Line 24"/>
              <p:cNvSpPr>
                <a:spLocks noChangeShapeType="1"/>
              </p:cNvSpPr>
              <p:nvPr/>
            </p:nvSpPr>
            <p:spPr bwMode="auto">
              <a:xfrm>
                <a:off x="1706" y="3216"/>
                <a:ext cx="336" cy="0"/>
              </a:xfrm>
              <a:prstGeom prst="line">
                <a:avLst/>
              </a:prstGeom>
              <a:noFill/>
              <a:ln w="28575">
                <a:solidFill>
                  <a:srgbClr val="993366"/>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ea typeface="+mn-ea"/>
                  <a:cs typeface="+mn-cs"/>
                </a:endParaRPr>
              </a:p>
            </p:txBody>
          </p:sp>
          <p:sp>
            <p:nvSpPr>
              <p:cNvPr id="24602" name="Line 25"/>
              <p:cNvSpPr>
                <a:spLocks noChangeShapeType="1"/>
              </p:cNvSpPr>
              <p:nvPr/>
            </p:nvSpPr>
            <p:spPr bwMode="auto">
              <a:xfrm>
                <a:off x="1706" y="3312"/>
                <a:ext cx="336" cy="0"/>
              </a:xfrm>
              <a:prstGeom prst="line">
                <a:avLst/>
              </a:prstGeom>
              <a:noFill/>
              <a:ln w="28575">
                <a:solidFill>
                  <a:srgbClr val="993366"/>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ea typeface="+mn-ea"/>
                  <a:cs typeface="+mn-cs"/>
                </a:endParaRPr>
              </a:p>
            </p:txBody>
          </p:sp>
          <p:sp>
            <p:nvSpPr>
              <p:cNvPr id="24603" name="Line 26"/>
              <p:cNvSpPr>
                <a:spLocks noChangeShapeType="1"/>
              </p:cNvSpPr>
              <p:nvPr/>
            </p:nvSpPr>
            <p:spPr bwMode="auto">
              <a:xfrm>
                <a:off x="1706" y="3264"/>
                <a:ext cx="336" cy="0"/>
              </a:xfrm>
              <a:prstGeom prst="line">
                <a:avLst/>
              </a:prstGeom>
              <a:noFill/>
              <a:ln w="28575">
                <a:solidFill>
                  <a:srgbClr val="993366"/>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ea typeface="+mn-ea"/>
                  <a:cs typeface="+mn-cs"/>
                </a:endParaRPr>
              </a:p>
            </p:txBody>
          </p:sp>
          <p:sp>
            <p:nvSpPr>
              <p:cNvPr id="24604" name="Line 27"/>
              <p:cNvSpPr>
                <a:spLocks noChangeShapeType="1"/>
              </p:cNvSpPr>
              <p:nvPr/>
            </p:nvSpPr>
            <p:spPr bwMode="auto">
              <a:xfrm>
                <a:off x="1706" y="3360"/>
                <a:ext cx="336" cy="0"/>
              </a:xfrm>
              <a:prstGeom prst="line">
                <a:avLst/>
              </a:prstGeom>
              <a:noFill/>
              <a:ln w="28575">
                <a:solidFill>
                  <a:srgbClr val="993366"/>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ea typeface="+mn-ea"/>
                  <a:cs typeface="+mn-cs"/>
                </a:endParaRPr>
              </a:p>
            </p:txBody>
          </p:sp>
          <p:sp>
            <p:nvSpPr>
              <p:cNvPr id="24605" name="Line 28"/>
              <p:cNvSpPr>
                <a:spLocks noChangeShapeType="1"/>
              </p:cNvSpPr>
              <p:nvPr/>
            </p:nvSpPr>
            <p:spPr bwMode="auto">
              <a:xfrm>
                <a:off x="1706" y="3408"/>
                <a:ext cx="336" cy="0"/>
              </a:xfrm>
              <a:prstGeom prst="line">
                <a:avLst/>
              </a:prstGeom>
              <a:noFill/>
              <a:ln w="28575">
                <a:solidFill>
                  <a:srgbClr val="993366"/>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ea typeface="+mn-ea"/>
                  <a:cs typeface="+mn-cs"/>
                </a:endParaRPr>
              </a:p>
            </p:txBody>
          </p:sp>
          <p:sp>
            <p:nvSpPr>
              <p:cNvPr id="24606" name="Line 29"/>
              <p:cNvSpPr>
                <a:spLocks noChangeShapeType="1"/>
              </p:cNvSpPr>
              <p:nvPr/>
            </p:nvSpPr>
            <p:spPr bwMode="auto">
              <a:xfrm>
                <a:off x="1706" y="3456"/>
                <a:ext cx="336" cy="0"/>
              </a:xfrm>
              <a:prstGeom prst="line">
                <a:avLst/>
              </a:prstGeom>
              <a:noFill/>
              <a:ln w="28575">
                <a:solidFill>
                  <a:srgbClr val="993366"/>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ea typeface="+mn-ea"/>
                  <a:cs typeface="+mn-cs"/>
                </a:endParaRPr>
              </a:p>
            </p:txBody>
          </p:sp>
          <p:sp>
            <p:nvSpPr>
              <p:cNvPr id="24607" name="Line 30"/>
              <p:cNvSpPr>
                <a:spLocks noChangeShapeType="1"/>
              </p:cNvSpPr>
              <p:nvPr/>
            </p:nvSpPr>
            <p:spPr bwMode="auto">
              <a:xfrm>
                <a:off x="1706" y="3504"/>
                <a:ext cx="336" cy="0"/>
              </a:xfrm>
              <a:prstGeom prst="line">
                <a:avLst/>
              </a:prstGeom>
              <a:noFill/>
              <a:ln w="28575">
                <a:solidFill>
                  <a:srgbClr val="993366"/>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ea typeface="+mn-ea"/>
                  <a:cs typeface="+mn-cs"/>
                </a:endParaRPr>
              </a:p>
            </p:txBody>
          </p:sp>
          <p:sp>
            <p:nvSpPr>
              <p:cNvPr id="24608" name="Line 31"/>
              <p:cNvSpPr>
                <a:spLocks noChangeShapeType="1"/>
              </p:cNvSpPr>
              <p:nvPr/>
            </p:nvSpPr>
            <p:spPr bwMode="auto">
              <a:xfrm>
                <a:off x="1706" y="3552"/>
                <a:ext cx="336" cy="0"/>
              </a:xfrm>
              <a:prstGeom prst="line">
                <a:avLst/>
              </a:prstGeom>
              <a:noFill/>
              <a:ln w="28575">
                <a:solidFill>
                  <a:srgbClr val="993366"/>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ea typeface="+mn-ea"/>
                  <a:cs typeface="+mn-cs"/>
                </a:endParaRPr>
              </a:p>
            </p:txBody>
          </p:sp>
          <p:sp>
            <p:nvSpPr>
              <p:cNvPr id="24609" name="Line 32"/>
              <p:cNvSpPr>
                <a:spLocks noChangeShapeType="1"/>
              </p:cNvSpPr>
              <p:nvPr/>
            </p:nvSpPr>
            <p:spPr bwMode="auto">
              <a:xfrm>
                <a:off x="1706" y="3072"/>
                <a:ext cx="336" cy="0"/>
              </a:xfrm>
              <a:prstGeom prst="line">
                <a:avLst/>
              </a:prstGeom>
              <a:noFill/>
              <a:ln w="28575">
                <a:solidFill>
                  <a:srgbClr val="993366"/>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ea typeface="+mn-ea"/>
                  <a:cs typeface="+mn-cs"/>
                </a:endParaRPr>
              </a:p>
            </p:txBody>
          </p:sp>
          <p:sp>
            <p:nvSpPr>
              <p:cNvPr id="24610" name="Line 33"/>
              <p:cNvSpPr>
                <a:spLocks noChangeShapeType="1"/>
              </p:cNvSpPr>
              <p:nvPr/>
            </p:nvSpPr>
            <p:spPr bwMode="auto">
              <a:xfrm>
                <a:off x="1706" y="2976"/>
                <a:ext cx="209" cy="0"/>
              </a:xfrm>
              <a:prstGeom prst="line">
                <a:avLst/>
              </a:prstGeom>
              <a:noFill/>
              <a:ln w="28575">
                <a:solidFill>
                  <a:srgbClr val="993366"/>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ea typeface="+mn-ea"/>
                  <a:cs typeface="+mn-cs"/>
                </a:endParaRPr>
              </a:p>
            </p:txBody>
          </p:sp>
          <p:sp>
            <p:nvSpPr>
              <p:cNvPr id="24611" name="Line 34"/>
              <p:cNvSpPr>
                <a:spLocks noChangeShapeType="1"/>
              </p:cNvSpPr>
              <p:nvPr/>
            </p:nvSpPr>
            <p:spPr bwMode="auto">
              <a:xfrm>
                <a:off x="1706" y="2928"/>
                <a:ext cx="209" cy="0"/>
              </a:xfrm>
              <a:prstGeom prst="line">
                <a:avLst/>
              </a:prstGeom>
              <a:noFill/>
              <a:ln w="28575">
                <a:solidFill>
                  <a:srgbClr val="993366"/>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ea typeface="+mn-ea"/>
                  <a:cs typeface="+mn-cs"/>
                </a:endParaRPr>
              </a:p>
            </p:txBody>
          </p:sp>
          <p:sp>
            <p:nvSpPr>
              <p:cNvPr id="24612" name="Line 35"/>
              <p:cNvSpPr>
                <a:spLocks noChangeShapeType="1"/>
              </p:cNvSpPr>
              <p:nvPr/>
            </p:nvSpPr>
            <p:spPr bwMode="auto">
              <a:xfrm>
                <a:off x="1706" y="3024"/>
                <a:ext cx="209" cy="0"/>
              </a:xfrm>
              <a:prstGeom prst="line">
                <a:avLst/>
              </a:prstGeom>
              <a:noFill/>
              <a:ln w="28575">
                <a:solidFill>
                  <a:srgbClr val="993366"/>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ea typeface="+mn-ea"/>
                  <a:cs typeface="+mn-cs"/>
                </a:endParaRPr>
              </a:p>
            </p:txBody>
          </p:sp>
        </p:grpSp>
        <p:sp>
          <p:nvSpPr>
            <p:cNvPr id="24593" name="Rectangle 36"/>
            <p:cNvSpPr>
              <a:spLocks noChangeArrowheads="1"/>
            </p:cNvSpPr>
            <p:nvPr/>
          </p:nvSpPr>
          <p:spPr bwMode="auto">
            <a:xfrm>
              <a:off x="3288" y="3430"/>
              <a:ext cx="1134" cy="181"/>
            </a:xfrm>
            <a:prstGeom prst="rect">
              <a:avLst/>
            </a:prstGeom>
            <a:noFill/>
            <a:ln w="9525">
              <a:solidFill>
                <a:srgbClr val="993366"/>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TW" altLang="en-US" sz="2000" b="0" i="0" u="none" strike="noStrike" kern="1200" cap="none" spc="0" normalizeH="0" baseline="0" noProof="0">
                  <a:ln>
                    <a:noFill/>
                  </a:ln>
                  <a:solidFill>
                    <a:srgbClr val="993366"/>
                  </a:solidFill>
                  <a:effectLst/>
                  <a:uLnTx/>
                  <a:uFillTx/>
                  <a:latin typeface="+mn-ea"/>
                  <a:ea typeface="+mn-ea"/>
                  <a:cs typeface="+mn-cs"/>
                </a:rPr>
                <a:t>用例规约</a:t>
              </a:r>
              <a:endParaRPr kumimoji="1" lang="zh-TW" altLang="en-US" sz="2000" b="0" i="0" u="none" strike="noStrike" kern="1200" cap="none" spc="0" normalizeH="0" baseline="0" noProof="0">
                <a:ln>
                  <a:noFill/>
                </a:ln>
                <a:solidFill>
                  <a:srgbClr val="993366"/>
                </a:solidFill>
                <a:effectLst/>
                <a:uLnTx/>
                <a:uFillTx/>
                <a:latin typeface="+mn-ea"/>
                <a:ea typeface="+mn-ea"/>
                <a:cs typeface="+mn-cs"/>
              </a:endParaRPr>
            </a:p>
          </p:txBody>
        </p:sp>
        <p:cxnSp>
          <p:nvCxnSpPr>
            <p:cNvPr id="26641" name="AutoShape 37"/>
            <p:cNvCxnSpPr>
              <a:endCxn id="24595" idx="1"/>
            </p:cNvCxnSpPr>
            <p:nvPr/>
          </p:nvCxnSpPr>
          <p:spPr>
            <a:xfrm rot="5400000" flipV="1">
              <a:off x="3053" y="2340"/>
              <a:ext cx="52" cy="1215"/>
            </a:xfrm>
            <a:prstGeom prst="curvedConnector4">
              <a:avLst>
                <a:gd name="adj1" fmla="val 30185"/>
                <a:gd name="adj2" fmla="val 84773"/>
              </a:avLst>
            </a:prstGeom>
            <a:ln w="28575" cap="flat" cmpd="sng">
              <a:solidFill>
                <a:srgbClr val="993366"/>
              </a:solidFill>
              <a:prstDash val="sysDot"/>
              <a:headEnd type="none" w="med" len="med"/>
              <a:tailEnd type="triangle" w="med" len="med"/>
            </a:ln>
          </p:spPr>
        </p:cxn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用例图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92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Char char="•"/>
            </a:pPr>
            <a:fld id="{9A0DB2DC-4C9A-4742-B13C-FB6460FD3503}" type="slidenum">
              <a:rPr lang="zh-CN" altLang="en-US" sz="1400" dirty="0">
                <a:solidFill>
                  <a:srgbClr val="FFFFFF"/>
                </a:solidFill>
                <a:ea typeface="宋体" panose="02010600030101010101" pitchFamily="2" charset="-122"/>
              </a:rPr>
            </a:fld>
            <a:endParaRPr lang="zh-CN" altLang="en-US" sz="1400" dirty="0">
              <a:solidFill>
                <a:srgbClr val="FFFFFF"/>
              </a:solidFill>
              <a:ea typeface="宋体" panose="02010600030101010101" pitchFamily="2" charset="-122"/>
            </a:endParaRPr>
          </a:p>
        </p:txBody>
      </p:sp>
      <p:grpSp>
        <p:nvGrpSpPr>
          <p:cNvPr id="27651" name="Group 3"/>
          <p:cNvGrpSpPr/>
          <p:nvPr/>
        </p:nvGrpSpPr>
        <p:grpSpPr>
          <a:xfrm>
            <a:off x="2987675" y="1701800"/>
            <a:ext cx="576263" cy="649288"/>
            <a:chOff x="7654" y="3380"/>
            <a:chExt cx="554" cy="754"/>
          </a:xfrm>
        </p:grpSpPr>
        <p:sp>
          <p:nvSpPr>
            <p:cNvPr id="27730" name="Oval 4"/>
            <p:cNvSpPr/>
            <p:nvPr/>
          </p:nvSpPr>
          <p:spPr>
            <a:xfrm>
              <a:off x="7805" y="3380"/>
              <a:ext cx="253" cy="248"/>
            </a:xfrm>
            <a:prstGeom prst="ellipse">
              <a:avLst/>
            </a:prstGeom>
            <a:noFill/>
            <a:ln w="28575" cap="flat" cmpd="sng">
              <a:solidFill>
                <a:srgbClr val="993366"/>
              </a:solidFill>
              <a:prstDash val="solid"/>
              <a:headEnd type="none" w="med" len="med"/>
              <a:tailEnd type="none" w="med" len="med"/>
            </a:ln>
          </p:spPr>
          <p:txBody>
            <a:bodyPr/>
            <a:p>
              <a:pPr eaLnBrk="1" hangingPunct="1"/>
              <a:endParaRPr lang="zh-CN" altLang="en-US" dirty="0">
                <a:latin typeface="Arial" panose="020B0604020202020204" pitchFamily="34" charset="0"/>
              </a:endParaRPr>
            </a:p>
          </p:txBody>
        </p:sp>
        <p:sp>
          <p:nvSpPr>
            <p:cNvPr id="27731" name="Line 5"/>
            <p:cNvSpPr/>
            <p:nvPr/>
          </p:nvSpPr>
          <p:spPr>
            <a:xfrm>
              <a:off x="7931" y="3630"/>
              <a:ext cx="1" cy="232"/>
            </a:xfrm>
            <a:prstGeom prst="line">
              <a:avLst/>
            </a:prstGeom>
            <a:ln w="28575" cap="flat" cmpd="sng">
              <a:solidFill>
                <a:srgbClr val="993366"/>
              </a:solidFill>
              <a:prstDash val="solid"/>
              <a:headEnd type="none" w="med" len="med"/>
              <a:tailEnd type="none" w="med" len="med"/>
            </a:ln>
          </p:spPr>
        </p:sp>
        <p:sp>
          <p:nvSpPr>
            <p:cNvPr id="27732" name="Line 6"/>
            <p:cNvSpPr/>
            <p:nvPr/>
          </p:nvSpPr>
          <p:spPr>
            <a:xfrm>
              <a:off x="7731" y="3695"/>
              <a:ext cx="401" cy="1"/>
            </a:xfrm>
            <a:prstGeom prst="line">
              <a:avLst/>
            </a:prstGeom>
            <a:ln w="28575" cap="flat" cmpd="sng">
              <a:solidFill>
                <a:srgbClr val="993366"/>
              </a:solidFill>
              <a:prstDash val="solid"/>
              <a:headEnd type="none" w="med" len="med"/>
              <a:tailEnd type="none" w="med" len="med"/>
            </a:ln>
          </p:spPr>
        </p:sp>
        <p:sp>
          <p:nvSpPr>
            <p:cNvPr id="27733" name="Freeform 7"/>
            <p:cNvSpPr/>
            <p:nvPr/>
          </p:nvSpPr>
          <p:spPr>
            <a:xfrm>
              <a:off x="7654" y="3862"/>
              <a:ext cx="554" cy="272"/>
            </a:xfrm>
            <a:custGeom>
              <a:avLst/>
              <a:gdLst/>
              <a:ahLst/>
              <a:cxnLst>
                <a:cxn ang="0">
                  <a:pos x="0" y="22376483"/>
                </a:cxn>
                <a:cxn ang="0">
                  <a:pos x="25888092" y="0"/>
                </a:cxn>
                <a:cxn ang="0">
                  <a:pos x="51776158" y="22376483"/>
                </a:cxn>
              </a:cxnLst>
              <a:pathLst>
                <a:path w="108" h="54">
                  <a:moveTo>
                    <a:pt x="0" y="54"/>
                  </a:moveTo>
                  <a:lnTo>
                    <a:pt x="54" y="0"/>
                  </a:lnTo>
                  <a:lnTo>
                    <a:pt x="108" y="54"/>
                  </a:lnTo>
                </a:path>
              </a:pathLst>
            </a:custGeom>
            <a:noFill/>
            <a:ln w="28575" cap="flat" cmpd="sng">
              <a:solidFill>
                <a:srgbClr val="993366">
                  <a:alpha val="100000"/>
                </a:srgbClr>
              </a:solidFill>
              <a:prstDash val="solid"/>
              <a:round/>
              <a:headEnd type="none" w="med" len="med"/>
              <a:tailEnd type="none" w="med" len="med"/>
            </a:ln>
          </p:spPr>
          <p:txBody>
            <a:bodyPr/>
            <a:p>
              <a:endParaRPr lang="zh-CN" altLang="en-US"/>
            </a:p>
          </p:txBody>
        </p:sp>
      </p:grpSp>
      <p:sp>
        <p:nvSpPr>
          <p:cNvPr id="27652" name="Oval 8"/>
          <p:cNvSpPr/>
          <p:nvPr/>
        </p:nvSpPr>
        <p:spPr>
          <a:xfrm>
            <a:off x="4716463" y="1701800"/>
            <a:ext cx="990600" cy="457200"/>
          </a:xfrm>
          <a:prstGeom prst="ellipse">
            <a:avLst/>
          </a:prstGeom>
          <a:noFill/>
          <a:ln w="28575" cap="flat" cmpd="sng">
            <a:solidFill>
              <a:srgbClr val="993366"/>
            </a:solidFill>
            <a:prstDash val="solid"/>
            <a:headEnd type="none" w="sm" len="sm"/>
            <a:tailEnd type="none" w="lg" len="lg"/>
          </a:ln>
        </p:spPr>
        <p:txBody>
          <a:bodyPr wrap="none" anchor="ctr" anchorCtr="0"/>
          <a:p>
            <a:pPr algn="ctr"/>
            <a:r>
              <a:rPr lang="zh-TW" altLang="en-US" sz="2000" dirty="0">
                <a:solidFill>
                  <a:srgbClr val="993366"/>
                </a:solidFill>
                <a:latin typeface="DFKai-SB" pitchFamily="65" charset="-128"/>
                <a:ea typeface="DFKai-SB" pitchFamily="65" charset="-128"/>
              </a:rPr>
              <a:t>用例</a:t>
            </a:r>
            <a:r>
              <a:rPr lang="en-US" altLang="zh-TW" sz="2000" dirty="0">
                <a:solidFill>
                  <a:srgbClr val="993366"/>
                </a:solidFill>
                <a:latin typeface="DFKai-SB" pitchFamily="65" charset="-128"/>
                <a:ea typeface="DFKai-SB" pitchFamily="65" charset="-128"/>
              </a:rPr>
              <a:t>1</a:t>
            </a:r>
            <a:endParaRPr lang="en-US" altLang="zh-TW" sz="2000" dirty="0">
              <a:solidFill>
                <a:srgbClr val="993366"/>
              </a:solidFill>
              <a:latin typeface="DFKai-SB" pitchFamily="65" charset="-128"/>
              <a:ea typeface="DFKai-SB" pitchFamily="65" charset="-128"/>
            </a:endParaRPr>
          </a:p>
        </p:txBody>
      </p:sp>
      <p:sp>
        <p:nvSpPr>
          <p:cNvPr id="27653" name="Oval 9"/>
          <p:cNvSpPr/>
          <p:nvPr/>
        </p:nvSpPr>
        <p:spPr>
          <a:xfrm>
            <a:off x="4716463" y="2278063"/>
            <a:ext cx="990600" cy="457200"/>
          </a:xfrm>
          <a:prstGeom prst="ellipse">
            <a:avLst/>
          </a:prstGeom>
          <a:noFill/>
          <a:ln w="28575" cap="flat" cmpd="sng">
            <a:solidFill>
              <a:srgbClr val="993366"/>
            </a:solidFill>
            <a:prstDash val="solid"/>
            <a:headEnd type="none" w="sm" len="sm"/>
            <a:tailEnd type="none" w="lg" len="lg"/>
          </a:ln>
        </p:spPr>
        <p:txBody>
          <a:bodyPr wrap="none" anchor="ctr" anchorCtr="0"/>
          <a:p>
            <a:pPr algn="ctr"/>
            <a:r>
              <a:rPr lang="zh-TW" altLang="en-US" sz="2000" dirty="0">
                <a:solidFill>
                  <a:srgbClr val="993366"/>
                </a:solidFill>
                <a:latin typeface="DFKai-SB" pitchFamily="65" charset="-128"/>
                <a:ea typeface="DFKai-SB" pitchFamily="65" charset="-128"/>
              </a:rPr>
              <a:t>用例</a:t>
            </a:r>
            <a:r>
              <a:rPr lang="en-US" altLang="zh-TW" sz="2000" dirty="0">
                <a:solidFill>
                  <a:srgbClr val="993366"/>
                </a:solidFill>
                <a:latin typeface="DFKai-SB" pitchFamily="65" charset="-128"/>
                <a:ea typeface="DFKai-SB" pitchFamily="65" charset="-128"/>
              </a:rPr>
              <a:t>2</a:t>
            </a:r>
            <a:endParaRPr lang="en-US" altLang="zh-TW" sz="2000" dirty="0">
              <a:solidFill>
                <a:srgbClr val="993366"/>
              </a:solidFill>
              <a:latin typeface="DFKai-SB" pitchFamily="65" charset="-128"/>
              <a:ea typeface="DFKai-SB" pitchFamily="65" charset="-128"/>
            </a:endParaRPr>
          </a:p>
        </p:txBody>
      </p:sp>
      <p:sp>
        <p:nvSpPr>
          <p:cNvPr id="27654" name="Oval 10"/>
          <p:cNvSpPr/>
          <p:nvPr/>
        </p:nvSpPr>
        <p:spPr>
          <a:xfrm>
            <a:off x="4716463" y="2854325"/>
            <a:ext cx="990600" cy="457200"/>
          </a:xfrm>
          <a:prstGeom prst="ellipse">
            <a:avLst/>
          </a:prstGeom>
          <a:noFill/>
          <a:ln w="28575" cap="flat" cmpd="sng">
            <a:solidFill>
              <a:srgbClr val="993366"/>
            </a:solidFill>
            <a:prstDash val="solid"/>
            <a:headEnd type="none" w="sm" len="sm"/>
            <a:tailEnd type="none" w="lg" len="lg"/>
          </a:ln>
        </p:spPr>
        <p:txBody>
          <a:bodyPr wrap="none" anchor="ctr" anchorCtr="0"/>
          <a:p>
            <a:pPr algn="ctr" eaLnBrk="1" hangingPunct="1"/>
            <a:r>
              <a:rPr lang="zh-TW" altLang="en-US" sz="2000" dirty="0">
                <a:solidFill>
                  <a:srgbClr val="993366"/>
                </a:solidFill>
                <a:latin typeface="DFKai-SB" pitchFamily="65" charset="-128"/>
                <a:ea typeface="DFKai-SB" pitchFamily="65" charset="-128"/>
              </a:rPr>
              <a:t>用例</a:t>
            </a:r>
            <a:r>
              <a:rPr lang="en-US" altLang="zh-TW" sz="2000" dirty="0">
                <a:solidFill>
                  <a:srgbClr val="993366"/>
                </a:solidFill>
                <a:latin typeface="DFKai-SB" pitchFamily="65" charset="-128"/>
                <a:ea typeface="DFKai-SB" pitchFamily="65" charset="-128"/>
              </a:rPr>
              <a:t>3</a:t>
            </a:r>
            <a:endParaRPr lang="en-US" altLang="zh-TW" sz="2000" dirty="0">
              <a:solidFill>
                <a:srgbClr val="993366"/>
              </a:solidFill>
              <a:latin typeface="DFKai-SB" pitchFamily="65" charset="-128"/>
              <a:ea typeface="DFKai-SB" pitchFamily="65" charset="-128"/>
            </a:endParaRPr>
          </a:p>
        </p:txBody>
      </p:sp>
      <p:sp>
        <p:nvSpPr>
          <p:cNvPr id="27655" name="Rectangle 11"/>
          <p:cNvSpPr/>
          <p:nvPr/>
        </p:nvSpPr>
        <p:spPr>
          <a:xfrm>
            <a:off x="4356100" y="1557338"/>
            <a:ext cx="1728788" cy="1873250"/>
          </a:xfrm>
          <a:prstGeom prst="rect">
            <a:avLst/>
          </a:prstGeom>
          <a:noFill/>
          <a:ln w="28575" cap="flat" cmpd="sng">
            <a:solidFill>
              <a:srgbClr val="993366"/>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27656" name="Rectangle 12"/>
          <p:cNvSpPr/>
          <p:nvPr/>
        </p:nvSpPr>
        <p:spPr>
          <a:xfrm>
            <a:off x="2771775" y="2422525"/>
            <a:ext cx="1079500" cy="288925"/>
          </a:xfrm>
          <a:prstGeom prst="rect">
            <a:avLst/>
          </a:prstGeom>
          <a:noFill/>
          <a:ln w="9525" cap="flat" cmpd="sng">
            <a:solidFill>
              <a:srgbClr val="993366"/>
            </a:solidFill>
            <a:prstDash val="solid"/>
            <a:miter/>
            <a:headEnd type="none" w="med" len="med"/>
            <a:tailEnd type="none" w="med" len="med"/>
          </a:ln>
        </p:spPr>
        <p:txBody>
          <a:bodyPr wrap="none" anchor="ctr" anchorCtr="0"/>
          <a:p>
            <a:pPr algn="ctr" eaLnBrk="1" hangingPunct="1"/>
            <a:r>
              <a:rPr lang="zh-TW" altLang="en-US" sz="2000" dirty="0">
                <a:solidFill>
                  <a:srgbClr val="993366"/>
                </a:solidFill>
                <a:latin typeface="Arial" panose="020B0604020202020204" pitchFamily="34" charset="0"/>
                <a:ea typeface="DFKai-SB" pitchFamily="65" charset="-128"/>
              </a:rPr>
              <a:t>参与者</a:t>
            </a:r>
            <a:r>
              <a:rPr lang="en-US" altLang="zh-TW" sz="2000" dirty="0">
                <a:solidFill>
                  <a:srgbClr val="993366"/>
                </a:solidFill>
                <a:latin typeface="Arial" panose="020B0604020202020204" pitchFamily="34" charset="0"/>
                <a:ea typeface="DFKai-SB" pitchFamily="65" charset="-128"/>
              </a:rPr>
              <a:t>1</a:t>
            </a:r>
            <a:endParaRPr lang="en-US" altLang="zh-TW" sz="2000" dirty="0">
              <a:solidFill>
                <a:srgbClr val="993366"/>
              </a:solidFill>
              <a:latin typeface="Arial" panose="020B0604020202020204" pitchFamily="34" charset="0"/>
              <a:ea typeface="DFKai-SB" pitchFamily="65" charset="-128"/>
            </a:endParaRPr>
          </a:p>
        </p:txBody>
      </p:sp>
      <p:sp>
        <p:nvSpPr>
          <p:cNvPr id="27657" name="Line 13"/>
          <p:cNvSpPr/>
          <p:nvPr/>
        </p:nvSpPr>
        <p:spPr>
          <a:xfrm>
            <a:off x="3636963" y="1917700"/>
            <a:ext cx="1008062" cy="0"/>
          </a:xfrm>
          <a:prstGeom prst="line">
            <a:avLst/>
          </a:prstGeom>
          <a:ln w="28575" cap="flat" cmpd="sng">
            <a:solidFill>
              <a:srgbClr val="993366"/>
            </a:solidFill>
            <a:prstDash val="solid"/>
            <a:headEnd type="none" w="sm" len="sm"/>
            <a:tailEnd type="arrow" w="lg" len="lg"/>
          </a:ln>
        </p:spPr>
      </p:sp>
      <p:grpSp>
        <p:nvGrpSpPr>
          <p:cNvPr id="27658" name="Group 14"/>
          <p:cNvGrpSpPr/>
          <p:nvPr/>
        </p:nvGrpSpPr>
        <p:grpSpPr>
          <a:xfrm>
            <a:off x="1331913" y="4438650"/>
            <a:ext cx="685800" cy="936625"/>
            <a:chOff x="930" y="2523"/>
            <a:chExt cx="432" cy="590"/>
          </a:xfrm>
        </p:grpSpPr>
        <p:sp>
          <p:nvSpPr>
            <p:cNvPr id="27715" name="Rectangle 15"/>
            <p:cNvSpPr/>
            <p:nvPr/>
          </p:nvSpPr>
          <p:spPr>
            <a:xfrm>
              <a:off x="930" y="2523"/>
              <a:ext cx="432" cy="590"/>
            </a:xfrm>
            <a:prstGeom prst="rect">
              <a:avLst/>
            </a:prstGeom>
            <a:noFill/>
            <a:ln w="28575" cap="flat" cmpd="sng">
              <a:solidFill>
                <a:srgbClr val="993366"/>
              </a:solidFill>
              <a:prstDash val="solid"/>
              <a:miter/>
              <a:headEnd type="none" w="sm" len="sm"/>
              <a:tailEnd type="none" w="lg" len="lg"/>
            </a:ln>
          </p:spPr>
          <p:txBody>
            <a:bodyPr wrap="none" anchor="ctr" anchorCtr="0"/>
            <a:p>
              <a:pPr eaLnBrk="1" hangingPunct="1"/>
              <a:endParaRPr lang="zh-CN" altLang="en-US" dirty="0">
                <a:latin typeface="Arial" panose="020B0604020202020204" pitchFamily="34" charset="0"/>
              </a:endParaRPr>
            </a:p>
          </p:txBody>
        </p:sp>
        <p:sp>
          <p:nvSpPr>
            <p:cNvPr id="27716" name="Line 16"/>
            <p:cNvSpPr/>
            <p:nvPr/>
          </p:nvSpPr>
          <p:spPr>
            <a:xfrm>
              <a:off x="1218" y="2523"/>
              <a:ext cx="144" cy="144"/>
            </a:xfrm>
            <a:prstGeom prst="line">
              <a:avLst/>
            </a:prstGeom>
            <a:ln w="28575" cap="flat" cmpd="sng">
              <a:solidFill>
                <a:srgbClr val="993366"/>
              </a:solidFill>
              <a:prstDash val="solid"/>
              <a:headEnd type="none" w="sm" len="sm"/>
              <a:tailEnd type="none" w="lg" len="lg"/>
            </a:ln>
          </p:spPr>
        </p:sp>
        <p:sp>
          <p:nvSpPr>
            <p:cNvPr id="27717" name="Line 17"/>
            <p:cNvSpPr/>
            <p:nvPr/>
          </p:nvSpPr>
          <p:spPr>
            <a:xfrm>
              <a:off x="1202" y="2523"/>
              <a:ext cx="0" cy="144"/>
            </a:xfrm>
            <a:prstGeom prst="line">
              <a:avLst/>
            </a:prstGeom>
            <a:ln w="28575" cap="flat" cmpd="sng">
              <a:solidFill>
                <a:srgbClr val="993366"/>
              </a:solidFill>
              <a:prstDash val="solid"/>
              <a:headEnd type="none" w="sm" len="sm"/>
              <a:tailEnd type="none" w="lg" len="lg"/>
            </a:ln>
          </p:spPr>
        </p:sp>
        <p:sp>
          <p:nvSpPr>
            <p:cNvPr id="27718" name="Line 18"/>
            <p:cNvSpPr/>
            <p:nvPr/>
          </p:nvSpPr>
          <p:spPr>
            <a:xfrm flipH="1">
              <a:off x="1218" y="2667"/>
              <a:ext cx="144" cy="0"/>
            </a:xfrm>
            <a:prstGeom prst="line">
              <a:avLst/>
            </a:prstGeom>
            <a:ln w="28575" cap="flat" cmpd="sng">
              <a:solidFill>
                <a:srgbClr val="993366"/>
              </a:solidFill>
              <a:prstDash val="solid"/>
              <a:headEnd type="none" w="sm" len="sm"/>
              <a:tailEnd type="none" w="lg" len="lg"/>
            </a:ln>
          </p:spPr>
        </p:sp>
        <p:sp>
          <p:nvSpPr>
            <p:cNvPr id="27719" name="Line 19"/>
            <p:cNvSpPr/>
            <p:nvPr/>
          </p:nvSpPr>
          <p:spPr>
            <a:xfrm>
              <a:off x="978" y="2763"/>
              <a:ext cx="336" cy="0"/>
            </a:xfrm>
            <a:prstGeom prst="line">
              <a:avLst/>
            </a:prstGeom>
            <a:ln w="28575" cap="flat" cmpd="sng">
              <a:solidFill>
                <a:srgbClr val="993366"/>
              </a:solidFill>
              <a:prstDash val="solid"/>
              <a:headEnd type="none" w="sm" len="sm"/>
              <a:tailEnd type="none" w="lg" len="lg"/>
            </a:ln>
          </p:spPr>
        </p:sp>
        <p:sp>
          <p:nvSpPr>
            <p:cNvPr id="27720" name="Line 20"/>
            <p:cNvSpPr/>
            <p:nvPr/>
          </p:nvSpPr>
          <p:spPr>
            <a:xfrm>
              <a:off x="978" y="2811"/>
              <a:ext cx="336" cy="0"/>
            </a:xfrm>
            <a:prstGeom prst="line">
              <a:avLst/>
            </a:prstGeom>
            <a:ln w="28575" cap="flat" cmpd="sng">
              <a:solidFill>
                <a:srgbClr val="993366"/>
              </a:solidFill>
              <a:prstDash val="solid"/>
              <a:headEnd type="none" w="sm" len="sm"/>
              <a:tailEnd type="none" w="lg" len="lg"/>
            </a:ln>
          </p:spPr>
        </p:sp>
        <p:sp>
          <p:nvSpPr>
            <p:cNvPr id="27721" name="Line 21"/>
            <p:cNvSpPr/>
            <p:nvPr/>
          </p:nvSpPr>
          <p:spPr>
            <a:xfrm>
              <a:off x="978" y="2859"/>
              <a:ext cx="336" cy="0"/>
            </a:xfrm>
            <a:prstGeom prst="line">
              <a:avLst/>
            </a:prstGeom>
            <a:ln w="28575" cap="flat" cmpd="sng">
              <a:solidFill>
                <a:srgbClr val="993366"/>
              </a:solidFill>
              <a:prstDash val="solid"/>
              <a:headEnd type="none" w="sm" len="sm"/>
              <a:tailEnd type="none" w="lg" len="lg"/>
            </a:ln>
          </p:spPr>
        </p:sp>
        <p:sp>
          <p:nvSpPr>
            <p:cNvPr id="27722" name="Line 22"/>
            <p:cNvSpPr/>
            <p:nvPr/>
          </p:nvSpPr>
          <p:spPr>
            <a:xfrm>
              <a:off x="978" y="2955"/>
              <a:ext cx="336" cy="0"/>
            </a:xfrm>
            <a:prstGeom prst="line">
              <a:avLst/>
            </a:prstGeom>
            <a:ln w="28575" cap="flat" cmpd="sng">
              <a:solidFill>
                <a:srgbClr val="993366"/>
              </a:solidFill>
              <a:prstDash val="solid"/>
              <a:headEnd type="none" w="sm" len="sm"/>
              <a:tailEnd type="none" w="lg" len="lg"/>
            </a:ln>
          </p:spPr>
        </p:sp>
        <p:sp>
          <p:nvSpPr>
            <p:cNvPr id="27723" name="Line 23"/>
            <p:cNvSpPr/>
            <p:nvPr/>
          </p:nvSpPr>
          <p:spPr>
            <a:xfrm>
              <a:off x="978" y="2907"/>
              <a:ext cx="336" cy="0"/>
            </a:xfrm>
            <a:prstGeom prst="line">
              <a:avLst/>
            </a:prstGeom>
            <a:ln w="28575" cap="flat" cmpd="sng">
              <a:solidFill>
                <a:srgbClr val="993366"/>
              </a:solidFill>
              <a:prstDash val="solid"/>
              <a:headEnd type="none" w="sm" len="sm"/>
              <a:tailEnd type="none" w="lg" len="lg"/>
            </a:ln>
          </p:spPr>
        </p:sp>
        <p:sp>
          <p:nvSpPr>
            <p:cNvPr id="27724" name="Line 24"/>
            <p:cNvSpPr/>
            <p:nvPr/>
          </p:nvSpPr>
          <p:spPr>
            <a:xfrm>
              <a:off x="978" y="3003"/>
              <a:ext cx="336" cy="0"/>
            </a:xfrm>
            <a:prstGeom prst="line">
              <a:avLst/>
            </a:prstGeom>
            <a:ln w="28575" cap="flat" cmpd="sng">
              <a:solidFill>
                <a:srgbClr val="993366"/>
              </a:solidFill>
              <a:prstDash val="solid"/>
              <a:headEnd type="none" w="sm" len="sm"/>
              <a:tailEnd type="none" w="lg" len="lg"/>
            </a:ln>
          </p:spPr>
        </p:sp>
        <p:sp>
          <p:nvSpPr>
            <p:cNvPr id="27725" name="Line 25"/>
            <p:cNvSpPr/>
            <p:nvPr/>
          </p:nvSpPr>
          <p:spPr>
            <a:xfrm>
              <a:off x="978" y="3051"/>
              <a:ext cx="336" cy="0"/>
            </a:xfrm>
            <a:prstGeom prst="line">
              <a:avLst/>
            </a:prstGeom>
            <a:ln w="28575" cap="flat" cmpd="sng">
              <a:solidFill>
                <a:srgbClr val="993366"/>
              </a:solidFill>
              <a:prstDash val="solid"/>
              <a:headEnd type="none" w="sm" len="sm"/>
              <a:tailEnd type="none" w="lg" len="lg"/>
            </a:ln>
          </p:spPr>
        </p:sp>
        <p:sp>
          <p:nvSpPr>
            <p:cNvPr id="27726" name="Line 26"/>
            <p:cNvSpPr/>
            <p:nvPr/>
          </p:nvSpPr>
          <p:spPr>
            <a:xfrm>
              <a:off x="978" y="2715"/>
              <a:ext cx="336" cy="0"/>
            </a:xfrm>
            <a:prstGeom prst="line">
              <a:avLst/>
            </a:prstGeom>
            <a:ln w="28575" cap="flat" cmpd="sng">
              <a:solidFill>
                <a:srgbClr val="993366"/>
              </a:solidFill>
              <a:prstDash val="solid"/>
              <a:headEnd type="none" w="sm" len="sm"/>
              <a:tailEnd type="none" w="lg" len="lg"/>
            </a:ln>
          </p:spPr>
        </p:sp>
        <p:sp>
          <p:nvSpPr>
            <p:cNvPr id="27727" name="Line 27"/>
            <p:cNvSpPr/>
            <p:nvPr/>
          </p:nvSpPr>
          <p:spPr>
            <a:xfrm>
              <a:off x="978" y="2619"/>
              <a:ext cx="209" cy="0"/>
            </a:xfrm>
            <a:prstGeom prst="line">
              <a:avLst/>
            </a:prstGeom>
            <a:ln w="28575" cap="flat" cmpd="sng">
              <a:solidFill>
                <a:srgbClr val="993366"/>
              </a:solidFill>
              <a:prstDash val="solid"/>
              <a:headEnd type="none" w="sm" len="sm"/>
              <a:tailEnd type="none" w="lg" len="lg"/>
            </a:ln>
          </p:spPr>
        </p:sp>
        <p:sp>
          <p:nvSpPr>
            <p:cNvPr id="27728" name="Line 28"/>
            <p:cNvSpPr/>
            <p:nvPr/>
          </p:nvSpPr>
          <p:spPr>
            <a:xfrm>
              <a:off x="978" y="2571"/>
              <a:ext cx="209" cy="0"/>
            </a:xfrm>
            <a:prstGeom prst="line">
              <a:avLst/>
            </a:prstGeom>
            <a:ln w="28575" cap="flat" cmpd="sng">
              <a:solidFill>
                <a:srgbClr val="993366"/>
              </a:solidFill>
              <a:prstDash val="solid"/>
              <a:headEnd type="none" w="sm" len="sm"/>
              <a:tailEnd type="none" w="lg" len="lg"/>
            </a:ln>
          </p:spPr>
        </p:sp>
        <p:sp>
          <p:nvSpPr>
            <p:cNvPr id="27729" name="Line 29"/>
            <p:cNvSpPr/>
            <p:nvPr/>
          </p:nvSpPr>
          <p:spPr>
            <a:xfrm>
              <a:off x="978" y="2667"/>
              <a:ext cx="209" cy="0"/>
            </a:xfrm>
            <a:prstGeom prst="line">
              <a:avLst/>
            </a:prstGeom>
            <a:ln w="28575" cap="flat" cmpd="sng">
              <a:solidFill>
                <a:srgbClr val="993366"/>
              </a:solidFill>
              <a:prstDash val="solid"/>
              <a:headEnd type="none" w="sm" len="sm"/>
              <a:tailEnd type="none" w="lg" len="lg"/>
            </a:ln>
          </p:spPr>
        </p:sp>
      </p:grpSp>
      <p:cxnSp>
        <p:nvCxnSpPr>
          <p:cNvPr id="27659" name="AutoShape 30"/>
          <p:cNvCxnSpPr>
            <a:endCxn id="27716" idx="0"/>
          </p:cNvCxnSpPr>
          <p:nvPr/>
        </p:nvCxnSpPr>
        <p:spPr>
          <a:xfrm rot="-10800000" flipV="1">
            <a:off x="1789113" y="2060575"/>
            <a:ext cx="3016250" cy="2363788"/>
          </a:xfrm>
          <a:prstGeom prst="curvedConnector2">
            <a:avLst/>
          </a:prstGeom>
          <a:ln w="28575" cap="flat" cmpd="sng">
            <a:solidFill>
              <a:srgbClr val="993366"/>
            </a:solidFill>
            <a:prstDash val="sysDot"/>
            <a:headEnd type="none" w="med" len="med"/>
            <a:tailEnd type="triangle" w="med" len="med"/>
          </a:ln>
        </p:spPr>
      </p:cxnSp>
      <p:sp>
        <p:nvSpPr>
          <p:cNvPr id="27660" name="Rectangle 31"/>
          <p:cNvSpPr/>
          <p:nvPr/>
        </p:nvSpPr>
        <p:spPr>
          <a:xfrm>
            <a:off x="971550" y="5445125"/>
            <a:ext cx="1296988" cy="720725"/>
          </a:xfrm>
          <a:prstGeom prst="rect">
            <a:avLst/>
          </a:prstGeom>
          <a:noFill/>
          <a:ln w="9525" cap="flat" cmpd="sng">
            <a:solidFill>
              <a:srgbClr val="993366"/>
            </a:solidFill>
            <a:prstDash val="solid"/>
            <a:miter/>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nchor="ctr" anchorCtr="0"/>
          <a:p>
            <a:pPr algn="ctr" eaLnBrk="1" hangingPunct="1"/>
            <a:r>
              <a:rPr lang="zh-TW" altLang="en-US" sz="1400" dirty="0">
                <a:solidFill>
                  <a:srgbClr val="993366"/>
                </a:solidFill>
                <a:latin typeface="DFKai-SB" pitchFamily="65" charset="-128"/>
                <a:ea typeface="DFKai-SB" pitchFamily="65" charset="-128"/>
              </a:rPr>
              <a:t>   用例规约</a:t>
            </a:r>
            <a:r>
              <a:rPr lang="en-US" altLang="zh-TW" sz="1400" dirty="0">
                <a:solidFill>
                  <a:srgbClr val="993366"/>
                </a:solidFill>
                <a:latin typeface="DFKai-SB" pitchFamily="65" charset="-128"/>
                <a:ea typeface="DFKai-SB" pitchFamily="65" charset="-128"/>
              </a:rPr>
              <a:t>1</a:t>
            </a:r>
            <a:endParaRPr lang="en-US" altLang="zh-TW" sz="1400" dirty="0">
              <a:solidFill>
                <a:srgbClr val="993366"/>
              </a:solidFill>
              <a:latin typeface="DFKai-SB" pitchFamily="65" charset="-128"/>
              <a:ea typeface="DFKai-SB" pitchFamily="65" charset="-128"/>
            </a:endParaRPr>
          </a:p>
          <a:p>
            <a:pPr algn="ctr" eaLnBrk="1" hangingPunct="1"/>
            <a:r>
              <a:rPr lang="en-US" altLang="zh-TW" sz="1400" dirty="0">
                <a:solidFill>
                  <a:srgbClr val="993366"/>
                </a:solidFill>
                <a:latin typeface="DFKai-SB" pitchFamily="65" charset="-128"/>
                <a:ea typeface="DFKai-SB" pitchFamily="65" charset="-128"/>
              </a:rPr>
              <a:t>--</a:t>
            </a:r>
            <a:r>
              <a:rPr lang="zh-TW" altLang="en-US" sz="1400" dirty="0">
                <a:solidFill>
                  <a:srgbClr val="993366"/>
                </a:solidFill>
                <a:latin typeface="DFKai-SB" pitchFamily="65" charset="-128"/>
                <a:ea typeface="DFKai-SB" pitchFamily="65" charset="-128"/>
              </a:rPr>
              <a:t>简述</a:t>
            </a:r>
            <a:endParaRPr lang="zh-TW" altLang="en-US" sz="1400" dirty="0">
              <a:solidFill>
                <a:srgbClr val="993366"/>
              </a:solidFill>
              <a:latin typeface="DFKai-SB" pitchFamily="65" charset="-128"/>
              <a:ea typeface="DFKai-SB" pitchFamily="65" charset="-128"/>
            </a:endParaRPr>
          </a:p>
          <a:p>
            <a:pPr algn="ctr" eaLnBrk="1" hangingPunct="1"/>
            <a:r>
              <a:rPr lang="zh-TW" altLang="en-US" sz="1400" dirty="0">
                <a:solidFill>
                  <a:srgbClr val="993366"/>
                </a:solidFill>
                <a:latin typeface="DFKai-SB" pitchFamily="65" charset="-128"/>
                <a:ea typeface="DFKai-SB" pitchFamily="65" charset="-128"/>
              </a:rPr>
              <a:t>  </a:t>
            </a:r>
            <a:r>
              <a:rPr lang="en-US" altLang="zh-TW" sz="1400" dirty="0">
                <a:solidFill>
                  <a:srgbClr val="993366"/>
                </a:solidFill>
                <a:latin typeface="DFKai-SB" pitchFamily="65" charset="-128"/>
                <a:ea typeface="DFKai-SB" pitchFamily="65" charset="-128"/>
              </a:rPr>
              <a:t>--</a:t>
            </a:r>
            <a:r>
              <a:rPr lang="zh-TW" altLang="en-US" sz="1400" dirty="0">
                <a:solidFill>
                  <a:srgbClr val="993366"/>
                </a:solidFill>
                <a:latin typeface="DFKai-SB" pitchFamily="65" charset="-128"/>
                <a:ea typeface="DFKai-SB" pitchFamily="65" charset="-128"/>
              </a:rPr>
              <a:t>事件流</a:t>
            </a:r>
            <a:endParaRPr lang="zh-TW" altLang="en-US" sz="1400" dirty="0">
              <a:solidFill>
                <a:srgbClr val="993366"/>
              </a:solidFill>
              <a:latin typeface="DFKai-SB" pitchFamily="65" charset="-128"/>
              <a:ea typeface="DFKai-SB" pitchFamily="65" charset="-128"/>
            </a:endParaRPr>
          </a:p>
        </p:txBody>
      </p:sp>
      <p:grpSp>
        <p:nvGrpSpPr>
          <p:cNvPr id="27661" name="Group 32"/>
          <p:cNvGrpSpPr/>
          <p:nvPr/>
        </p:nvGrpSpPr>
        <p:grpSpPr>
          <a:xfrm>
            <a:off x="3348038" y="4437063"/>
            <a:ext cx="685800" cy="936625"/>
            <a:chOff x="930" y="2523"/>
            <a:chExt cx="432" cy="590"/>
          </a:xfrm>
        </p:grpSpPr>
        <p:sp>
          <p:nvSpPr>
            <p:cNvPr id="27700" name="Rectangle 33"/>
            <p:cNvSpPr/>
            <p:nvPr/>
          </p:nvSpPr>
          <p:spPr>
            <a:xfrm>
              <a:off x="930" y="2523"/>
              <a:ext cx="432" cy="590"/>
            </a:xfrm>
            <a:prstGeom prst="rect">
              <a:avLst/>
            </a:prstGeom>
            <a:noFill/>
            <a:ln w="28575" cap="flat" cmpd="sng">
              <a:solidFill>
                <a:srgbClr val="993366"/>
              </a:solidFill>
              <a:prstDash val="solid"/>
              <a:miter/>
              <a:headEnd type="none" w="sm" len="sm"/>
              <a:tailEnd type="none" w="lg" len="lg"/>
            </a:ln>
          </p:spPr>
          <p:txBody>
            <a:bodyPr wrap="none" anchor="ctr" anchorCtr="0"/>
            <a:p>
              <a:pPr eaLnBrk="1" hangingPunct="1"/>
              <a:endParaRPr lang="zh-CN" altLang="en-US" dirty="0">
                <a:latin typeface="Arial" panose="020B0604020202020204" pitchFamily="34" charset="0"/>
              </a:endParaRPr>
            </a:p>
          </p:txBody>
        </p:sp>
        <p:sp>
          <p:nvSpPr>
            <p:cNvPr id="27701" name="Line 34"/>
            <p:cNvSpPr/>
            <p:nvPr/>
          </p:nvSpPr>
          <p:spPr>
            <a:xfrm>
              <a:off x="1218" y="2523"/>
              <a:ext cx="144" cy="144"/>
            </a:xfrm>
            <a:prstGeom prst="line">
              <a:avLst/>
            </a:prstGeom>
            <a:ln w="28575" cap="flat" cmpd="sng">
              <a:solidFill>
                <a:srgbClr val="993366"/>
              </a:solidFill>
              <a:prstDash val="solid"/>
              <a:headEnd type="none" w="sm" len="sm"/>
              <a:tailEnd type="none" w="lg" len="lg"/>
            </a:ln>
          </p:spPr>
        </p:sp>
        <p:sp>
          <p:nvSpPr>
            <p:cNvPr id="27702" name="Line 35"/>
            <p:cNvSpPr/>
            <p:nvPr/>
          </p:nvSpPr>
          <p:spPr>
            <a:xfrm>
              <a:off x="1202" y="2523"/>
              <a:ext cx="0" cy="144"/>
            </a:xfrm>
            <a:prstGeom prst="line">
              <a:avLst/>
            </a:prstGeom>
            <a:ln w="28575" cap="flat" cmpd="sng">
              <a:solidFill>
                <a:srgbClr val="993366"/>
              </a:solidFill>
              <a:prstDash val="solid"/>
              <a:headEnd type="none" w="sm" len="sm"/>
              <a:tailEnd type="none" w="lg" len="lg"/>
            </a:ln>
          </p:spPr>
        </p:sp>
        <p:sp>
          <p:nvSpPr>
            <p:cNvPr id="27703" name="Line 36"/>
            <p:cNvSpPr/>
            <p:nvPr/>
          </p:nvSpPr>
          <p:spPr>
            <a:xfrm flipH="1">
              <a:off x="1218" y="2667"/>
              <a:ext cx="144" cy="0"/>
            </a:xfrm>
            <a:prstGeom prst="line">
              <a:avLst/>
            </a:prstGeom>
            <a:ln w="28575" cap="flat" cmpd="sng">
              <a:solidFill>
                <a:srgbClr val="993366"/>
              </a:solidFill>
              <a:prstDash val="solid"/>
              <a:headEnd type="none" w="sm" len="sm"/>
              <a:tailEnd type="none" w="lg" len="lg"/>
            </a:ln>
          </p:spPr>
        </p:sp>
        <p:sp>
          <p:nvSpPr>
            <p:cNvPr id="27704" name="Line 37"/>
            <p:cNvSpPr/>
            <p:nvPr/>
          </p:nvSpPr>
          <p:spPr>
            <a:xfrm>
              <a:off x="978" y="2763"/>
              <a:ext cx="336" cy="0"/>
            </a:xfrm>
            <a:prstGeom prst="line">
              <a:avLst/>
            </a:prstGeom>
            <a:ln w="28575" cap="flat" cmpd="sng">
              <a:solidFill>
                <a:srgbClr val="993366"/>
              </a:solidFill>
              <a:prstDash val="solid"/>
              <a:headEnd type="none" w="sm" len="sm"/>
              <a:tailEnd type="none" w="lg" len="lg"/>
            </a:ln>
          </p:spPr>
        </p:sp>
        <p:sp>
          <p:nvSpPr>
            <p:cNvPr id="27705" name="Line 38"/>
            <p:cNvSpPr/>
            <p:nvPr/>
          </p:nvSpPr>
          <p:spPr>
            <a:xfrm>
              <a:off x="978" y="2811"/>
              <a:ext cx="336" cy="0"/>
            </a:xfrm>
            <a:prstGeom prst="line">
              <a:avLst/>
            </a:prstGeom>
            <a:ln w="28575" cap="flat" cmpd="sng">
              <a:solidFill>
                <a:srgbClr val="993366"/>
              </a:solidFill>
              <a:prstDash val="solid"/>
              <a:headEnd type="none" w="sm" len="sm"/>
              <a:tailEnd type="none" w="lg" len="lg"/>
            </a:ln>
          </p:spPr>
        </p:sp>
        <p:sp>
          <p:nvSpPr>
            <p:cNvPr id="27706" name="Line 39"/>
            <p:cNvSpPr/>
            <p:nvPr/>
          </p:nvSpPr>
          <p:spPr>
            <a:xfrm>
              <a:off x="978" y="2859"/>
              <a:ext cx="336" cy="0"/>
            </a:xfrm>
            <a:prstGeom prst="line">
              <a:avLst/>
            </a:prstGeom>
            <a:ln w="28575" cap="flat" cmpd="sng">
              <a:solidFill>
                <a:srgbClr val="993366"/>
              </a:solidFill>
              <a:prstDash val="solid"/>
              <a:headEnd type="none" w="sm" len="sm"/>
              <a:tailEnd type="none" w="lg" len="lg"/>
            </a:ln>
          </p:spPr>
        </p:sp>
        <p:sp>
          <p:nvSpPr>
            <p:cNvPr id="27707" name="Line 40"/>
            <p:cNvSpPr/>
            <p:nvPr/>
          </p:nvSpPr>
          <p:spPr>
            <a:xfrm>
              <a:off x="978" y="2955"/>
              <a:ext cx="336" cy="0"/>
            </a:xfrm>
            <a:prstGeom prst="line">
              <a:avLst/>
            </a:prstGeom>
            <a:ln w="28575" cap="flat" cmpd="sng">
              <a:solidFill>
                <a:srgbClr val="993366"/>
              </a:solidFill>
              <a:prstDash val="solid"/>
              <a:headEnd type="none" w="sm" len="sm"/>
              <a:tailEnd type="none" w="lg" len="lg"/>
            </a:ln>
          </p:spPr>
        </p:sp>
        <p:sp>
          <p:nvSpPr>
            <p:cNvPr id="27708" name="Line 41"/>
            <p:cNvSpPr/>
            <p:nvPr/>
          </p:nvSpPr>
          <p:spPr>
            <a:xfrm>
              <a:off x="978" y="2907"/>
              <a:ext cx="336" cy="0"/>
            </a:xfrm>
            <a:prstGeom prst="line">
              <a:avLst/>
            </a:prstGeom>
            <a:ln w="28575" cap="flat" cmpd="sng">
              <a:solidFill>
                <a:srgbClr val="993366"/>
              </a:solidFill>
              <a:prstDash val="solid"/>
              <a:headEnd type="none" w="sm" len="sm"/>
              <a:tailEnd type="none" w="lg" len="lg"/>
            </a:ln>
          </p:spPr>
        </p:sp>
        <p:sp>
          <p:nvSpPr>
            <p:cNvPr id="27709" name="Line 42"/>
            <p:cNvSpPr/>
            <p:nvPr/>
          </p:nvSpPr>
          <p:spPr>
            <a:xfrm>
              <a:off x="978" y="3003"/>
              <a:ext cx="336" cy="0"/>
            </a:xfrm>
            <a:prstGeom prst="line">
              <a:avLst/>
            </a:prstGeom>
            <a:ln w="28575" cap="flat" cmpd="sng">
              <a:solidFill>
                <a:srgbClr val="993366"/>
              </a:solidFill>
              <a:prstDash val="solid"/>
              <a:headEnd type="none" w="sm" len="sm"/>
              <a:tailEnd type="none" w="lg" len="lg"/>
            </a:ln>
          </p:spPr>
        </p:sp>
        <p:sp>
          <p:nvSpPr>
            <p:cNvPr id="27710" name="Line 43"/>
            <p:cNvSpPr/>
            <p:nvPr/>
          </p:nvSpPr>
          <p:spPr>
            <a:xfrm>
              <a:off x="978" y="3051"/>
              <a:ext cx="336" cy="0"/>
            </a:xfrm>
            <a:prstGeom prst="line">
              <a:avLst/>
            </a:prstGeom>
            <a:ln w="28575" cap="flat" cmpd="sng">
              <a:solidFill>
                <a:srgbClr val="993366"/>
              </a:solidFill>
              <a:prstDash val="solid"/>
              <a:headEnd type="none" w="sm" len="sm"/>
              <a:tailEnd type="none" w="lg" len="lg"/>
            </a:ln>
          </p:spPr>
        </p:sp>
        <p:sp>
          <p:nvSpPr>
            <p:cNvPr id="27711" name="Line 44"/>
            <p:cNvSpPr/>
            <p:nvPr/>
          </p:nvSpPr>
          <p:spPr>
            <a:xfrm>
              <a:off x="978" y="2715"/>
              <a:ext cx="336" cy="0"/>
            </a:xfrm>
            <a:prstGeom prst="line">
              <a:avLst/>
            </a:prstGeom>
            <a:ln w="28575" cap="flat" cmpd="sng">
              <a:solidFill>
                <a:srgbClr val="993366"/>
              </a:solidFill>
              <a:prstDash val="solid"/>
              <a:headEnd type="none" w="sm" len="sm"/>
              <a:tailEnd type="none" w="lg" len="lg"/>
            </a:ln>
          </p:spPr>
        </p:sp>
        <p:sp>
          <p:nvSpPr>
            <p:cNvPr id="27712" name="Line 45"/>
            <p:cNvSpPr/>
            <p:nvPr/>
          </p:nvSpPr>
          <p:spPr>
            <a:xfrm>
              <a:off x="978" y="2619"/>
              <a:ext cx="209" cy="0"/>
            </a:xfrm>
            <a:prstGeom prst="line">
              <a:avLst/>
            </a:prstGeom>
            <a:ln w="28575" cap="flat" cmpd="sng">
              <a:solidFill>
                <a:srgbClr val="993366"/>
              </a:solidFill>
              <a:prstDash val="solid"/>
              <a:headEnd type="none" w="sm" len="sm"/>
              <a:tailEnd type="none" w="lg" len="lg"/>
            </a:ln>
          </p:spPr>
        </p:sp>
        <p:sp>
          <p:nvSpPr>
            <p:cNvPr id="27713" name="Line 46"/>
            <p:cNvSpPr/>
            <p:nvPr/>
          </p:nvSpPr>
          <p:spPr>
            <a:xfrm>
              <a:off x="978" y="2571"/>
              <a:ext cx="209" cy="0"/>
            </a:xfrm>
            <a:prstGeom prst="line">
              <a:avLst/>
            </a:prstGeom>
            <a:ln w="28575" cap="flat" cmpd="sng">
              <a:solidFill>
                <a:srgbClr val="993366"/>
              </a:solidFill>
              <a:prstDash val="solid"/>
              <a:headEnd type="none" w="sm" len="sm"/>
              <a:tailEnd type="none" w="lg" len="lg"/>
            </a:ln>
          </p:spPr>
        </p:sp>
        <p:sp>
          <p:nvSpPr>
            <p:cNvPr id="27714" name="Line 47"/>
            <p:cNvSpPr/>
            <p:nvPr/>
          </p:nvSpPr>
          <p:spPr>
            <a:xfrm>
              <a:off x="978" y="2667"/>
              <a:ext cx="209" cy="0"/>
            </a:xfrm>
            <a:prstGeom prst="line">
              <a:avLst/>
            </a:prstGeom>
            <a:ln w="28575" cap="flat" cmpd="sng">
              <a:solidFill>
                <a:srgbClr val="993366"/>
              </a:solidFill>
              <a:prstDash val="solid"/>
              <a:headEnd type="none" w="sm" len="sm"/>
              <a:tailEnd type="none" w="lg" len="lg"/>
            </a:ln>
          </p:spPr>
        </p:sp>
      </p:grpSp>
      <p:grpSp>
        <p:nvGrpSpPr>
          <p:cNvPr id="27662" name="Group 48"/>
          <p:cNvGrpSpPr/>
          <p:nvPr/>
        </p:nvGrpSpPr>
        <p:grpSpPr>
          <a:xfrm>
            <a:off x="5076825" y="4437063"/>
            <a:ext cx="685800" cy="936625"/>
            <a:chOff x="930" y="2523"/>
            <a:chExt cx="432" cy="590"/>
          </a:xfrm>
        </p:grpSpPr>
        <p:sp>
          <p:nvSpPr>
            <p:cNvPr id="27685" name="Rectangle 49"/>
            <p:cNvSpPr/>
            <p:nvPr/>
          </p:nvSpPr>
          <p:spPr>
            <a:xfrm>
              <a:off x="930" y="2523"/>
              <a:ext cx="432" cy="590"/>
            </a:xfrm>
            <a:prstGeom prst="rect">
              <a:avLst/>
            </a:prstGeom>
            <a:noFill/>
            <a:ln w="28575" cap="flat" cmpd="sng">
              <a:solidFill>
                <a:srgbClr val="993366"/>
              </a:solidFill>
              <a:prstDash val="solid"/>
              <a:miter/>
              <a:headEnd type="none" w="sm" len="sm"/>
              <a:tailEnd type="none" w="lg" len="lg"/>
            </a:ln>
          </p:spPr>
          <p:txBody>
            <a:bodyPr wrap="none" anchor="ctr" anchorCtr="0"/>
            <a:p>
              <a:pPr eaLnBrk="1" hangingPunct="1"/>
              <a:endParaRPr lang="zh-CN" altLang="en-US" dirty="0">
                <a:latin typeface="Arial" panose="020B0604020202020204" pitchFamily="34" charset="0"/>
              </a:endParaRPr>
            </a:p>
          </p:txBody>
        </p:sp>
        <p:sp>
          <p:nvSpPr>
            <p:cNvPr id="27686" name="Line 50"/>
            <p:cNvSpPr/>
            <p:nvPr/>
          </p:nvSpPr>
          <p:spPr>
            <a:xfrm>
              <a:off x="1218" y="2523"/>
              <a:ext cx="144" cy="144"/>
            </a:xfrm>
            <a:prstGeom prst="line">
              <a:avLst/>
            </a:prstGeom>
            <a:ln w="28575" cap="flat" cmpd="sng">
              <a:solidFill>
                <a:srgbClr val="993366"/>
              </a:solidFill>
              <a:prstDash val="solid"/>
              <a:headEnd type="none" w="sm" len="sm"/>
              <a:tailEnd type="none" w="lg" len="lg"/>
            </a:ln>
          </p:spPr>
        </p:sp>
        <p:sp>
          <p:nvSpPr>
            <p:cNvPr id="27687" name="Line 51"/>
            <p:cNvSpPr/>
            <p:nvPr/>
          </p:nvSpPr>
          <p:spPr>
            <a:xfrm>
              <a:off x="1202" y="2523"/>
              <a:ext cx="0" cy="144"/>
            </a:xfrm>
            <a:prstGeom prst="line">
              <a:avLst/>
            </a:prstGeom>
            <a:ln w="28575" cap="flat" cmpd="sng">
              <a:solidFill>
                <a:srgbClr val="993366"/>
              </a:solidFill>
              <a:prstDash val="solid"/>
              <a:headEnd type="none" w="sm" len="sm"/>
              <a:tailEnd type="none" w="lg" len="lg"/>
            </a:ln>
          </p:spPr>
        </p:sp>
        <p:sp>
          <p:nvSpPr>
            <p:cNvPr id="27688" name="Line 52"/>
            <p:cNvSpPr/>
            <p:nvPr/>
          </p:nvSpPr>
          <p:spPr>
            <a:xfrm flipH="1">
              <a:off x="1218" y="2667"/>
              <a:ext cx="144" cy="0"/>
            </a:xfrm>
            <a:prstGeom prst="line">
              <a:avLst/>
            </a:prstGeom>
            <a:ln w="28575" cap="flat" cmpd="sng">
              <a:solidFill>
                <a:srgbClr val="993366"/>
              </a:solidFill>
              <a:prstDash val="solid"/>
              <a:headEnd type="none" w="sm" len="sm"/>
              <a:tailEnd type="none" w="lg" len="lg"/>
            </a:ln>
          </p:spPr>
        </p:sp>
        <p:sp>
          <p:nvSpPr>
            <p:cNvPr id="27689" name="Line 53"/>
            <p:cNvSpPr/>
            <p:nvPr/>
          </p:nvSpPr>
          <p:spPr>
            <a:xfrm>
              <a:off x="978" y="2763"/>
              <a:ext cx="336" cy="0"/>
            </a:xfrm>
            <a:prstGeom prst="line">
              <a:avLst/>
            </a:prstGeom>
            <a:ln w="28575" cap="flat" cmpd="sng">
              <a:solidFill>
                <a:srgbClr val="993366"/>
              </a:solidFill>
              <a:prstDash val="solid"/>
              <a:headEnd type="none" w="sm" len="sm"/>
              <a:tailEnd type="none" w="lg" len="lg"/>
            </a:ln>
          </p:spPr>
        </p:sp>
        <p:sp>
          <p:nvSpPr>
            <p:cNvPr id="27690" name="Line 54"/>
            <p:cNvSpPr/>
            <p:nvPr/>
          </p:nvSpPr>
          <p:spPr>
            <a:xfrm>
              <a:off x="978" y="2811"/>
              <a:ext cx="336" cy="0"/>
            </a:xfrm>
            <a:prstGeom prst="line">
              <a:avLst/>
            </a:prstGeom>
            <a:ln w="28575" cap="flat" cmpd="sng">
              <a:solidFill>
                <a:srgbClr val="993366"/>
              </a:solidFill>
              <a:prstDash val="solid"/>
              <a:headEnd type="none" w="sm" len="sm"/>
              <a:tailEnd type="none" w="lg" len="lg"/>
            </a:ln>
          </p:spPr>
        </p:sp>
        <p:sp>
          <p:nvSpPr>
            <p:cNvPr id="27691" name="Line 55"/>
            <p:cNvSpPr/>
            <p:nvPr/>
          </p:nvSpPr>
          <p:spPr>
            <a:xfrm>
              <a:off x="978" y="2859"/>
              <a:ext cx="336" cy="0"/>
            </a:xfrm>
            <a:prstGeom prst="line">
              <a:avLst/>
            </a:prstGeom>
            <a:ln w="28575" cap="flat" cmpd="sng">
              <a:solidFill>
                <a:srgbClr val="993366"/>
              </a:solidFill>
              <a:prstDash val="solid"/>
              <a:headEnd type="none" w="sm" len="sm"/>
              <a:tailEnd type="none" w="lg" len="lg"/>
            </a:ln>
          </p:spPr>
        </p:sp>
        <p:sp>
          <p:nvSpPr>
            <p:cNvPr id="27692" name="Line 56"/>
            <p:cNvSpPr/>
            <p:nvPr/>
          </p:nvSpPr>
          <p:spPr>
            <a:xfrm>
              <a:off x="978" y="2955"/>
              <a:ext cx="336" cy="0"/>
            </a:xfrm>
            <a:prstGeom prst="line">
              <a:avLst/>
            </a:prstGeom>
            <a:ln w="28575" cap="flat" cmpd="sng">
              <a:solidFill>
                <a:srgbClr val="993366"/>
              </a:solidFill>
              <a:prstDash val="solid"/>
              <a:headEnd type="none" w="sm" len="sm"/>
              <a:tailEnd type="none" w="lg" len="lg"/>
            </a:ln>
          </p:spPr>
        </p:sp>
        <p:sp>
          <p:nvSpPr>
            <p:cNvPr id="27693" name="Line 57"/>
            <p:cNvSpPr/>
            <p:nvPr/>
          </p:nvSpPr>
          <p:spPr>
            <a:xfrm>
              <a:off x="978" y="2907"/>
              <a:ext cx="336" cy="0"/>
            </a:xfrm>
            <a:prstGeom prst="line">
              <a:avLst/>
            </a:prstGeom>
            <a:ln w="28575" cap="flat" cmpd="sng">
              <a:solidFill>
                <a:srgbClr val="993366"/>
              </a:solidFill>
              <a:prstDash val="solid"/>
              <a:headEnd type="none" w="sm" len="sm"/>
              <a:tailEnd type="none" w="lg" len="lg"/>
            </a:ln>
          </p:spPr>
        </p:sp>
        <p:sp>
          <p:nvSpPr>
            <p:cNvPr id="27694" name="Line 58"/>
            <p:cNvSpPr/>
            <p:nvPr/>
          </p:nvSpPr>
          <p:spPr>
            <a:xfrm>
              <a:off x="978" y="3003"/>
              <a:ext cx="336" cy="0"/>
            </a:xfrm>
            <a:prstGeom prst="line">
              <a:avLst/>
            </a:prstGeom>
            <a:ln w="28575" cap="flat" cmpd="sng">
              <a:solidFill>
                <a:srgbClr val="993366"/>
              </a:solidFill>
              <a:prstDash val="solid"/>
              <a:headEnd type="none" w="sm" len="sm"/>
              <a:tailEnd type="none" w="lg" len="lg"/>
            </a:ln>
          </p:spPr>
        </p:sp>
        <p:sp>
          <p:nvSpPr>
            <p:cNvPr id="27695" name="Line 59"/>
            <p:cNvSpPr/>
            <p:nvPr/>
          </p:nvSpPr>
          <p:spPr>
            <a:xfrm>
              <a:off x="978" y="3051"/>
              <a:ext cx="336" cy="0"/>
            </a:xfrm>
            <a:prstGeom prst="line">
              <a:avLst/>
            </a:prstGeom>
            <a:ln w="28575" cap="flat" cmpd="sng">
              <a:solidFill>
                <a:srgbClr val="993366"/>
              </a:solidFill>
              <a:prstDash val="solid"/>
              <a:headEnd type="none" w="sm" len="sm"/>
              <a:tailEnd type="none" w="lg" len="lg"/>
            </a:ln>
          </p:spPr>
        </p:sp>
        <p:sp>
          <p:nvSpPr>
            <p:cNvPr id="27696" name="Line 60"/>
            <p:cNvSpPr/>
            <p:nvPr/>
          </p:nvSpPr>
          <p:spPr>
            <a:xfrm>
              <a:off x="978" y="2715"/>
              <a:ext cx="336" cy="0"/>
            </a:xfrm>
            <a:prstGeom prst="line">
              <a:avLst/>
            </a:prstGeom>
            <a:ln w="28575" cap="flat" cmpd="sng">
              <a:solidFill>
                <a:srgbClr val="993366"/>
              </a:solidFill>
              <a:prstDash val="solid"/>
              <a:headEnd type="none" w="sm" len="sm"/>
              <a:tailEnd type="none" w="lg" len="lg"/>
            </a:ln>
          </p:spPr>
        </p:sp>
        <p:sp>
          <p:nvSpPr>
            <p:cNvPr id="27697" name="Line 61"/>
            <p:cNvSpPr/>
            <p:nvPr/>
          </p:nvSpPr>
          <p:spPr>
            <a:xfrm>
              <a:off x="978" y="2619"/>
              <a:ext cx="209" cy="0"/>
            </a:xfrm>
            <a:prstGeom prst="line">
              <a:avLst/>
            </a:prstGeom>
            <a:ln w="28575" cap="flat" cmpd="sng">
              <a:solidFill>
                <a:srgbClr val="993366"/>
              </a:solidFill>
              <a:prstDash val="solid"/>
              <a:headEnd type="none" w="sm" len="sm"/>
              <a:tailEnd type="none" w="lg" len="lg"/>
            </a:ln>
          </p:spPr>
        </p:sp>
        <p:sp>
          <p:nvSpPr>
            <p:cNvPr id="27698" name="Line 62"/>
            <p:cNvSpPr/>
            <p:nvPr/>
          </p:nvSpPr>
          <p:spPr>
            <a:xfrm>
              <a:off x="978" y="2571"/>
              <a:ext cx="209" cy="0"/>
            </a:xfrm>
            <a:prstGeom prst="line">
              <a:avLst/>
            </a:prstGeom>
            <a:ln w="28575" cap="flat" cmpd="sng">
              <a:solidFill>
                <a:srgbClr val="993366"/>
              </a:solidFill>
              <a:prstDash val="solid"/>
              <a:headEnd type="none" w="sm" len="sm"/>
              <a:tailEnd type="none" w="lg" len="lg"/>
            </a:ln>
          </p:spPr>
        </p:sp>
        <p:sp>
          <p:nvSpPr>
            <p:cNvPr id="27699" name="Line 63"/>
            <p:cNvSpPr/>
            <p:nvPr/>
          </p:nvSpPr>
          <p:spPr>
            <a:xfrm>
              <a:off x="978" y="2667"/>
              <a:ext cx="209" cy="0"/>
            </a:xfrm>
            <a:prstGeom prst="line">
              <a:avLst/>
            </a:prstGeom>
            <a:ln w="28575" cap="flat" cmpd="sng">
              <a:solidFill>
                <a:srgbClr val="993366"/>
              </a:solidFill>
              <a:prstDash val="solid"/>
              <a:headEnd type="none" w="sm" len="sm"/>
              <a:tailEnd type="none" w="lg" len="lg"/>
            </a:ln>
          </p:spPr>
        </p:sp>
      </p:grpSp>
      <p:cxnSp>
        <p:nvCxnSpPr>
          <p:cNvPr id="27663" name="AutoShape 64"/>
          <p:cNvCxnSpPr>
            <a:endCxn id="27700" idx="0"/>
          </p:cNvCxnSpPr>
          <p:nvPr/>
        </p:nvCxnSpPr>
        <p:spPr>
          <a:xfrm rot="5400000">
            <a:off x="3279775" y="2686050"/>
            <a:ext cx="2146300" cy="1325563"/>
          </a:xfrm>
          <a:prstGeom prst="curvedConnector3">
            <a:avLst>
              <a:gd name="adj1" fmla="val 10722"/>
            </a:avLst>
          </a:prstGeom>
          <a:ln w="28575" cap="flat" cmpd="sng">
            <a:solidFill>
              <a:srgbClr val="993366"/>
            </a:solidFill>
            <a:prstDash val="sysDot"/>
            <a:headEnd type="none" w="med" len="med"/>
            <a:tailEnd type="triangle" w="med" len="med"/>
          </a:ln>
        </p:spPr>
      </p:cxnSp>
      <p:cxnSp>
        <p:nvCxnSpPr>
          <p:cNvPr id="27664" name="AutoShape 65"/>
          <p:cNvCxnSpPr>
            <a:endCxn id="27685" idx="0"/>
          </p:cNvCxnSpPr>
          <p:nvPr/>
        </p:nvCxnSpPr>
        <p:spPr>
          <a:xfrm rot="-5400000" flipH="1">
            <a:off x="4822825" y="3825875"/>
            <a:ext cx="1138238" cy="55563"/>
          </a:xfrm>
          <a:prstGeom prst="curvedConnector3">
            <a:avLst>
              <a:gd name="adj1" fmla="val 50630"/>
            </a:avLst>
          </a:prstGeom>
          <a:ln w="28575" cap="flat" cmpd="sng">
            <a:solidFill>
              <a:srgbClr val="993366"/>
            </a:solidFill>
            <a:prstDash val="sysDot"/>
            <a:headEnd type="none" w="med" len="med"/>
            <a:tailEnd type="triangle" w="med" len="med"/>
          </a:ln>
        </p:spPr>
      </p:cxnSp>
      <p:sp>
        <p:nvSpPr>
          <p:cNvPr id="27665" name="Rectangle 66"/>
          <p:cNvSpPr/>
          <p:nvPr/>
        </p:nvSpPr>
        <p:spPr>
          <a:xfrm>
            <a:off x="3059113" y="5445125"/>
            <a:ext cx="1296987" cy="720725"/>
          </a:xfrm>
          <a:prstGeom prst="rect">
            <a:avLst/>
          </a:prstGeom>
          <a:noFill/>
          <a:ln w="9525" cap="flat" cmpd="sng">
            <a:solidFill>
              <a:srgbClr val="993366"/>
            </a:solidFill>
            <a:prstDash val="solid"/>
            <a:miter/>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nchor="ctr" anchorCtr="0"/>
          <a:p>
            <a:pPr algn="ctr" eaLnBrk="1" hangingPunct="1"/>
            <a:r>
              <a:rPr lang="zh-TW" altLang="en-US" sz="1400" dirty="0">
                <a:solidFill>
                  <a:srgbClr val="993366"/>
                </a:solidFill>
                <a:latin typeface="DFKai-SB" pitchFamily="65" charset="-128"/>
                <a:ea typeface="DFKai-SB" pitchFamily="65" charset="-128"/>
              </a:rPr>
              <a:t>   用例规约</a:t>
            </a:r>
            <a:r>
              <a:rPr lang="en-US" altLang="zh-TW" sz="1400" dirty="0">
                <a:solidFill>
                  <a:srgbClr val="993366"/>
                </a:solidFill>
                <a:latin typeface="DFKai-SB" pitchFamily="65" charset="-128"/>
                <a:ea typeface="DFKai-SB" pitchFamily="65" charset="-128"/>
              </a:rPr>
              <a:t>2</a:t>
            </a:r>
            <a:endParaRPr lang="en-US" altLang="zh-TW" sz="1400" dirty="0">
              <a:solidFill>
                <a:srgbClr val="993366"/>
              </a:solidFill>
              <a:latin typeface="DFKai-SB" pitchFamily="65" charset="-128"/>
              <a:ea typeface="DFKai-SB" pitchFamily="65" charset="-128"/>
            </a:endParaRPr>
          </a:p>
          <a:p>
            <a:pPr algn="ctr" eaLnBrk="1" hangingPunct="1"/>
            <a:r>
              <a:rPr lang="en-US" altLang="zh-TW" sz="1400" dirty="0">
                <a:solidFill>
                  <a:srgbClr val="993366"/>
                </a:solidFill>
                <a:latin typeface="DFKai-SB" pitchFamily="65" charset="-128"/>
                <a:ea typeface="DFKai-SB" pitchFamily="65" charset="-128"/>
              </a:rPr>
              <a:t>--</a:t>
            </a:r>
            <a:r>
              <a:rPr lang="zh-TW" altLang="en-US" sz="1400" dirty="0">
                <a:solidFill>
                  <a:srgbClr val="993366"/>
                </a:solidFill>
                <a:latin typeface="DFKai-SB" pitchFamily="65" charset="-128"/>
                <a:ea typeface="DFKai-SB" pitchFamily="65" charset="-128"/>
              </a:rPr>
              <a:t>简述</a:t>
            </a:r>
            <a:endParaRPr lang="zh-TW" altLang="en-US" sz="1400" dirty="0">
              <a:solidFill>
                <a:srgbClr val="993366"/>
              </a:solidFill>
              <a:latin typeface="DFKai-SB" pitchFamily="65" charset="-128"/>
              <a:ea typeface="DFKai-SB" pitchFamily="65" charset="-128"/>
            </a:endParaRPr>
          </a:p>
          <a:p>
            <a:pPr algn="ctr" eaLnBrk="1" hangingPunct="1"/>
            <a:r>
              <a:rPr lang="zh-TW" altLang="en-US" sz="1400" dirty="0">
                <a:solidFill>
                  <a:srgbClr val="993366"/>
                </a:solidFill>
                <a:latin typeface="DFKai-SB" pitchFamily="65" charset="-128"/>
                <a:ea typeface="DFKai-SB" pitchFamily="65" charset="-128"/>
              </a:rPr>
              <a:t>  </a:t>
            </a:r>
            <a:r>
              <a:rPr lang="en-US" altLang="zh-TW" sz="1400" dirty="0">
                <a:solidFill>
                  <a:srgbClr val="993366"/>
                </a:solidFill>
                <a:latin typeface="DFKai-SB" pitchFamily="65" charset="-128"/>
                <a:ea typeface="DFKai-SB" pitchFamily="65" charset="-128"/>
              </a:rPr>
              <a:t>--</a:t>
            </a:r>
            <a:r>
              <a:rPr lang="zh-TW" altLang="en-US" sz="1400" dirty="0">
                <a:solidFill>
                  <a:srgbClr val="993366"/>
                </a:solidFill>
                <a:latin typeface="DFKai-SB" pitchFamily="65" charset="-128"/>
                <a:ea typeface="DFKai-SB" pitchFamily="65" charset="-128"/>
              </a:rPr>
              <a:t>事件流</a:t>
            </a:r>
            <a:endParaRPr lang="zh-TW" altLang="en-US" sz="1400" dirty="0">
              <a:solidFill>
                <a:srgbClr val="993366"/>
              </a:solidFill>
              <a:latin typeface="DFKai-SB" pitchFamily="65" charset="-128"/>
              <a:ea typeface="DFKai-SB" pitchFamily="65" charset="-128"/>
            </a:endParaRPr>
          </a:p>
        </p:txBody>
      </p:sp>
      <p:sp>
        <p:nvSpPr>
          <p:cNvPr id="27666" name="Rectangle 67"/>
          <p:cNvSpPr/>
          <p:nvPr/>
        </p:nvSpPr>
        <p:spPr>
          <a:xfrm>
            <a:off x="4716463" y="5445125"/>
            <a:ext cx="1296987" cy="720725"/>
          </a:xfrm>
          <a:prstGeom prst="rect">
            <a:avLst/>
          </a:prstGeom>
          <a:noFill/>
          <a:ln w="9525" cap="flat" cmpd="sng">
            <a:solidFill>
              <a:srgbClr val="993366"/>
            </a:solidFill>
            <a:prstDash val="solid"/>
            <a:miter/>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nchor="ctr" anchorCtr="0"/>
          <a:p>
            <a:pPr algn="ctr" eaLnBrk="1" hangingPunct="1"/>
            <a:r>
              <a:rPr lang="zh-TW" altLang="en-US" sz="1400" dirty="0">
                <a:solidFill>
                  <a:srgbClr val="993366"/>
                </a:solidFill>
                <a:latin typeface="DFKai-SB" pitchFamily="65" charset="-128"/>
                <a:ea typeface="DFKai-SB" pitchFamily="65" charset="-128"/>
              </a:rPr>
              <a:t>   用例规约</a:t>
            </a:r>
            <a:r>
              <a:rPr lang="en-US" altLang="zh-TW" sz="1400" dirty="0">
                <a:solidFill>
                  <a:srgbClr val="993366"/>
                </a:solidFill>
                <a:latin typeface="DFKai-SB" pitchFamily="65" charset="-128"/>
                <a:ea typeface="DFKai-SB" pitchFamily="65" charset="-128"/>
              </a:rPr>
              <a:t>3</a:t>
            </a:r>
            <a:endParaRPr lang="en-US" altLang="zh-TW" sz="1400" dirty="0">
              <a:solidFill>
                <a:srgbClr val="993366"/>
              </a:solidFill>
              <a:latin typeface="DFKai-SB" pitchFamily="65" charset="-128"/>
              <a:ea typeface="DFKai-SB" pitchFamily="65" charset="-128"/>
            </a:endParaRPr>
          </a:p>
          <a:p>
            <a:pPr algn="ctr" eaLnBrk="1" hangingPunct="1"/>
            <a:r>
              <a:rPr lang="en-US" altLang="zh-TW" sz="1400" dirty="0">
                <a:solidFill>
                  <a:srgbClr val="993366"/>
                </a:solidFill>
                <a:latin typeface="DFKai-SB" pitchFamily="65" charset="-128"/>
                <a:ea typeface="DFKai-SB" pitchFamily="65" charset="-128"/>
              </a:rPr>
              <a:t>--</a:t>
            </a:r>
            <a:r>
              <a:rPr lang="zh-TW" altLang="en-US" sz="1400" dirty="0">
                <a:solidFill>
                  <a:srgbClr val="993366"/>
                </a:solidFill>
                <a:latin typeface="DFKai-SB" pitchFamily="65" charset="-128"/>
                <a:ea typeface="DFKai-SB" pitchFamily="65" charset="-128"/>
              </a:rPr>
              <a:t>简述</a:t>
            </a:r>
            <a:endParaRPr lang="zh-TW" altLang="en-US" sz="1400" dirty="0">
              <a:solidFill>
                <a:srgbClr val="993366"/>
              </a:solidFill>
              <a:latin typeface="DFKai-SB" pitchFamily="65" charset="-128"/>
              <a:ea typeface="DFKai-SB" pitchFamily="65" charset="-128"/>
            </a:endParaRPr>
          </a:p>
          <a:p>
            <a:pPr algn="ctr" eaLnBrk="1" hangingPunct="1"/>
            <a:r>
              <a:rPr lang="zh-TW" altLang="en-US" sz="1400" dirty="0">
                <a:solidFill>
                  <a:srgbClr val="993366"/>
                </a:solidFill>
                <a:latin typeface="DFKai-SB" pitchFamily="65" charset="-128"/>
                <a:ea typeface="DFKai-SB" pitchFamily="65" charset="-128"/>
              </a:rPr>
              <a:t>  </a:t>
            </a:r>
            <a:r>
              <a:rPr lang="en-US" altLang="zh-TW" sz="1400" dirty="0">
                <a:solidFill>
                  <a:srgbClr val="993366"/>
                </a:solidFill>
                <a:latin typeface="DFKai-SB" pitchFamily="65" charset="-128"/>
                <a:ea typeface="DFKai-SB" pitchFamily="65" charset="-128"/>
              </a:rPr>
              <a:t>--</a:t>
            </a:r>
            <a:r>
              <a:rPr lang="zh-TW" altLang="en-US" sz="1400" dirty="0">
                <a:solidFill>
                  <a:srgbClr val="993366"/>
                </a:solidFill>
                <a:latin typeface="DFKai-SB" pitchFamily="65" charset="-128"/>
                <a:ea typeface="DFKai-SB" pitchFamily="65" charset="-128"/>
              </a:rPr>
              <a:t>事件流</a:t>
            </a:r>
            <a:endParaRPr lang="zh-TW" altLang="en-US" sz="1400" dirty="0">
              <a:solidFill>
                <a:srgbClr val="993366"/>
              </a:solidFill>
              <a:latin typeface="DFKai-SB" pitchFamily="65" charset="-128"/>
              <a:ea typeface="DFKai-SB" pitchFamily="65" charset="-128"/>
            </a:endParaRPr>
          </a:p>
        </p:txBody>
      </p:sp>
      <p:grpSp>
        <p:nvGrpSpPr>
          <p:cNvPr id="27667" name="Group 68"/>
          <p:cNvGrpSpPr/>
          <p:nvPr/>
        </p:nvGrpSpPr>
        <p:grpSpPr>
          <a:xfrm>
            <a:off x="7092950" y="2636838"/>
            <a:ext cx="576263" cy="649287"/>
            <a:chOff x="7654" y="3380"/>
            <a:chExt cx="554" cy="754"/>
          </a:xfrm>
        </p:grpSpPr>
        <p:sp>
          <p:nvSpPr>
            <p:cNvPr id="27681" name="Oval 69"/>
            <p:cNvSpPr/>
            <p:nvPr/>
          </p:nvSpPr>
          <p:spPr>
            <a:xfrm>
              <a:off x="7805" y="3380"/>
              <a:ext cx="253" cy="248"/>
            </a:xfrm>
            <a:prstGeom prst="ellipse">
              <a:avLst/>
            </a:prstGeom>
            <a:noFill/>
            <a:ln w="28575" cap="flat" cmpd="sng">
              <a:solidFill>
                <a:srgbClr val="993366"/>
              </a:solidFill>
              <a:prstDash val="solid"/>
              <a:headEnd type="none" w="med" len="med"/>
              <a:tailEnd type="none" w="med" len="med"/>
            </a:ln>
          </p:spPr>
          <p:txBody>
            <a:bodyPr/>
            <a:p>
              <a:pPr eaLnBrk="1" hangingPunct="1"/>
              <a:endParaRPr lang="zh-CN" altLang="en-US" dirty="0">
                <a:latin typeface="Arial" panose="020B0604020202020204" pitchFamily="34" charset="0"/>
              </a:endParaRPr>
            </a:p>
          </p:txBody>
        </p:sp>
        <p:sp>
          <p:nvSpPr>
            <p:cNvPr id="27682" name="Line 70"/>
            <p:cNvSpPr/>
            <p:nvPr/>
          </p:nvSpPr>
          <p:spPr>
            <a:xfrm>
              <a:off x="7931" y="3630"/>
              <a:ext cx="1" cy="232"/>
            </a:xfrm>
            <a:prstGeom prst="line">
              <a:avLst/>
            </a:prstGeom>
            <a:ln w="28575" cap="flat" cmpd="sng">
              <a:solidFill>
                <a:srgbClr val="993366"/>
              </a:solidFill>
              <a:prstDash val="solid"/>
              <a:headEnd type="none" w="med" len="med"/>
              <a:tailEnd type="none" w="med" len="med"/>
            </a:ln>
          </p:spPr>
        </p:sp>
        <p:sp>
          <p:nvSpPr>
            <p:cNvPr id="27683" name="Line 71"/>
            <p:cNvSpPr/>
            <p:nvPr/>
          </p:nvSpPr>
          <p:spPr>
            <a:xfrm>
              <a:off x="7731" y="3695"/>
              <a:ext cx="401" cy="1"/>
            </a:xfrm>
            <a:prstGeom prst="line">
              <a:avLst/>
            </a:prstGeom>
            <a:ln w="28575" cap="flat" cmpd="sng">
              <a:solidFill>
                <a:srgbClr val="993366"/>
              </a:solidFill>
              <a:prstDash val="solid"/>
              <a:headEnd type="none" w="med" len="med"/>
              <a:tailEnd type="none" w="med" len="med"/>
            </a:ln>
          </p:spPr>
        </p:sp>
        <p:sp>
          <p:nvSpPr>
            <p:cNvPr id="27684" name="Freeform 72"/>
            <p:cNvSpPr/>
            <p:nvPr/>
          </p:nvSpPr>
          <p:spPr>
            <a:xfrm>
              <a:off x="7654" y="3862"/>
              <a:ext cx="554" cy="272"/>
            </a:xfrm>
            <a:custGeom>
              <a:avLst/>
              <a:gdLst/>
              <a:ahLst/>
              <a:cxnLst>
                <a:cxn ang="0">
                  <a:pos x="0" y="22376483"/>
                </a:cxn>
                <a:cxn ang="0">
                  <a:pos x="25888092" y="0"/>
                </a:cxn>
                <a:cxn ang="0">
                  <a:pos x="51776158" y="22376483"/>
                </a:cxn>
              </a:cxnLst>
              <a:pathLst>
                <a:path w="108" h="54">
                  <a:moveTo>
                    <a:pt x="0" y="54"/>
                  </a:moveTo>
                  <a:lnTo>
                    <a:pt x="54" y="0"/>
                  </a:lnTo>
                  <a:lnTo>
                    <a:pt x="108" y="54"/>
                  </a:lnTo>
                </a:path>
              </a:pathLst>
            </a:custGeom>
            <a:noFill/>
            <a:ln w="28575" cap="flat" cmpd="sng">
              <a:solidFill>
                <a:srgbClr val="993366">
                  <a:alpha val="100000"/>
                </a:srgbClr>
              </a:solidFill>
              <a:prstDash val="solid"/>
              <a:round/>
              <a:headEnd type="none" w="med" len="med"/>
              <a:tailEnd type="none" w="med" len="med"/>
            </a:ln>
          </p:spPr>
          <p:txBody>
            <a:bodyPr/>
            <a:p>
              <a:endParaRPr lang="zh-CN" altLang="en-US"/>
            </a:p>
          </p:txBody>
        </p:sp>
      </p:grpSp>
      <p:grpSp>
        <p:nvGrpSpPr>
          <p:cNvPr id="27668" name="Group 73"/>
          <p:cNvGrpSpPr/>
          <p:nvPr/>
        </p:nvGrpSpPr>
        <p:grpSpPr>
          <a:xfrm>
            <a:off x="7092950" y="1484313"/>
            <a:ext cx="576263" cy="649287"/>
            <a:chOff x="7654" y="3380"/>
            <a:chExt cx="554" cy="754"/>
          </a:xfrm>
        </p:grpSpPr>
        <p:sp>
          <p:nvSpPr>
            <p:cNvPr id="27677" name="Oval 74"/>
            <p:cNvSpPr/>
            <p:nvPr/>
          </p:nvSpPr>
          <p:spPr>
            <a:xfrm>
              <a:off x="7805" y="3380"/>
              <a:ext cx="253" cy="248"/>
            </a:xfrm>
            <a:prstGeom prst="ellipse">
              <a:avLst/>
            </a:prstGeom>
            <a:noFill/>
            <a:ln w="28575" cap="flat" cmpd="sng">
              <a:solidFill>
                <a:srgbClr val="993366"/>
              </a:solidFill>
              <a:prstDash val="solid"/>
              <a:headEnd type="none" w="med" len="med"/>
              <a:tailEnd type="none" w="med" len="med"/>
            </a:ln>
          </p:spPr>
          <p:txBody>
            <a:bodyPr/>
            <a:p>
              <a:pPr eaLnBrk="1" hangingPunct="1"/>
              <a:endParaRPr lang="zh-CN" altLang="en-US" dirty="0">
                <a:latin typeface="Arial" panose="020B0604020202020204" pitchFamily="34" charset="0"/>
              </a:endParaRPr>
            </a:p>
          </p:txBody>
        </p:sp>
        <p:sp>
          <p:nvSpPr>
            <p:cNvPr id="27678" name="Line 75"/>
            <p:cNvSpPr/>
            <p:nvPr/>
          </p:nvSpPr>
          <p:spPr>
            <a:xfrm>
              <a:off x="7931" y="3630"/>
              <a:ext cx="1" cy="232"/>
            </a:xfrm>
            <a:prstGeom prst="line">
              <a:avLst/>
            </a:prstGeom>
            <a:ln w="28575" cap="flat" cmpd="sng">
              <a:solidFill>
                <a:srgbClr val="993366"/>
              </a:solidFill>
              <a:prstDash val="solid"/>
              <a:headEnd type="none" w="med" len="med"/>
              <a:tailEnd type="none" w="med" len="med"/>
            </a:ln>
          </p:spPr>
        </p:sp>
        <p:sp>
          <p:nvSpPr>
            <p:cNvPr id="27679" name="Line 76"/>
            <p:cNvSpPr/>
            <p:nvPr/>
          </p:nvSpPr>
          <p:spPr>
            <a:xfrm>
              <a:off x="7731" y="3695"/>
              <a:ext cx="401" cy="1"/>
            </a:xfrm>
            <a:prstGeom prst="line">
              <a:avLst/>
            </a:prstGeom>
            <a:ln w="28575" cap="flat" cmpd="sng">
              <a:solidFill>
                <a:srgbClr val="993366"/>
              </a:solidFill>
              <a:prstDash val="solid"/>
              <a:headEnd type="none" w="med" len="med"/>
              <a:tailEnd type="none" w="med" len="med"/>
            </a:ln>
          </p:spPr>
        </p:sp>
        <p:sp>
          <p:nvSpPr>
            <p:cNvPr id="27680" name="Freeform 77"/>
            <p:cNvSpPr/>
            <p:nvPr/>
          </p:nvSpPr>
          <p:spPr>
            <a:xfrm>
              <a:off x="7654" y="3862"/>
              <a:ext cx="554" cy="272"/>
            </a:xfrm>
            <a:custGeom>
              <a:avLst/>
              <a:gdLst/>
              <a:ahLst/>
              <a:cxnLst>
                <a:cxn ang="0">
                  <a:pos x="0" y="22376483"/>
                </a:cxn>
                <a:cxn ang="0">
                  <a:pos x="25888092" y="0"/>
                </a:cxn>
                <a:cxn ang="0">
                  <a:pos x="51776158" y="22376483"/>
                </a:cxn>
              </a:cxnLst>
              <a:pathLst>
                <a:path w="108" h="54">
                  <a:moveTo>
                    <a:pt x="0" y="54"/>
                  </a:moveTo>
                  <a:lnTo>
                    <a:pt x="54" y="0"/>
                  </a:lnTo>
                  <a:lnTo>
                    <a:pt x="108" y="54"/>
                  </a:lnTo>
                </a:path>
              </a:pathLst>
            </a:custGeom>
            <a:noFill/>
            <a:ln w="28575" cap="flat" cmpd="sng">
              <a:solidFill>
                <a:srgbClr val="993366">
                  <a:alpha val="100000"/>
                </a:srgbClr>
              </a:solidFill>
              <a:prstDash val="solid"/>
              <a:round/>
              <a:headEnd type="none" w="med" len="med"/>
              <a:tailEnd type="none" w="med" len="med"/>
            </a:ln>
          </p:spPr>
          <p:txBody>
            <a:bodyPr/>
            <a:p>
              <a:endParaRPr lang="zh-CN" altLang="en-US"/>
            </a:p>
          </p:txBody>
        </p:sp>
      </p:grpSp>
      <p:sp>
        <p:nvSpPr>
          <p:cNvPr id="27669" name="Rectangle 78"/>
          <p:cNvSpPr/>
          <p:nvPr/>
        </p:nvSpPr>
        <p:spPr>
          <a:xfrm>
            <a:off x="4572000" y="1196975"/>
            <a:ext cx="1295400" cy="287338"/>
          </a:xfrm>
          <a:prstGeom prst="rect">
            <a:avLst/>
          </a:prstGeom>
          <a:noFill/>
          <a:ln w="9525" cap="flat" cmpd="sng">
            <a:solidFill>
              <a:srgbClr val="993366"/>
            </a:solidFill>
            <a:prstDash val="solid"/>
            <a:miter/>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nchor="ctr" anchorCtr="0"/>
          <a:p>
            <a:pPr algn="ctr" eaLnBrk="1" hangingPunct="1"/>
            <a:r>
              <a:rPr lang="zh-TW" altLang="en-US" sz="2000" dirty="0">
                <a:solidFill>
                  <a:srgbClr val="993366"/>
                </a:solidFill>
                <a:latin typeface="Arial" panose="020B0604020202020204" pitchFamily="34" charset="0"/>
                <a:ea typeface="DFKai-SB" pitchFamily="65" charset="-128"/>
              </a:rPr>
              <a:t>系统</a:t>
            </a:r>
            <a:endParaRPr lang="zh-TW" altLang="en-US" sz="2000" dirty="0">
              <a:solidFill>
                <a:srgbClr val="993366"/>
              </a:solidFill>
              <a:latin typeface="Arial" panose="020B0604020202020204" pitchFamily="34" charset="0"/>
              <a:ea typeface="DFKai-SB" pitchFamily="65" charset="-128"/>
            </a:endParaRPr>
          </a:p>
        </p:txBody>
      </p:sp>
      <p:sp>
        <p:nvSpPr>
          <p:cNvPr id="27670" name="Rectangle 79"/>
          <p:cNvSpPr/>
          <p:nvPr/>
        </p:nvSpPr>
        <p:spPr>
          <a:xfrm>
            <a:off x="6877050" y="2205038"/>
            <a:ext cx="1079500" cy="288925"/>
          </a:xfrm>
          <a:prstGeom prst="rect">
            <a:avLst/>
          </a:prstGeom>
          <a:noFill/>
          <a:ln w="9525" cap="flat" cmpd="sng">
            <a:solidFill>
              <a:srgbClr val="993366"/>
            </a:solidFill>
            <a:prstDash val="solid"/>
            <a:miter/>
            <a:headEnd type="none" w="med" len="med"/>
            <a:tailEnd type="none" w="med" len="med"/>
          </a:ln>
        </p:spPr>
        <p:txBody>
          <a:bodyPr wrap="none" anchor="ctr" anchorCtr="0"/>
          <a:p>
            <a:pPr algn="ctr" eaLnBrk="1" hangingPunct="1"/>
            <a:r>
              <a:rPr lang="zh-TW" altLang="en-US" sz="2000" dirty="0">
                <a:solidFill>
                  <a:srgbClr val="993366"/>
                </a:solidFill>
                <a:latin typeface="Arial" panose="020B0604020202020204" pitchFamily="34" charset="0"/>
                <a:ea typeface="DFKai-SB" pitchFamily="65" charset="-128"/>
              </a:rPr>
              <a:t>参与者</a:t>
            </a:r>
            <a:r>
              <a:rPr lang="en-US" altLang="zh-TW" sz="2000" dirty="0">
                <a:solidFill>
                  <a:srgbClr val="993366"/>
                </a:solidFill>
                <a:latin typeface="Arial" panose="020B0604020202020204" pitchFamily="34" charset="0"/>
                <a:ea typeface="DFKai-SB" pitchFamily="65" charset="-128"/>
              </a:rPr>
              <a:t>2</a:t>
            </a:r>
            <a:endParaRPr lang="en-US" altLang="zh-TW" sz="2000" dirty="0">
              <a:solidFill>
                <a:srgbClr val="993366"/>
              </a:solidFill>
              <a:latin typeface="Arial" panose="020B0604020202020204" pitchFamily="34" charset="0"/>
              <a:ea typeface="DFKai-SB" pitchFamily="65" charset="-128"/>
            </a:endParaRPr>
          </a:p>
        </p:txBody>
      </p:sp>
      <p:sp>
        <p:nvSpPr>
          <p:cNvPr id="27671" name="Rectangle 80"/>
          <p:cNvSpPr/>
          <p:nvPr/>
        </p:nvSpPr>
        <p:spPr>
          <a:xfrm>
            <a:off x="6877050" y="3357563"/>
            <a:ext cx="1079500" cy="288925"/>
          </a:xfrm>
          <a:prstGeom prst="rect">
            <a:avLst/>
          </a:prstGeom>
          <a:noFill/>
          <a:ln w="9525" cap="flat" cmpd="sng">
            <a:solidFill>
              <a:srgbClr val="993366"/>
            </a:solidFill>
            <a:prstDash val="solid"/>
            <a:miter/>
            <a:headEnd type="none" w="med" len="med"/>
            <a:tailEnd type="none" w="med" len="med"/>
          </a:ln>
        </p:spPr>
        <p:txBody>
          <a:bodyPr wrap="none" anchor="ctr" anchorCtr="0"/>
          <a:p>
            <a:pPr algn="ctr" eaLnBrk="1" hangingPunct="1"/>
            <a:r>
              <a:rPr lang="zh-TW" altLang="en-US" sz="2000" dirty="0">
                <a:solidFill>
                  <a:srgbClr val="993366"/>
                </a:solidFill>
                <a:latin typeface="Arial" panose="020B0604020202020204" pitchFamily="34" charset="0"/>
                <a:ea typeface="DFKai-SB" pitchFamily="65" charset="-128"/>
              </a:rPr>
              <a:t>参与者</a:t>
            </a:r>
            <a:r>
              <a:rPr lang="en-US" altLang="zh-TW" sz="2000" dirty="0">
                <a:solidFill>
                  <a:srgbClr val="993366"/>
                </a:solidFill>
                <a:latin typeface="Arial" panose="020B0604020202020204" pitchFamily="34" charset="0"/>
                <a:ea typeface="DFKai-SB" pitchFamily="65" charset="-128"/>
              </a:rPr>
              <a:t>3</a:t>
            </a:r>
            <a:endParaRPr lang="en-US" altLang="zh-TW" sz="2000" dirty="0">
              <a:solidFill>
                <a:srgbClr val="993366"/>
              </a:solidFill>
              <a:latin typeface="Arial" panose="020B0604020202020204" pitchFamily="34" charset="0"/>
              <a:ea typeface="DFKai-SB" pitchFamily="65" charset="-128"/>
            </a:endParaRPr>
          </a:p>
        </p:txBody>
      </p:sp>
      <p:sp>
        <p:nvSpPr>
          <p:cNvPr id="27672" name="Line 81"/>
          <p:cNvSpPr/>
          <p:nvPr/>
        </p:nvSpPr>
        <p:spPr>
          <a:xfrm flipH="1">
            <a:off x="5795963" y="1916113"/>
            <a:ext cx="1295400" cy="0"/>
          </a:xfrm>
          <a:prstGeom prst="line">
            <a:avLst/>
          </a:prstGeom>
          <a:ln w="28575" cap="flat" cmpd="sng">
            <a:solidFill>
              <a:srgbClr val="993366"/>
            </a:solidFill>
            <a:prstDash val="solid"/>
            <a:headEnd type="none" w="sm" len="sm"/>
            <a:tailEnd type="arrow" w="lg" len="lg"/>
          </a:ln>
        </p:spPr>
      </p:sp>
      <p:sp>
        <p:nvSpPr>
          <p:cNvPr id="27673" name="Line 82"/>
          <p:cNvSpPr/>
          <p:nvPr/>
        </p:nvSpPr>
        <p:spPr>
          <a:xfrm flipH="1">
            <a:off x="5795963" y="2060575"/>
            <a:ext cx="1295400" cy="360363"/>
          </a:xfrm>
          <a:prstGeom prst="line">
            <a:avLst/>
          </a:prstGeom>
          <a:ln w="28575" cap="flat" cmpd="sng">
            <a:solidFill>
              <a:srgbClr val="993366"/>
            </a:solidFill>
            <a:prstDash val="solid"/>
            <a:headEnd type="none" w="sm" len="sm"/>
            <a:tailEnd type="arrow" w="lg" len="lg"/>
          </a:ln>
        </p:spPr>
      </p:sp>
      <p:sp>
        <p:nvSpPr>
          <p:cNvPr id="27674" name="Line 83"/>
          <p:cNvSpPr/>
          <p:nvPr/>
        </p:nvSpPr>
        <p:spPr>
          <a:xfrm flipH="1">
            <a:off x="5795963" y="3068638"/>
            <a:ext cx="1295400" cy="0"/>
          </a:xfrm>
          <a:prstGeom prst="line">
            <a:avLst/>
          </a:prstGeom>
          <a:ln w="28575" cap="flat" cmpd="sng">
            <a:solidFill>
              <a:srgbClr val="993366"/>
            </a:solidFill>
            <a:prstDash val="solid"/>
            <a:headEnd type="none" w="sm" len="sm"/>
            <a:tailEnd type="arrow" w="lg" len="lg"/>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用例图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4339" name="内容占位符 2"/>
          <p:cNvSpPr>
            <a:spLocks noGrp="1"/>
          </p:cNvSpPr>
          <p:nvPr>
            <p:ph sz="quarter" idx="1"/>
          </p:nvPr>
        </p:nvSpPr>
        <p:spPr>
          <a:xfrm>
            <a:off x="323850" y="1484313"/>
            <a:ext cx="8147050" cy="4989512"/>
          </a:xfrm>
        </p:spPr>
        <p:txBody>
          <a:bodyPr vert="horz" wrap="square" lIns="91440" tIns="45720" rIns="91440" bIns="45720" anchor="t" anchorCtr="0"/>
          <a:p>
            <a:pPr eaLnBrk="1" hangingPunct="1">
              <a:buClr>
                <a:schemeClr val="accent1"/>
              </a:buClr>
              <a:buSzPct val="70000"/>
              <a:buFont typeface="Wingdings" panose="05000000000000000000" pitchFamily="2" charset="2"/>
            </a:pPr>
            <a:r>
              <a:rPr lang="zh-CN" altLang="en-US" dirty="0">
                <a:ea typeface="宋体" panose="02010600030101010101" pitchFamily="2" charset="-122"/>
              </a:rPr>
              <a:t>一个用例模型用若干幅用例图组成。用例图包含的</a:t>
            </a:r>
            <a:r>
              <a:rPr lang="zh-CN" altLang="en-US" dirty="0">
                <a:solidFill>
                  <a:srgbClr val="0070C0"/>
                </a:solidFill>
                <a:ea typeface="宋体" panose="02010600030101010101" pitchFamily="2" charset="-122"/>
              </a:rPr>
              <a:t>模型元素</a:t>
            </a:r>
            <a:r>
              <a:rPr lang="zh-CN" altLang="en-US" dirty="0">
                <a:ea typeface="宋体" panose="02010600030101010101" pitchFamily="2" charset="-122"/>
              </a:rPr>
              <a:t>有系统、行为者、用例，以及表示它们间的不同关系，如关联、扩展、包含、泛化等。</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用例是获取和组织用户需求的手段，是指对系统提供的功能（或称系统的用途）的一种描述。</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行为者是指那些可能使用这些用例的人或外部系统。</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行为者与用例的连接关系（关联）表示该行为者使用了那个用例。</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用例与用例之间的连接关系，如扩展、包含、泛化等。</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系统由若干用例组成，系统边界定义了一个系统所具有的功能范围。描述该系统功能的用例都置于其中，而描述外部实体的行为者都置于其外。</a:t>
            </a:r>
            <a:endParaRPr lang="en-US" altLang="zh-CN" dirty="0">
              <a:ea typeface="宋体" panose="02010600030101010101" pitchFamily="2" charset="-122"/>
            </a:endParaRPr>
          </a:p>
        </p:txBody>
      </p:sp>
      <p:sp>
        <p:nvSpPr>
          <p:cNvPr id="1434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Char char="•"/>
            </a:pPr>
            <a:fld id="{9A0DB2DC-4C9A-4742-B13C-FB6460FD3503}" type="slidenum">
              <a:rPr lang="zh-CN" altLang="en-US" sz="1400" dirty="0">
                <a:solidFill>
                  <a:srgbClr val="FFFFFF"/>
                </a:solidFill>
                <a:ea typeface="宋体" panose="02010600030101010101" pitchFamily="2" charset="-122"/>
              </a:rPr>
            </a:fld>
            <a:endParaRPr lang="zh-CN" altLang="en-US" sz="1400" dirty="0">
              <a:solidFill>
                <a:srgbClr val="FFFFFF"/>
              </a:solidFill>
              <a:ea typeface="宋体"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用例图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5363" name="内容占位符 2"/>
          <p:cNvSpPr>
            <a:spLocks noGrp="1"/>
          </p:cNvSpPr>
          <p:nvPr>
            <p:ph sz="quarter" idx="1"/>
          </p:nvPr>
        </p:nvSpPr>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None/>
              <a:defRPr/>
            </a:pPr>
            <a:r>
              <a:rPr kumimoji="0" lang="en-US"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1200" cap="none" spc="0" normalizeH="0" baseline="0" noProof="0" dirty="0" smtClean="0">
                <a:ln>
                  <a:noFill/>
                </a:ln>
                <a:solidFill>
                  <a:srgbClr val="0070C0"/>
                </a:solidFill>
                <a:effectLst/>
                <a:uLnTx/>
                <a:uFillTx/>
                <a:latin typeface="Times New Roman" panose="02020603050405020304" pitchFamily="18" charset="0"/>
                <a:ea typeface="+mn-ea"/>
                <a:cs typeface="Times New Roman" panose="02020603050405020304" pitchFamily="18" charset="0"/>
              </a:rPr>
              <a:t>系统</a:t>
            </a: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：软硬件系统</a:t>
            </a:r>
            <a:endParaRPr kumimoji="0" lang="en-US"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确定系统的范围和边界是需求分析的首要任务</a:t>
            </a:r>
            <a:endPar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82880" marR="0" lvl="0"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系统边界是指一个系统的所有系统元素与系统以外的事物的分界线</a:t>
            </a:r>
            <a:endParaRPr kumimoji="0" lang="en-US"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典型的系统边界包括：</a:t>
            </a:r>
            <a:endPar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整个组织：如一个企业； </a:t>
            </a:r>
            <a:endPar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一个组织的某个部门：如企业的财务处； </a:t>
            </a:r>
            <a:endPar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计算机系统的硬件</a:t>
            </a:r>
            <a:r>
              <a:rPr kumimoji="0" lang="en-US"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软件边界：如企业的进、销、存计算机管理系统。 </a:t>
            </a:r>
            <a:endPar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endPar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5364"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Char char="•"/>
            </a:pPr>
            <a:fld id="{9A0DB2DC-4C9A-4742-B13C-FB6460FD3503}" type="slidenum">
              <a:rPr lang="zh-CN" altLang="en-US" sz="1400" dirty="0">
                <a:solidFill>
                  <a:srgbClr val="FFFFFF"/>
                </a:solidFill>
                <a:ea typeface="宋体" panose="02010600030101010101" pitchFamily="2" charset="-122"/>
              </a:rPr>
            </a:fld>
            <a:endParaRPr lang="zh-CN" altLang="en-US" sz="1400" dirty="0">
              <a:solidFill>
                <a:srgbClr val="FFFFFF"/>
              </a:solidFill>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用例</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6387" name="内容占位符 2"/>
          <p:cNvSpPr>
            <a:spLocks noGrp="1"/>
          </p:cNvSpPr>
          <p:nvPr>
            <p:ph sz="quarter" idx="1"/>
          </p:nvPr>
        </p:nvSpPr>
        <p:spPr/>
        <p:txBody>
          <a:bodyPr vert="horz" wrap="square" lIns="91440" tIns="45720" rIns="91440" bIns="45720" anchor="t" anchorCtr="0"/>
          <a:p>
            <a:pPr eaLnBrk="1" hangingPunct="1">
              <a:buClr>
                <a:schemeClr val="accent1"/>
              </a:buClr>
              <a:buSzPct val="70000"/>
              <a:buFont typeface="Wingdings" panose="05000000000000000000" pitchFamily="2" charset="2"/>
            </a:pPr>
            <a:r>
              <a:rPr lang="zh-CN" altLang="en-US" dirty="0">
                <a:ea typeface="宋体" panose="02010600030101010101" pitchFamily="2" charset="-122"/>
              </a:rPr>
              <a:t>定义</a:t>
            </a:r>
            <a:r>
              <a:rPr lang="zh-CN" altLang="en-US" dirty="0">
                <a:solidFill>
                  <a:srgbClr val="0070C0"/>
                </a:solidFill>
                <a:ea typeface="宋体" panose="02010600030101010101" pitchFamily="2" charset="-122"/>
              </a:rPr>
              <a:t>系统的范围</a:t>
            </a:r>
            <a:r>
              <a:rPr lang="zh-CN" altLang="en-US" dirty="0">
                <a:ea typeface="宋体" panose="02010600030101010101" pitchFamily="2" charset="-122"/>
              </a:rPr>
              <a:t>、</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系统问题域的目标、任务、规模、系统提供的功能和服务 </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定义</a:t>
            </a:r>
            <a:r>
              <a:rPr lang="zh-CN" altLang="en-US" dirty="0">
                <a:solidFill>
                  <a:srgbClr val="0070C0"/>
                </a:solidFill>
                <a:ea typeface="宋体" panose="02010600030101010101" pitchFamily="2" charset="-122"/>
              </a:rPr>
              <a:t>系统的边界</a:t>
            </a:r>
            <a:endParaRPr lang="en-US" altLang="zh-CN" dirty="0">
              <a:solidFill>
                <a:srgbClr val="0070C0"/>
              </a:solidFill>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系统的所有系统元素与系统以外的事物的分界线</a:t>
            </a:r>
            <a:endParaRPr lang="en-US" altLang="zh-CN"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系统的表示法</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实线矩形方框</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16388"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Char char="•"/>
            </a:pPr>
            <a:fld id="{9A0DB2DC-4C9A-4742-B13C-FB6460FD3503}" type="slidenum">
              <a:rPr lang="zh-CN" altLang="en-US" sz="1400" dirty="0">
                <a:solidFill>
                  <a:srgbClr val="FFFFFF"/>
                </a:solidFill>
                <a:ea typeface="宋体" panose="02010600030101010101" pitchFamily="2" charset="-122"/>
              </a:rPr>
            </a:fld>
            <a:endParaRPr lang="zh-CN" altLang="en-US" sz="1400" dirty="0">
              <a:solidFill>
                <a:srgbClr val="FFFFFF"/>
              </a:solidFill>
              <a:ea typeface="宋体" panose="02010600030101010101" pitchFamily="2" charset="-122"/>
            </a:endParaRPr>
          </a:p>
        </p:txBody>
      </p:sp>
      <p:sp>
        <p:nvSpPr>
          <p:cNvPr id="16389" name="Rectangle 12"/>
          <p:cNvSpPr/>
          <p:nvPr/>
        </p:nvSpPr>
        <p:spPr>
          <a:xfrm>
            <a:off x="3708400" y="4221163"/>
            <a:ext cx="1871663" cy="865187"/>
          </a:xfrm>
          <a:prstGeom prst="rect">
            <a:avLst/>
          </a:prstGeom>
          <a:noFill/>
          <a:ln w="12700" cap="sq" cmpd="sng">
            <a:solidFill>
              <a:schemeClr val="tx1"/>
            </a:solidFill>
            <a:prstDash val="solid"/>
            <a:miter/>
            <a:headEnd type="none" w="sm" len="sm"/>
            <a:tailEnd type="none" w="sm" len="sm"/>
          </a:ln>
        </p:spPr>
        <p:txBody>
          <a:bodyPr wrap="none" anchor="ctr" anchorCtr="0"/>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kern="1200">
                <a:solidFill>
                  <a:schemeClr val="tx1"/>
                </a:solidFill>
                <a:latin typeface="Times New Roman" panose="02020603050405020304" pitchFamily="18" charset="0"/>
                <a:ea typeface="+mn-ea"/>
                <a:cs typeface="Times New Roman" panose="02020603050405020304" pitchFamily="18" charset="0"/>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5pPr>
          </a:lstStyle>
          <a:p>
            <a:pPr marL="0" lvl="0" indent="0" eaLnBrk="1" hangingPunct="1">
              <a:spcBef>
                <a:spcPct val="0"/>
              </a:spcBef>
              <a:buClrTx/>
              <a:buSzTx/>
              <a:buFontTx/>
              <a:buChar char="•"/>
            </a:pPr>
            <a:endParaRPr lang="zh-CN" altLang="en-US" sz="2800" dirty="0">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smtClean="0">
                <a:ln>
                  <a:noFill/>
                </a:ln>
                <a:solidFill>
                  <a:schemeClr val="tx2"/>
                </a:solidFill>
                <a:effectLst/>
                <a:uLnTx/>
                <a:uFillTx/>
                <a:latin typeface="Times New Roman" panose="02020603050405020304" pitchFamily="18" charset="0"/>
                <a:ea typeface="+mj-ea"/>
                <a:cs typeface="Times New Roman" panose="02020603050405020304" pitchFamily="18" charset="0"/>
              </a:rPr>
              <a:t>4.2 </a:t>
            </a:r>
            <a:r>
              <a:rPr kumimoji="0" lang="zh-CN" altLang="en-US" sz="3600" b="0" i="0" u="none" strike="noStrike" kern="1200" cap="small" spc="0" normalizeH="0" baseline="0" noProof="0" smtClean="0">
                <a:ln>
                  <a:noFill/>
                </a:ln>
                <a:solidFill>
                  <a:schemeClr val="tx2"/>
                </a:solidFill>
                <a:effectLst/>
                <a:uLnTx/>
                <a:uFillTx/>
                <a:latin typeface="Times New Roman" panose="02020603050405020304" pitchFamily="18" charset="0"/>
                <a:ea typeface="+mj-ea"/>
                <a:cs typeface="Times New Roman" panose="02020603050405020304" pitchFamily="18" charset="0"/>
              </a:rPr>
              <a:t>用例图</a:t>
            </a:r>
            <a:endParaRPr kumimoji="0" lang="zh-CN" altLang="en-US" sz="3600" b="0" i="0" u="none" strike="noStrike" kern="1200" cap="small" spc="0" normalizeH="0" baseline="0" noProof="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7411" name="内容占位符 2"/>
          <p:cNvSpPr>
            <a:spLocks noGrp="1"/>
          </p:cNvSpPr>
          <p:nvPr>
            <p:ph sz="quarter" idx="1"/>
          </p:nvPr>
        </p:nvSpPr>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None/>
              <a:defRPr/>
            </a:pPr>
            <a:r>
              <a:rPr kumimoji="0" lang="en-US"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1200" cap="none" spc="0" normalizeH="0" baseline="0" noProof="0" dirty="0" smtClean="0">
                <a:ln>
                  <a:noFill/>
                </a:ln>
                <a:solidFill>
                  <a:srgbClr val="0070C0"/>
                </a:solidFill>
                <a:effectLst/>
                <a:uLnTx/>
                <a:uFillTx/>
                <a:latin typeface="Times New Roman" panose="02020603050405020304" pitchFamily="18" charset="0"/>
                <a:ea typeface="+mn-ea"/>
                <a:cs typeface="Times New Roman" panose="02020603050405020304" pitchFamily="18" charset="0"/>
              </a:rPr>
              <a:t>行为者</a:t>
            </a:r>
            <a:r>
              <a:rPr kumimoji="0" lang="en-US"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执行者（</a:t>
            </a:r>
            <a:r>
              <a:rPr kumimoji="0" lang="en-US"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Actor</a:t>
            </a: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行为者是指与系统交互的人或外部系统。人行为者、外部系统行为者（软硬件）</a:t>
            </a:r>
            <a:endPar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endPar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行为者的表示法</a:t>
            </a:r>
            <a:endParaRPr kumimoji="0" lang="en-US"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用人形图符表示</a:t>
            </a:r>
            <a:endPar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endPar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用类图图符表示：构造型</a:t>
            </a:r>
            <a:r>
              <a:rPr kumimoji="0" lang="en-US"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&lt;&lt;actor&gt;&gt;</a:t>
            </a:r>
            <a:endParaRPr kumimoji="0" lang="en-US"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7412"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Char char="•"/>
            </a:pPr>
            <a:fld id="{9A0DB2DC-4C9A-4742-B13C-FB6460FD3503}" type="slidenum">
              <a:rPr lang="zh-CN" altLang="en-US" sz="1400" dirty="0">
                <a:solidFill>
                  <a:srgbClr val="FFFFFF"/>
                </a:solidFill>
                <a:ea typeface="宋体" panose="02010600030101010101" pitchFamily="2" charset="-122"/>
              </a:rPr>
            </a:fld>
            <a:endParaRPr lang="zh-CN" altLang="en-US" sz="1400" dirty="0">
              <a:solidFill>
                <a:srgbClr val="FFFFFF"/>
              </a:solidFill>
              <a:ea typeface="宋体" panose="02010600030101010101" pitchFamily="2" charset="-122"/>
            </a:endParaRPr>
          </a:p>
        </p:txBody>
      </p:sp>
      <p:pic>
        <p:nvPicPr>
          <p:cNvPr id="17413" name="Picture 2"/>
          <p:cNvPicPr>
            <a:picLocks noChangeAspect="1"/>
          </p:cNvPicPr>
          <p:nvPr/>
        </p:nvPicPr>
        <p:blipFill>
          <a:blip r:embed="rId1"/>
          <a:stretch>
            <a:fillRect/>
          </a:stretch>
        </p:blipFill>
        <p:spPr>
          <a:xfrm>
            <a:off x="3766820" y="3644900"/>
            <a:ext cx="847725" cy="838200"/>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smtClean="0">
                <a:ln>
                  <a:noFill/>
                </a:ln>
                <a:solidFill>
                  <a:schemeClr val="tx2"/>
                </a:solidFill>
                <a:effectLst/>
                <a:uLnTx/>
                <a:uFillTx/>
                <a:latin typeface="Times New Roman" panose="02020603050405020304" pitchFamily="18" charset="0"/>
                <a:ea typeface="+mj-ea"/>
                <a:cs typeface="Times New Roman" panose="02020603050405020304" pitchFamily="18" charset="0"/>
              </a:rPr>
              <a:t>4.2 </a:t>
            </a:r>
            <a:r>
              <a:rPr kumimoji="0" lang="zh-CN" altLang="en-US" sz="3600" b="0" i="0" u="none" strike="noStrike" kern="1200" cap="small" spc="0" normalizeH="0" baseline="0" noProof="0" smtClean="0">
                <a:ln>
                  <a:noFill/>
                </a:ln>
                <a:solidFill>
                  <a:schemeClr val="tx2"/>
                </a:solidFill>
                <a:effectLst/>
                <a:uLnTx/>
                <a:uFillTx/>
                <a:latin typeface="Times New Roman" panose="02020603050405020304" pitchFamily="18" charset="0"/>
                <a:ea typeface="+mj-ea"/>
                <a:cs typeface="Times New Roman" panose="02020603050405020304" pitchFamily="18" charset="0"/>
              </a:rPr>
              <a:t>用例图</a:t>
            </a:r>
            <a:endParaRPr kumimoji="0" lang="zh-CN" altLang="en-US" sz="3600" b="0" i="0" u="none" strike="noStrike" kern="1200" cap="small" spc="0" normalizeH="0" baseline="0" noProof="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p:txBody>
          <a:bodyPr vert="horz" wrap="square" lIns="91440" tIns="45720" rIns="91440" bIns="45720" numCol="1" anchor="t" anchorCtr="0" compatLnSpc="1">
            <a:normAutofit/>
          </a:bodyPr>
          <a:lstStyle/>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zh-CN" altLang="en-US" sz="2400" b="1"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定义行为者时应</a:t>
            </a: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注意的几个问题</a:t>
            </a:r>
            <a:endPar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a:defRPr/>
            </a:pPr>
            <a:r>
              <a:rPr kumimoji="0" lang="zh-CN" altLang="en-US" sz="2400" b="1"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行为者之间</a:t>
            </a: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可以有继承关系</a:t>
            </a:r>
            <a:endPar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a:defRPr/>
            </a:pPr>
            <a:r>
              <a:rPr kumimoji="0" lang="zh-CN" altLang="en-US" sz="2400" b="1"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行为者代表</a:t>
            </a: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一种角色而不是具体某个人</a:t>
            </a:r>
            <a:endPar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a:defRPr/>
            </a:pP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对同一个人担任角色的限制</a:t>
            </a:r>
            <a:endPar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8436"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Char char="•"/>
            </a:pPr>
            <a:fld id="{9A0DB2DC-4C9A-4742-B13C-FB6460FD3503}" type="slidenum">
              <a:rPr lang="zh-CN" altLang="en-US" sz="1400" dirty="0">
                <a:solidFill>
                  <a:srgbClr val="FFFFFF"/>
                </a:solidFill>
                <a:ea typeface="宋体" panose="02010600030101010101" pitchFamily="2" charset="-122"/>
              </a:rPr>
            </a:fld>
            <a:endParaRPr lang="zh-CN" altLang="en-US" sz="1400" dirty="0">
              <a:solidFill>
                <a:srgbClr val="FFFFFF"/>
              </a:solidFill>
              <a:ea typeface="宋体" panose="02010600030101010101" pitchFamily="2" charset="-122"/>
            </a:endParaRPr>
          </a:p>
        </p:txBody>
      </p:sp>
      <p:pic>
        <p:nvPicPr>
          <p:cNvPr id="18437" name="Picture 2"/>
          <p:cNvPicPr>
            <a:picLocks noChangeAspect="1"/>
          </p:cNvPicPr>
          <p:nvPr/>
        </p:nvPicPr>
        <p:blipFill>
          <a:blip r:embed="rId1"/>
          <a:stretch>
            <a:fillRect/>
          </a:stretch>
        </p:blipFill>
        <p:spPr>
          <a:xfrm>
            <a:off x="827088" y="3644900"/>
            <a:ext cx="6630987" cy="2232025"/>
          </a:xfrm>
          <a:prstGeom prst="rect">
            <a:avLst/>
          </a:prstGeom>
          <a:noFill/>
          <a:ln w="9525">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smtClean="0">
                <a:ln>
                  <a:noFill/>
                </a:ln>
                <a:solidFill>
                  <a:schemeClr val="tx2"/>
                </a:solidFill>
                <a:effectLst/>
                <a:uLnTx/>
                <a:uFillTx/>
                <a:latin typeface="Times New Roman" panose="02020603050405020304" pitchFamily="18" charset="0"/>
                <a:ea typeface="+mj-ea"/>
                <a:cs typeface="Times New Roman" panose="02020603050405020304" pitchFamily="18" charset="0"/>
              </a:rPr>
              <a:t>4.2 </a:t>
            </a:r>
            <a:r>
              <a:rPr kumimoji="0" lang="zh-CN" altLang="en-US" sz="3600" b="0" i="0" u="none" strike="noStrike" kern="1200" cap="small" spc="0" normalizeH="0" baseline="0" noProof="0" smtClean="0">
                <a:ln>
                  <a:noFill/>
                </a:ln>
                <a:solidFill>
                  <a:schemeClr val="tx2"/>
                </a:solidFill>
                <a:effectLst/>
                <a:uLnTx/>
                <a:uFillTx/>
                <a:latin typeface="Times New Roman" panose="02020603050405020304" pitchFamily="18" charset="0"/>
                <a:ea typeface="+mj-ea"/>
                <a:cs typeface="Times New Roman" panose="02020603050405020304" pitchFamily="18" charset="0"/>
              </a:rPr>
              <a:t>用例图</a:t>
            </a:r>
            <a:endParaRPr kumimoji="0" lang="zh-CN" altLang="en-US" sz="3600" b="0" i="0" u="none" strike="noStrike" kern="1200" cap="small" spc="0" normalizeH="0" baseline="0" noProof="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a:xfrm>
            <a:off x="457200" y="1600200"/>
            <a:ext cx="7786688" cy="4873625"/>
          </a:xfrm>
        </p:spPr>
        <p:txBody>
          <a:bodyPr vert="horz" wrap="square" lIns="91440" tIns="45720" rIns="91440" bIns="45720" numCol="1" anchor="t" anchorCtr="0" compatLnSpc="1">
            <a:normAutofit/>
          </a:bodyPr>
          <a:lstStyle/>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startAt="4"/>
              <a:defRPr/>
            </a:pPr>
            <a:r>
              <a:rPr kumimoji="0" lang="zh-CN" altLang="en-US" sz="2400" b="1"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行为者可</a:t>
            </a: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分成主（</a:t>
            </a:r>
            <a:r>
              <a:rPr kumimoji="0" lang="zh-CN" altLang="en-US" sz="2400" b="1"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主要）行为者和</a:t>
            </a: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副（</a:t>
            </a:r>
            <a:r>
              <a:rPr kumimoji="0" lang="zh-CN" altLang="en-US" sz="2400" b="1"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辅助）行为者</a:t>
            </a:r>
            <a:endParaRPr kumimoji="0" lang="en-US"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2960" marR="0" lvl="1" indent="-45720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主行为者：</a:t>
            </a: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使用系统的主要功能</a:t>
            </a:r>
            <a:endParaRPr kumimoji="0" lang="en-US"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2960" marR="0" lvl="1" indent="-45720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副行为者：</a:t>
            </a: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使用系统的辅助功能</a:t>
            </a:r>
            <a:endParaRPr kumimoji="0" lang="en-US"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5930" marR="0" lvl="0"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startAt="5"/>
              <a:defRPr/>
            </a:pPr>
            <a:r>
              <a:rPr kumimoji="0" lang="zh-CN" altLang="en-US" sz="2400" b="1"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行为者还</a:t>
            </a: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可细分</a:t>
            </a:r>
            <a:r>
              <a:rPr kumimoji="0" lang="zh-CN" altLang="en-US" sz="2400" b="1"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为主动行为者和被动行为者</a:t>
            </a:r>
            <a:endParaRPr kumimoji="0" lang="en-US"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2960" marR="0" lvl="1" indent="-45720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主动行为者：</a:t>
            </a: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启动一个或多个用例</a:t>
            </a:r>
            <a:endParaRPr kumimoji="0" lang="en-US"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2960" marR="0" lvl="1" indent="-45720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被动行为者：</a:t>
            </a: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从不启动用例，只是参与一个或多个用例</a:t>
            </a:r>
            <a:endPar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946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Char char="•"/>
            </a:pPr>
            <a:fld id="{9A0DB2DC-4C9A-4742-B13C-FB6460FD3503}" type="slidenum">
              <a:rPr lang="zh-CN" altLang="en-US" sz="1400" dirty="0">
                <a:solidFill>
                  <a:srgbClr val="FFFFFF"/>
                </a:solidFill>
                <a:ea typeface="宋体" panose="02010600030101010101" pitchFamily="2" charset="-122"/>
              </a:rPr>
            </a:fld>
            <a:endParaRPr lang="zh-CN" altLang="en-US" sz="1400" dirty="0">
              <a:solidFill>
                <a:srgbClr val="FFFFFF"/>
              </a:solidFill>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用例图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p:txBody>
          <a:bodyPr vert="horz" wrap="square" lIns="91440" tIns="45720" rIns="91440" bIns="45720" numCol="1" anchor="t" anchorCtr="0" compatLnSpc="1">
            <a:normAutofit/>
          </a:bodyPr>
          <a:lstStyle/>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寻找</a:t>
            </a:r>
            <a:r>
              <a:rPr kumimoji="0" lang="zh-CN" altLang="en-US" sz="2400" b="1"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和确定行为者，</a:t>
            </a: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可以通过回答下列问题来确定：</a:t>
            </a:r>
            <a:endPar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a:defRPr/>
            </a:pP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谁使用系统的主要功能</a:t>
            </a:r>
            <a:r>
              <a:rPr kumimoji="0" lang="zh-CN" altLang="en-US" sz="2400" b="1"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（主要行为者）</a:t>
            </a: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a:defRPr/>
            </a:pP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谁来维护、管理系统使其能正常工作</a:t>
            </a:r>
            <a:r>
              <a:rPr kumimoji="0" lang="zh-CN" altLang="en-US" sz="2400" b="1"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（辅助行为者）</a:t>
            </a: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a:defRPr/>
            </a:pP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谁需要系统支持他们的日常工作？</a:t>
            </a:r>
            <a:r>
              <a:rPr kumimoji="0" lang="zh-CN" altLang="en-US" sz="2400" b="1"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（主动行为者）</a:t>
            </a:r>
            <a:endPar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a:defRPr/>
            </a:pP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对系统产生的结果感兴趣的是哪些人？</a:t>
            </a:r>
            <a:r>
              <a:rPr kumimoji="0" lang="zh-CN" altLang="en-US" sz="2400" b="1"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（被动行为者）</a:t>
            </a:r>
            <a:endPar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a:defRPr/>
            </a:pP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系统需要控制哪些硬件？</a:t>
            </a:r>
            <a:endPar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ts val="600"/>
              </a:spcBef>
              <a:spcAft>
                <a:spcPts val="0"/>
              </a:spcAft>
              <a:buClr>
                <a:schemeClr val="accent1"/>
              </a:buClr>
              <a:buSzPct val="70000"/>
              <a:buFont typeface="+mj-ea"/>
              <a:buAutoNum type="circleNumDbPlain"/>
              <a:defRPr/>
            </a:pP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系统需要与其他哪些系统交互？</a:t>
            </a:r>
            <a:endPar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0484"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Char char="•"/>
            </a:pPr>
            <a:fld id="{9A0DB2DC-4C9A-4742-B13C-FB6460FD3503}" type="slidenum">
              <a:rPr lang="zh-CN" altLang="en-US" sz="1400" dirty="0">
                <a:solidFill>
                  <a:srgbClr val="FFFFFF"/>
                </a:solidFill>
                <a:ea typeface="宋体" panose="02010600030101010101" pitchFamily="2" charset="-122"/>
              </a:rPr>
            </a:fld>
            <a:endParaRPr lang="zh-CN" altLang="en-US" sz="1400" dirty="0">
              <a:solidFill>
                <a:srgbClr val="FFFFFF"/>
              </a:solidFill>
              <a:ea typeface="宋体"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用例图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21507" name="内容占位符 2"/>
          <p:cNvSpPr>
            <a:spLocks noGrp="1"/>
          </p:cNvSpPr>
          <p:nvPr>
            <p:ph sz="quarter" idx="1"/>
          </p:nvPr>
        </p:nvSpPr>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None/>
              <a:defRPr/>
            </a:pPr>
            <a:r>
              <a:rPr kumimoji="0" lang="en-US"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1200" cap="none" spc="0" normalizeH="0" baseline="0" noProof="0" dirty="0" smtClean="0">
                <a:ln>
                  <a:noFill/>
                </a:ln>
                <a:solidFill>
                  <a:srgbClr val="0070C0"/>
                </a:solidFill>
                <a:effectLst/>
                <a:uLnTx/>
                <a:uFillTx/>
                <a:latin typeface="Times New Roman" panose="02020603050405020304" pitchFamily="18" charset="0"/>
                <a:ea typeface="+mn-ea"/>
                <a:cs typeface="Times New Roman" panose="02020603050405020304" pitchFamily="18" charset="0"/>
              </a:rPr>
              <a:t>用例</a:t>
            </a: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Use Case</a:t>
            </a: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获取和组织用户需求的手段，是指对系统提供的功能（或称系统的用途）的一种描述。</a:t>
            </a:r>
            <a:endParaRPr kumimoji="0" lang="en-US"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914400" marR="0" lvl="2" indent="-182880" algn="l" defTabSz="914400" rtl="0" eaLnBrk="1" fontAlgn="base" latinLnBrk="0" hangingPunct="1">
              <a:lnSpc>
                <a:spcPct val="100000"/>
              </a:lnSpc>
              <a:spcBef>
                <a:spcPct val="20000"/>
              </a:spcBef>
              <a:spcAft>
                <a:spcPct val="0"/>
              </a:spcAft>
              <a:buClr>
                <a:srgbClr val="E0752F"/>
              </a:buClr>
              <a:buSzPct val="60000"/>
              <a:buFont typeface="Wingdings" panose="05000000000000000000" pitchFamily="2" charset="2"/>
              <a:buChar char=""/>
              <a:defRPr/>
            </a:pP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用例捕获某些用户可见的需求，实现一个具体的用户目标。</a:t>
            </a:r>
            <a:endPar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914400" marR="0" lvl="2" indent="-182880" algn="l" defTabSz="914400" rtl="0" eaLnBrk="1" fontAlgn="base" latinLnBrk="0" hangingPunct="1">
              <a:lnSpc>
                <a:spcPct val="100000"/>
              </a:lnSpc>
              <a:spcBef>
                <a:spcPct val="20000"/>
              </a:spcBef>
              <a:spcAft>
                <a:spcPct val="0"/>
              </a:spcAft>
              <a:buClr>
                <a:srgbClr val="E0752F"/>
              </a:buClr>
              <a:buSzPct val="60000"/>
              <a:buFont typeface="Wingdings" panose="05000000000000000000" pitchFamily="2" charset="2"/>
              <a:buChar char=""/>
              <a:defRPr/>
            </a:pP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用例指明了一个完整的功能。</a:t>
            </a:r>
            <a:endParaRPr kumimoji="0" lang="en-US"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914400" marR="0" lvl="2" indent="-182880" algn="l" defTabSz="914400" rtl="0" eaLnBrk="1" fontAlgn="base" latinLnBrk="0" hangingPunct="1">
              <a:lnSpc>
                <a:spcPct val="100000"/>
              </a:lnSpc>
              <a:spcBef>
                <a:spcPct val="20000"/>
              </a:spcBef>
              <a:spcAft>
                <a:spcPct val="0"/>
              </a:spcAft>
              <a:buClr>
                <a:srgbClr val="E0752F"/>
              </a:buClr>
              <a:buSzPct val="60000"/>
              <a:buFont typeface="Wingdings" panose="05000000000000000000" pitchFamily="2" charset="2"/>
              <a:buChar char=""/>
              <a:defRPr/>
            </a:pP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从本质上讲，一个用例是用户与计算机之间为达到某个目的的一次典型交互过程。</a:t>
            </a:r>
            <a:endParaRPr kumimoji="0" lang="en-US"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endPar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3556"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Char char="•"/>
            </a:pPr>
            <a:fld id="{9A0DB2DC-4C9A-4742-B13C-FB6460FD3503}" type="slidenum">
              <a:rPr lang="zh-CN" altLang="en-US" sz="1400" dirty="0">
                <a:solidFill>
                  <a:srgbClr val="FFFFFF"/>
                </a:solidFill>
                <a:ea typeface="宋体" panose="02010600030101010101" pitchFamily="2" charset="-122"/>
              </a:rPr>
            </a:fld>
            <a:endParaRPr lang="zh-CN" altLang="en-US" sz="1400" dirty="0">
              <a:solidFill>
                <a:srgbClr val="FFFFFF"/>
              </a:solidFill>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idx="4294967295"/>
          </p:nvPr>
        </p:nvSpPr>
        <p:spPr/>
        <p:txBody>
          <a:bodyPr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用例图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24579" name="内容占位符 2"/>
          <p:cNvSpPr>
            <a:spLocks noGrp="1"/>
          </p:cNvSpPr>
          <p:nvPr>
            <p:ph sz="quarter" idx="1"/>
          </p:nvPr>
        </p:nvSpPr>
        <p:spPr/>
        <p:txBody>
          <a:bodyPr vert="horz" wrap="square" lIns="91440" tIns="45720" rIns="91440" bIns="45720" anchor="t" anchorCtr="0"/>
          <a:p>
            <a:pPr eaLnBrk="1" hangingPunct="1">
              <a:buClr>
                <a:schemeClr val="accent1"/>
              </a:buClr>
              <a:buSzPct val="70000"/>
              <a:buFont typeface="Wingdings" panose="05000000000000000000" pitchFamily="2" charset="2"/>
            </a:pPr>
            <a:r>
              <a:rPr lang="zh-CN" altLang="en-US" dirty="0">
                <a:ea typeface="宋体" panose="02010600030101010101" pitchFamily="2" charset="-122"/>
              </a:rPr>
              <a:t>描述用例</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用例名</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简单名 </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路径名：包名</a:t>
            </a:r>
            <a:r>
              <a:rPr lang="en-US" altLang="zh-CN" dirty="0">
                <a:ea typeface="宋体" panose="02010600030101010101" pitchFamily="2" charset="-122"/>
              </a:rPr>
              <a:t>::</a:t>
            </a:r>
            <a:r>
              <a:rPr lang="zh-CN" altLang="en-US" dirty="0">
                <a:ea typeface="宋体" panose="02010600030101010101" pitchFamily="2" charset="-122"/>
              </a:rPr>
              <a:t>简单名</a:t>
            </a:r>
            <a:endParaRPr lang="zh-CN" altLang="en-US" dirty="0">
              <a:ea typeface="宋体" panose="02010600030101010101" pitchFamily="2" charset="-122"/>
            </a:endParaRPr>
          </a:p>
        </p:txBody>
      </p:sp>
      <p:sp>
        <p:nvSpPr>
          <p:cNvPr id="24580" name="灯片编号占位符 3"/>
          <p:cNvSpPr txBox="1">
            <a:spLocks noGrp="1"/>
          </p:cNvSpPr>
          <p:nvPr/>
        </p:nvSpPr>
        <p:spPr>
          <a:xfrm>
            <a:off x="8129588" y="5734050"/>
            <a:ext cx="609600" cy="520700"/>
          </a:xfrm>
          <a:prstGeom prst="rect">
            <a:avLst/>
          </a:prstGeom>
          <a:noFill/>
          <a:ln w="9525">
            <a:noFill/>
          </a:ln>
        </p:spPr>
        <p:txBody>
          <a:bodyPr anchor="ctr" anchorCtr="0"/>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kern="1200">
                <a:solidFill>
                  <a:schemeClr val="tx1"/>
                </a:solidFill>
                <a:latin typeface="Times New Roman" panose="02020603050405020304" pitchFamily="18" charset="0"/>
                <a:ea typeface="+mn-ea"/>
                <a:cs typeface="Times New Roman" panose="02020603050405020304" pitchFamily="18" charset="0"/>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5pPr>
          </a:lstStyle>
          <a:p>
            <a:pPr marL="0" lvl="0" indent="0" algn="ctr" eaLnBrk="1" hangingPunct="1">
              <a:spcBef>
                <a:spcPct val="0"/>
              </a:spcBef>
              <a:buClrTx/>
              <a:buSzTx/>
              <a:buFontTx/>
              <a:buChar char="•"/>
            </a:pPr>
            <a:fld id="{9A0DB2DC-4C9A-4742-B13C-FB6460FD3503}" type="slidenum">
              <a:rPr lang="zh-CN" altLang="en-US" sz="1400" dirty="0">
                <a:solidFill>
                  <a:srgbClr val="FFFFFF"/>
                </a:solidFill>
                <a:ea typeface="宋体" panose="02010600030101010101" pitchFamily="2" charset="-122"/>
              </a:rPr>
            </a:fld>
            <a:endParaRPr lang="zh-CN" altLang="en-US" sz="1400" dirty="0">
              <a:solidFill>
                <a:srgbClr val="FFFFFF"/>
              </a:solidFill>
              <a:ea typeface="宋体" panose="02010600030101010101" pitchFamily="2" charset="-122"/>
            </a:endParaRPr>
          </a:p>
        </p:txBody>
      </p:sp>
      <p:pic>
        <p:nvPicPr>
          <p:cNvPr id="24581" name="Picture 2"/>
          <p:cNvPicPr>
            <a:picLocks noChangeAspect="1"/>
          </p:cNvPicPr>
          <p:nvPr/>
        </p:nvPicPr>
        <p:blipFill>
          <a:blip r:embed="rId1"/>
          <a:stretch>
            <a:fillRect/>
          </a:stretch>
        </p:blipFill>
        <p:spPr>
          <a:xfrm>
            <a:off x="755650" y="3789363"/>
            <a:ext cx="6799263" cy="1243012"/>
          </a:xfrm>
          <a:prstGeom prst="rect">
            <a:avLst/>
          </a:prstGeom>
          <a:noFill/>
          <a:ln w="9525">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用例图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25603" name="内容占位符 2"/>
          <p:cNvSpPr>
            <a:spLocks noGrp="1"/>
          </p:cNvSpPr>
          <p:nvPr>
            <p:ph sz="quarter" idx="1"/>
          </p:nvPr>
        </p:nvSpPr>
        <p:spPr/>
        <p:txBody>
          <a:bodyPr vert="horz" wrap="square" lIns="91440" tIns="45720" rIns="91440" bIns="45720" anchor="t" anchorCtr="0"/>
          <a:p>
            <a:pPr eaLnBrk="1" hangingPunct="1">
              <a:buClr>
                <a:schemeClr val="accent1"/>
              </a:buClr>
              <a:buSzPct val="70000"/>
              <a:buFont typeface="Wingdings" panose="05000000000000000000" pitchFamily="2" charset="2"/>
            </a:pPr>
            <a:r>
              <a:rPr lang="zh-CN" altLang="en-US" dirty="0">
                <a:ea typeface="宋体" panose="02010600030101010101" pitchFamily="2" charset="-122"/>
              </a:rPr>
              <a:t>用例的特征</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响应性：行为者必须直接或间接地指示系统去执行激活</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回执性：用例将结果值反馈给行为者</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完整性：用例必须具有功能上的完整的描述</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用例是一个类，而不是实例，用例的实例称为</a:t>
            </a:r>
            <a:r>
              <a:rPr lang="zh-CN" altLang="en-US" dirty="0">
                <a:solidFill>
                  <a:srgbClr val="0070C0"/>
                </a:solidFill>
                <a:ea typeface="宋体" panose="02010600030101010101" pitchFamily="2" charset="-122"/>
              </a:rPr>
              <a:t>场景</a:t>
            </a:r>
            <a:r>
              <a:rPr lang="zh-CN" altLang="en-US" dirty="0">
                <a:ea typeface="宋体" panose="02010600030101010101" pitchFamily="2" charset="-122"/>
              </a:rPr>
              <a:t>（</a:t>
            </a:r>
            <a:r>
              <a:rPr lang="en-US" altLang="zh-CN" dirty="0">
                <a:ea typeface="宋体" panose="02010600030101010101" pitchFamily="2" charset="-122"/>
              </a:rPr>
              <a:t>scenario</a:t>
            </a:r>
            <a:r>
              <a:rPr lang="zh-CN" altLang="en-US" dirty="0">
                <a:ea typeface="宋体" panose="02010600030101010101" pitchFamily="2" charset="-122"/>
              </a:rPr>
              <a:t>）。</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25604"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Char char="•"/>
            </a:pPr>
            <a:fld id="{9A0DB2DC-4C9A-4742-B13C-FB6460FD3503}" type="slidenum">
              <a:rPr lang="zh-CN" altLang="en-US" sz="1400" dirty="0">
                <a:solidFill>
                  <a:srgbClr val="FFFFFF"/>
                </a:solidFill>
                <a:ea typeface="宋体" panose="02010600030101010101" pitchFamily="2" charset="-122"/>
              </a:rPr>
            </a:fld>
            <a:endParaRPr lang="zh-CN" altLang="en-US" sz="1400" dirty="0">
              <a:solidFill>
                <a:srgbClr val="FFFFFF"/>
              </a:solidFill>
              <a:ea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用例</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26627" name="内容占位符 2"/>
          <p:cNvSpPr>
            <a:spLocks noGrp="1"/>
          </p:cNvSpPr>
          <p:nvPr>
            <p:ph sz="quarter" idx="1"/>
          </p:nvPr>
        </p:nvSpPr>
        <p:spPr>
          <a:xfrm>
            <a:off x="457200" y="1600200"/>
            <a:ext cx="7427913" cy="4873625"/>
          </a:xfrm>
        </p:spPr>
        <p:txBody>
          <a:bodyPr vert="horz" wrap="square" lIns="91440" tIns="45720" rIns="91440" bIns="45720" anchor="t" anchorCtr="0"/>
          <a:p>
            <a:pPr eaLnBrk="1" hangingPunct="1">
              <a:buClr>
                <a:schemeClr val="accent1"/>
              </a:buClr>
              <a:buSzPct val="70000"/>
              <a:buFont typeface="Wingdings" panose="05000000000000000000" pitchFamily="2" charset="2"/>
              <a:buNone/>
            </a:pPr>
            <a:r>
              <a:rPr lang="zh-CN" altLang="en-US" dirty="0">
                <a:ea typeface="宋体" panose="02010600030101010101" pitchFamily="2" charset="-122"/>
              </a:rPr>
              <a:t>寻找和确定用例</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solidFill>
                  <a:srgbClr val="0070C0"/>
                </a:solidFill>
                <a:ea typeface="宋体" panose="02010600030101010101" pitchFamily="2" charset="-122"/>
              </a:rPr>
              <a:t>业务用例</a:t>
            </a:r>
            <a:r>
              <a:rPr lang="zh-CN" altLang="en-US" dirty="0">
                <a:ea typeface="宋体" panose="02010600030101010101" pitchFamily="2" charset="-122"/>
              </a:rPr>
              <a:t>，</a:t>
            </a:r>
            <a:r>
              <a:rPr lang="zh-CN" altLang="zh-CN" dirty="0">
                <a:ea typeface="宋体" panose="02010600030101010101" pitchFamily="2" charset="-122"/>
              </a:rPr>
              <a:t>在系统开发的开始阶段，在确定客户需求过程中建立的用例</a:t>
            </a:r>
            <a:r>
              <a:rPr lang="zh-CN" altLang="en-US" dirty="0">
                <a:ea typeface="宋体" panose="02010600030101010101" pitchFamily="2" charset="-122"/>
              </a:rPr>
              <a:t>。可以通过让每个行为者回答以下问题来寻找：</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sz="2000" dirty="0">
                <a:ea typeface="宋体" panose="02010600030101010101" pitchFamily="2" charset="-122"/>
              </a:rPr>
              <a:t>行为者需系统提供哪些功能？</a:t>
            </a:r>
            <a:endParaRPr lang="zh-CN" altLang="en-US" sz="2000"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sz="2000" dirty="0">
                <a:ea typeface="宋体" panose="02010600030101010101" pitchFamily="2" charset="-122"/>
              </a:rPr>
              <a:t>行为者最关注系统中的哪些事件？行为者是否要被系统中的事件提醒，或者行为者是否要提醒系统中某些事情？从功能观点看，这些事件表示什么？行为者要了解系统在工作中发生了哪些事件及其结果？</a:t>
            </a:r>
            <a:endParaRPr lang="zh-CN" altLang="en-US" sz="2000"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sz="2000" dirty="0">
                <a:ea typeface="宋体" panose="02010600030101010101" pitchFamily="2" charset="-122"/>
              </a:rPr>
              <a:t>行为者需要做什么？</a:t>
            </a:r>
            <a:endParaRPr lang="zh-CN" altLang="en-US" sz="2000"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sz="2000" dirty="0">
                <a:ea typeface="宋体" panose="02010600030101010101" pitchFamily="2" charset="-122"/>
              </a:rPr>
              <a:t>行为者是否需要读、创建、删除、修改或储存系统中的某类信息？</a:t>
            </a:r>
            <a:endParaRPr lang="zh-CN" altLang="en-US" sz="2000"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sz="2000" dirty="0">
                <a:ea typeface="宋体" panose="02010600030101010101" pitchFamily="2" charset="-122"/>
              </a:rPr>
              <a:t>行为者的日常工作是否因为系统的新功能而被简化或提高了效率？</a:t>
            </a:r>
            <a:endParaRPr lang="zh-CN" altLang="en-US" sz="2000" dirty="0">
              <a:ea typeface="宋体" panose="02010600030101010101" pitchFamily="2" charset="-122"/>
            </a:endParaRPr>
          </a:p>
        </p:txBody>
      </p:sp>
      <p:sp>
        <p:nvSpPr>
          <p:cNvPr id="26628"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Char char="•"/>
            </a:pPr>
            <a:fld id="{9A0DB2DC-4C9A-4742-B13C-FB6460FD3503}" type="slidenum">
              <a:rPr lang="zh-CN" altLang="en-US" sz="1400" dirty="0">
                <a:solidFill>
                  <a:srgbClr val="FFFFFF"/>
                </a:solidFill>
                <a:ea typeface="宋体" panose="02010600030101010101" pitchFamily="2" charset="-122"/>
              </a:rPr>
            </a:fld>
            <a:endParaRPr lang="zh-CN" altLang="en-US" sz="1400" dirty="0">
              <a:solidFill>
                <a:srgbClr val="FFFFFF"/>
              </a:solidFill>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用例</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28675" name="内容占位符 2"/>
          <p:cNvSpPr>
            <a:spLocks noGrp="1"/>
          </p:cNvSpPr>
          <p:nvPr>
            <p:ph sz="quarter" idx="1"/>
          </p:nvPr>
        </p:nvSpPr>
        <p:spPr/>
        <p:txBody>
          <a:bodyPr vert="horz" wrap="square" lIns="91440" tIns="45720" rIns="91440" bIns="45720" anchor="t" anchorCtr="0"/>
          <a:p>
            <a:pPr eaLnBrk="1" hangingPunct="1">
              <a:buClr>
                <a:schemeClr val="accent1"/>
              </a:buClr>
              <a:buSzPct val="70000"/>
              <a:buFont typeface="Wingdings" panose="05000000000000000000" pitchFamily="2" charset="2"/>
            </a:pPr>
            <a:r>
              <a:rPr lang="zh-CN" altLang="en-US" dirty="0">
                <a:solidFill>
                  <a:srgbClr val="0070C0"/>
                </a:solidFill>
                <a:ea typeface="宋体" panose="02010600030101010101" pitchFamily="2" charset="-122"/>
              </a:rPr>
              <a:t>系统用例</a:t>
            </a:r>
            <a:r>
              <a:rPr lang="zh-CN" altLang="en-US" dirty="0">
                <a:ea typeface="宋体" panose="02010600030101010101" pitchFamily="2" charset="-122"/>
              </a:rPr>
              <a:t>，</a:t>
            </a:r>
            <a:r>
              <a:rPr lang="zh-CN" altLang="zh-CN" dirty="0">
                <a:ea typeface="宋体" panose="02010600030101010101" pitchFamily="2" charset="-122"/>
              </a:rPr>
              <a:t>在系统构造阶段，系统分析和设计人员在进行系统分析和设计时，根据系统的需要建立的用例</a:t>
            </a:r>
            <a:r>
              <a:rPr lang="zh-CN" altLang="en-US" dirty="0">
                <a:ea typeface="宋体" panose="02010600030101010101" pitchFamily="2" charset="-122"/>
              </a:rPr>
              <a:t>。</a:t>
            </a:r>
            <a:endParaRPr lang="zh-CN" altLang="en-US" dirty="0">
              <a:solidFill>
                <a:srgbClr val="0070C0"/>
              </a:solidFill>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sz="2000" dirty="0">
                <a:ea typeface="宋体" panose="02010600030101010101" pitchFamily="2" charset="-122"/>
              </a:rPr>
              <a:t>系统为了维持正常运转需要增加的功能和信息的交互； </a:t>
            </a:r>
            <a:endParaRPr lang="zh-CN" altLang="en-US" sz="2000"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sz="2000" dirty="0">
                <a:ea typeface="宋体" panose="02010600030101010101" pitchFamily="2" charset="-122"/>
              </a:rPr>
              <a:t>这些这些信息从何而来，到哪里去？ </a:t>
            </a:r>
            <a:endParaRPr lang="zh-CN" altLang="en-US" sz="2000"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sz="2000" dirty="0">
                <a:ea typeface="宋体" panose="02010600030101010101" pitchFamily="2" charset="-122"/>
              </a:rPr>
              <a:t>实现当前系统（可能是人工系统而不是自动化系统）的关键问题是什么？ </a:t>
            </a:r>
            <a:endParaRPr lang="zh-CN" altLang="en-US" sz="2000"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对同一个项目，不同的开发者选取的用例数是不一样的。希望在项目规模和用例数之间保持均衡。 </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28676"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Char char="•"/>
            </a:pPr>
            <a:fld id="{9A0DB2DC-4C9A-4742-B13C-FB6460FD3503}" type="slidenum">
              <a:rPr lang="zh-CN" altLang="en-US" sz="1400" dirty="0">
                <a:solidFill>
                  <a:srgbClr val="FFFFFF"/>
                </a:solidFill>
                <a:ea typeface="宋体" panose="02010600030101010101" pitchFamily="2" charset="-122"/>
              </a:rPr>
            </a:fld>
            <a:endParaRPr lang="zh-CN" altLang="en-US" sz="1400" dirty="0">
              <a:solidFill>
                <a:srgbClr val="FFFFFF"/>
              </a:solidFill>
              <a:ea typeface="宋体" panose="0201060003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用例</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4819" name="内容占位符 2"/>
          <p:cNvSpPr>
            <a:spLocks noGrp="1"/>
          </p:cNvSpPr>
          <p:nvPr>
            <p:ph sz="quarter" idx="1"/>
          </p:nvPr>
        </p:nvSpPr>
        <p:spPr>
          <a:xfrm>
            <a:off x="457200" y="1600200"/>
            <a:ext cx="7786688" cy="4873625"/>
          </a:xfrm>
        </p:spPr>
        <p:txBody>
          <a:bodyPr vert="horz" wrap="square" lIns="91440" tIns="45720" rIns="91440" bIns="45720" anchor="t" anchorCtr="0"/>
          <a:p>
            <a:pPr marL="273050" lvl="2" indent="-273050" eaLnBrk="1" hangingPunct="1">
              <a:spcBef>
                <a:spcPts val="600"/>
              </a:spcBef>
              <a:buClr>
                <a:schemeClr val="accent1"/>
              </a:buClr>
              <a:buSzPct val="70000"/>
              <a:buFont typeface="Wingdings" panose="05000000000000000000" pitchFamily="2" charset="2"/>
            </a:pPr>
            <a:r>
              <a:rPr lang="zh-CN" altLang="en-US" dirty="0">
                <a:ea typeface="宋体" panose="02010600030101010101" pitchFamily="2" charset="-122"/>
              </a:rPr>
              <a:t>用例和用例之间的关系：</a:t>
            </a:r>
            <a:endParaRPr lang="en-US" altLang="zh-CN" dirty="0">
              <a:solidFill>
                <a:srgbClr val="0070C0"/>
              </a:solidFill>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solidFill>
                  <a:srgbClr val="0070C0"/>
                </a:solidFill>
                <a:ea typeface="宋体" panose="02010600030101010101" pitchFamily="2" charset="-122"/>
              </a:rPr>
              <a:t>包含</a:t>
            </a:r>
            <a:r>
              <a:rPr lang="zh-CN" altLang="en-US" dirty="0">
                <a:ea typeface="宋体" panose="02010600030101010101" pitchFamily="2" charset="-122"/>
              </a:rPr>
              <a:t>（</a:t>
            </a:r>
            <a:r>
              <a:rPr lang="en-US" altLang="zh-CN" dirty="0">
                <a:ea typeface="宋体" panose="02010600030101010101" pitchFamily="2" charset="-122"/>
              </a:rPr>
              <a:t>Include</a:t>
            </a:r>
            <a:r>
              <a:rPr lang="zh-CN" altLang="en-US" dirty="0">
                <a:ea typeface="宋体" panose="02010600030101010101" pitchFamily="2" charset="-122"/>
              </a:rPr>
              <a:t>） ：从基本用例到称为包含用例的一种（依赖）关系，</a:t>
            </a:r>
            <a:r>
              <a:rPr lang="zh-CN" altLang="zh-CN" dirty="0">
                <a:ea typeface="宋体" panose="02010600030101010101" pitchFamily="2" charset="-122"/>
              </a:rPr>
              <a:t>一个基本用例的功能包含另一个用例的功能</a:t>
            </a:r>
            <a:r>
              <a:rPr lang="zh-CN" altLang="en-US" dirty="0">
                <a:ea typeface="宋体" panose="02010600030101010101" pitchFamily="2" charset="-122"/>
              </a:rPr>
              <a:t>。基本用例能看到包含用例，并依赖于执行包含用例后的结果，但两者相互间不能访问其它属性。</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表示法：虚箭线</a:t>
            </a:r>
            <a:r>
              <a:rPr lang="en-US" altLang="zh-CN" dirty="0">
                <a:ea typeface="宋体" panose="02010600030101010101" pitchFamily="2" charset="-122"/>
              </a:rPr>
              <a:t>+</a:t>
            </a:r>
            <a:r>
              <a:rPr lang="zh-CN" altLang="en-US" dirty="0">
                <a:ea typeface="宋体" panose="02010600030101010101" pitchFamily="2" charset="-122"/>
              </a:rPr>
              <a:t>扩展型</a:t>
            </a:r>
            <a:r>
              <a:rPr lang="en-US" altLang="zh-CN" dirty="0">
                <a:ea typeface="宋体" panose="02010600030101010101" pitchFamily="2" charset="-122"/>
              </a:rPr>
              <a:t>&lt;&lt;include&gt;&gt;</a:t>
            </a:r>
            <a:r>
              <a:rPr lang="zh-CN" altLang="en-US" dirty="0">
                <a:ea typeface="宋体" panose="02010600030101010101" pitchFamily="2" charset="-122"/>
              </a:rPr>
              <a:t> ，基本用例指向包含用例</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endParaRPr lang="en-US" altLang="zh-CN" dirty="0">
              <a:ea typeface="宋体" panose="02010600030101010101" pitchFamily="2" charset="-122"/>
            </a:endParaRPr>
          </a:p>
        </p:txBody>
      </p:sp>
      <p:sp>
        <p:nvSpPr>
          <p:cNvPr id="34820"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Char char="•"/>
            </a:pPr>
            <a:fld id="{9A0DB2DC-4C9A-4742-B13C-FB6460FD3503}" type="slidenum">
              <a:rPr lang="zh-CN" altLang="en-US" sz="1400" dirty="0">
                <a:solidFill>
                  <a:srgbClr val="FFFFFF"/>
                </a:solidFill>
                <a:ea typeface="宋体" panose="02010600030101010101" pitchFamily="2" charset="-122"/>
              </a:rPr>
            </a:fld>
            <a:endParaRPr lang="zh-CN" altLang="en-US" sz="1400" dirty="0">
              <a:solidFill>
                <a:srgbClr val="FFFFFF"/>
              </a:solidFill>
              <a:ea typeface="宋体" panose="02010600030101010101" pitchFamily="2" charset="-122"/>
            </a:endParaRPr>
          </a:p>
        </p:txBody>
      </p:sp>
      <p:pic>
        <p:nvPicPr>
          <p:cNvPr id="34821" name="Picture 2"/>
          <p:cNvPicPr>
            <a:picLocks noChangeAspect="1"/>
          </p:cNvPicPr>
          <p:nvPr/>
        </p:nvPicPr>
        <p:blipFill>
          <a:blip r:embed="rId1"/>
          <a:stretch>
            <a:fillRect/>
          </a:stretch>
        </p:blipFill>
        <p:spPr>
          <a:xfrm>
            <a:off x="1258888" y="4902200"/>
            <a:ext cx="5834062" cy="758825"/>
          </a:xfrm>
          <a:prstGeom prst="rect">
            <a:avLst/>
          </a:prstGeom>
          <a:noFill/>
          <a:ln w="9525">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用例</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3795" name="内容占位符 2"/>
          <p:cNvSpPr>
            <a:spLocks noGrp="1"/>
          </p:cNvSpPr>
          <p:nvPr>
            <p:ph sz="quarter" idx="1"/>
          </p:nvPr>
        </p:nvSpPr>
        <p:spPr>
          <a:xfrm>
            <a:off x="457200" y="1600200"/>
            <a:ext cx="7643813" cy="4873625"/>
          </a:xfrm>
        </p:spPr>
        <p:txBody>
          <a:bodyPr vert="horz" wrap="square" lIns="91440" tIns="45720" rIns="91440" bIns="45720" anchor="t" anchorCtr="0"/>
          <a:p>
            <a:pPr marL="273050" lvl="2" indent="-273050" eaLnBrk="1" hangingPunct="1">
              <a:spcBef>
                <a:spcPts val="600"/>
              </a:spcBef>
              <a:buClr>
                <a:schemeClr val="accent1"/>
              </a:buClr>
              <a:buSzPct val="70000"/>
              <a:buFont typeface="Wingdings" panose="05000000000000000000" pitchFamily="2" charset="2"/>
            </a:pPr>
            <a:r>
              <a:rPr lang="zh-CN" altLang="en-US" dirty="0">
                <a:ea typeface="宋体" panose="02010600030101010101" pitchFamily="2" charset="-122"/>
              </a:rPr>
              <a:t>用例和用例之间的关系：</a:t>
            </a:r>
            <a:endParaRPr lang="en-US" altLang="zh-CN" dirty="0">
              <a:solidFill>
                <a:srgbClr val="0070C0"/>
              </a:solidFill>
              <a:ea typeface="宋体" panose="02010600030101010101" pitchFamily="2" charset="-122"/>
            </a:endParaRPr>
          </a:p>
          <a:p>
            <a:pPr marL="548005" lvl="3" indent="-273050" eaLnBrk="1" hangingPunct="1">
              <a:spcBef>
                <a:spcPts val="600"/>
              </a:spcBef>
              <a:buClr>
                <a:schemeClr val="accent1"/>
              </a:buClr>
              <a:buSzPct val="70000"/>
              <a:buFont typeface="Wingdings" panose="05000000000000000000" pitchFamily="2" charset="2"/>
            </a:pPr>
            <a:r>
              <a:rPr lang="zh-CN" altLang="en-US" dirty="0">
                <a:solidFill>
                  <a:srgbClr val="0070C0"/>
                </a:solidFill>
                <a:ea typeface="宋体" panose="02010600030101010101" pitchFamily="2" charset="-122"/>
              </a:rPr>
              <a:t>扩展</a:t>
            </a:r>
            <a:r>
              <a:rPr lang="zh-CN" altLang="en-US" dirty="0">
                <a:ea typeface="宋体" panose="02010600030101010101" pitchFamily="2" charset="-122"/>
              </a:rPr>
              <a:t>（</a:t>
            </a:r>
            <a:r>
              <a:rPr lang="en-US" altLang="zh-CN" dirty="0">
                <a:ea typeface="宋体" panose="02010600030101010101" pitchFamily="2" charset="-122"/>
              </a:rPr>
              <a:t>Extend</a:t>
            </a:r>
            <a:r>
              <a:rPr lang="zh-CN" altLang="en-US" dirty="0">
                <a:ea typeface="宋体" panose="02010600030101010101" pitchFamily="2" charset="-122"/>
              </a:rPr>
              <a:t>）：从扩展用例到基本用例的一种（依赖）关系，</a:t>
            </a:r>
            <a:r>
              <a:rPr lang="zh-CN" altLang="zh-CN" dirty="0">
                <a:ea typeface="宋体" panose="02010600030101010101" pitchFamily="2" charset="-122"/>
              </a:rPr>
              <a:t>通过向基本用例添加动作来扩展该用例</a:t>
            </a:r>
            <a:r>
              <a:rPr lang="zh-CN" altLang="en-US" dirty="0">
                <a:ea typeface="宋体" panose="02010600030101010101" pitchFamily="2" charset="-122"/>
              </a:rPr>
              <a:t>。基本用例</a:t>
            </a:r>
            <a:r>
              <a:rPr lang="zh-CN" altLang="zh-CN" dirty="0">
                <a:ea typeface="宋体" panose="02010600030101010101" pitchFamily="2" charset="-122"/>
              </a:rPr>
              <a:t>描述了一项基本需求，而</a:t>
            </a:r>
            <a:r>
              <a:rPr lang="zh-CN" altLang="en-US" dirty="0">
                <a:ea typeface="宋体" panose="02010600030101010101" pitchFamily="2" charset="-122"/>
              </a:rPr>
              <a:t>扩展用例</a:t>
            </a:r>
            <a:r>
              <a:rPr lang="zh-CN" altLang="zh-CN" dirty="0">
                <a:ea typeface="宋体" panose="02010600030101010101" pitchFamily="2" charset="-122"/>
              </a:rPr>
              <a:t>则描述了该基本需求的特殊情况。</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表示法：虚箭线</a:t>
            </a:r>
            <a:r>
              <a:rPr lang="en-US" altLang="zh-CN" dirty="0">
                <a:ea typeface="宋体" panose="02010600030101010101" pitchFamily="2" charset="-122"/>
              </a:rPr>
              <a:t>+</a:t>
            </a:r>
            <a:r>
              <a:rPr lang="zh-CN" altLang="en-US" dirty="0">
                <a:ea typeface="宋体" panose="02010600030101010101" pitchFamily="2" charset="-122"/>
              </a:rPr>
              <a:t>扩展型</a:t>
            </a:r>
            <a:r>
              <a:rPr lang="en-US" altLang="zh-CN" dirty="0">
                <a:ea typeface="宋体" panose="02010600030101010101" pitchFamily="2" charset="-122"/>
              </a:rPr>
              <a:t>&lt;&lt;extend&gt;&gt;</a:t>
            </a:r>
            <a:endParaRPr lang="zh-CN" altLang="en-US" dirty="0">
              <a:solidFill>
                <a:srgbClr val="FF0000"/>
              </a:solidFill>
              <a:ea typeface="宋体" panose="02010600030101010101" pitchFamily="2" charset="-122"/>
            </a:endParaRPr>
          </a:p>
        </p:txBody>
      </p:sp>
      <p:sp>
        <p:nvSpPr>
          <p:cNvPr id="33796"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Char char="•"/>
            </a:pPr>
            <a:fld id="{9A0DB2DC-4C9A-4742-B13C-FB6460FD3503}" type="slidenum">
              <a:rPr lang="zh-CN" altLang="en-US" sz="1400" dirty="0">
                <a:solidFill>
                  <a:srgbClr val="FFFFFF"/>
                </a:solidFill>
                <a:ea typeface="宋体" panose="02010600030101010101" pitchFamily="2" charset="-122"/>
              </a:rPr>
            </a:fld>
            <a:endParaRPr lang="zh-CN" altLang="en-US" sz="1400" dirty="0">
              <a:solidFill>
                <a:srgbClr val="FFFFFF"/>
              </a:solidFill>
              <a:ea typeface="宋体" panose="02010600030101010101" pitchFamily="2" charset="-122"/>
            </a:endParaRPr>
          </a:p>
        </p:txBody>
      </p:sp>
      <p:pic>
        <p:nvPicPr>
          <p:cNvPr id="33797" name="Picture 7"/>
          <p:cNvPicPr>
            <a:picLocks noChangeAspect="1"/>
          </p:cNvPicPr>
          <p:nvPr/>
        </p:nvPicPr>
        <p:blipFill>
          <a:blip r:embed="rId1"/>
          <a:stretch>
            <a:fillRect/>
          </a:stretch>
        </p:blipFill>
        <p:spPr>
          <a:xfrm>
            <a:off x="2801938" y="4221163"/>
            <a:ext cx="4819650" cy="628650"/>
          </a:xfrm>
          <a:prstGeom prst="rect">
            <a:avLst/>
          </a:prstGeom>
          <a:noFill/>
          <a:ln w="9525">
            <a:noFill/>
          </a:ln>
        </p:spPr>
      </p:pic>
      <p:pic>
        <p:nvPicPr>
          <p:cNvPr id="33798" name="Picture 8"/>
          <p:cNvPicPr>
            <a:picLocks noChangeAspect="1"/>
          </p:cNvPicPr>
          <p:nvPr/>
        </p:nvPicPr>
        <p:blipFill>
          <a:blip r:embed="rId2"/>
          <a:stretch>
            <a:fillRect/>
          </a:stretch>
        </p:blipFill>
        <p:spPr>
          <a:xfrm>
            <a:off x="1219200" y="4868863"/>
            <a:ext cx="6334125" cy="1552575"/>
          </a:xfrm>
          <a:prstGeom prst="rect">
            <a:avLst/>
          </a:prstGeom>
          <a:noFill/>
          <a:ln w="9525">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用例</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29699" name="内容占位符 2"/>
          <p:cNvSpPr>
            <a:spLocks noGrp="1"/>
          </p:cNvSpPr>
          <p:nvPr>
            <p:ph sz="quarter" idx="1"/>
          </p:nvPr>
        </p:nvSpPr>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None/>
              <a:defRPr/>
            </a:pP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用例和用例之间的关系：</a:t>
            </a:r>
            <a:endParaRPr kumimoji="0" lang="en-US"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smtClean="0">
                <a:ln>
                  <a:noFill/>
                </a:ln>
                <a:solidFill>
                  <a:srgbClr val="0070C0"/>
                </a:solidFill>
                <a:effectLst/>
                <a:uLnTx/>
                <a:uFillTx/>
                <a:latin typeface="Times New Roman" panose="02020603050405020304" pitchFamily="18" charset="0"/>
                <a:ea typeface="+mn-ea"/>
                <a:cs typeface="Times New Roman" panose="02020603050405020304" pitchFamily="18" charset="0"/>
              </a:rPr>
              <a:t>泛化</a:t>
            </a:r>
            <a:r>
              <a:rPr kumimoji="0" lang="en-US" altLang="zh-CN" sz="2400" b="1" i="0" u="none" strike="noStrike" kern="1200" cap="none" spc="0" normalizeH="0" baseline="0" noProof="0" dirty="0" smtClean="0">
                <a:ln>
                  <a:noFill/>
                </a:ln>
                <a:solidFill>
                  <a:srgbClr val="0070C0"/>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1200" cap="none" spc="0" normalizeH="0" baseline="0" noProof="0" dirty="0" smtClean="0">
                <a:ln>
                  <a:noFill/>
                </a:ln>
                <a:solidFill>
                  <a:srgbClr val="0070C0"/>
                </a:solidFill>
                <a:effectLst/>
                <a:uLnTx/>
                <a:uFillTx/>
                <a:latin typeface="Times New Roman" panose="02020603050405020304" pitchFamily="18" charset="0"/>
                <a:ea typeface="+mn-ea"/>
                <a:cs typeface="Times New Roman" panose="02020603050405020304" pitchFamily="18" charset="0"/>
              </a:rPr>
              <a:t>继承</a:t>
            </a: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Generalization</a:t>
            </a: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两个用例之间有继承关系，一个用例称为父用例，与之有继承关系的用例</a:t>
            </a: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（特殊用例）</a:t>
            </a:r>
            <a:r>
              <a:rPr kumimoji="0" lang="zh-CN"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称之为子用例。</a:t>
            </a: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特殊用例可继承一般用例的特征 。</a:t>
            </a:r>
            <a:endParaRPr kumimoji="0" lang="en-US"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表示法：带空心三角箭头的实箭线，子用例指向父用例</a:t>
            </a:r>
            <a:endParaRPr kumimoji="0" lang="en-US"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endParaRPr kumimoji="0" lang="en-US"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None/>
              <a:defRPr/>
            </a:pPr>
            <a:endParaRPr kumimoji="0" lang="en-US"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32772"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Char char="•"/>
            </a:pPr>
            <a:fld id="{9A0DB2DC-4C9A-4742-B13C-FB6460FD3503}" type="slidenum">
              <a:rPr lang="zh-CN" altLang="en-US" sz="1400" dirty="0">
                <a:solidFill>
                  <a:srgbClr val="FFFFFF"/>
                </a:solidFill>
                <a:ea typeface="宋体" panose="02010600030101010101" pitchFamily="2" charset="-122"/>
              </a:rPr>
            </a:fld>
            <a:endParaRPr lang="zh-CN" altLang="en-US" sz="1400" dirty="0">
              <a:solidFill>
                <a:srgbClr val="FFFFFF"/>
              </a:solidFill>
              <a:ea typeface="宋体" panose="02010600030101010101" pitchFamily="2" charset="-122"/>
            </a:endParaRPr>
          </a:p>
        </p:txBody>
      </p:sp>
      <p:pic>
        <p:nvPicPr>
          <p:cNvPr id="32773" name="Picture 2"/>
          <p:cNvPicPr>
            <a:picLocks noChangeAspect="1"/>
          </p:cNvPicPr>
          <p:nvPr/>
        </p:nvPicPr>
        <p:blipFill>
          <a:blip r:embed="rId1"/>
          <a:stretch>
            <a:fillRect/>
          </a:stretch>
        </p:blipFill>
        <p:spPr>
          <a:xfrm>
            <a:off x="1920875" y="4437063"/>
            <a:ext cx="4522788" cy="647700"/>
          </a:xfrm>
          <a:prstGeom prst="rect">
            <a:avLst/>
          </a:prstGeom>
          <a:noFill/>
          <a:ln w="9525">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用例</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5843" name="内容占位符 2"/>
          <p:cNvSpPr>
            <a:spLocks noGrp="1"/>
          </p:cNvSpPr>
          <p:nvPr>
            <p:ph sz="quarter" idx="1"/>
          </p:nvPr>
        </p:nvSpPr>
        <p:spPr/>
        <p:txBody>
          <a:bodyPr vert="horz" wrap="square" lIns="91440" tIns="45720" rIns="91440" bIns="45720" anchor="t" anchorCtr="0"/>
          <a:p>
            <a:pPr marL="273050" lvl="2" indent="-273050" eaLnBrk="1" hangingPunct="1">
              <a:spcBef>
                <a:spcPts val="600"/>
              </a:spcBef>
              <a:buClr>
                <a:schemeClr val="accent1"/>
              </a:buClr>
              <a:buSzPct val="70000"/>
              <a:buFont typeface="Wingdings" panose="05000000000000000000" pitchFamily="2" charset="2"/>
            </a:pPr>
            <a:r>
              <a:rPr lang="zh-CN" altLang="en-US" dirty="0">
                <a:ea typeface="宋体" panose="02010600030101010101" pitchFamily="2" charset="-122"/>
              </a:rPr>
              <a:t>用例和用例之间的关系：</a:t>
            </a:r>
            <a:endParaRPr lang="en-US" altLang="zh-CN" dirty="0">
              <a:solidFill>
                <a:srgbClr val="0070C0"/>
              </a:solidFill>
              <a:ea typeface="宋体" panose="02010600030101010101" pitchFamily="2" charset="-122"/>
            </a:endParaRPr>
          </a:p>
          <a:p>
            <a:pPr marL="548005" lvl="3" indent="-273050" eaLnBrk="1" hangingPunct="1">
              <a:spcBef>
                <a:spcPts val="600"/>
              </a:spcBef>
              <a:buClr>
                <a:schemeClr val="accent1"/>
              </a:buClr>
              <a:buSzPct val="70000"/>
              <a:buFont typeface="Wingdings" panose="05000000000000000000" pitchFamily="2" charset="2"/>
            </a:pPr>
            <a:r>
              <a:rPr lang="zh-CN" altLang="en-US" dirty="0">
                <a:solidFill>
                  <a:srgbClr val="0070C0"/>
                </a:solidFill>
                <a:ea typeface="宋体" panose="02010600030101010101" pitchFamily="2" charset="-122"/>
              </a:rPr>
              <a:t>使用</a:t>
            </a:r>
            <a:r>
              <a:rPr lang="zh-CN" altLang="en-US" dirty="0">
                <a:ea typeface="宋体" panose="02010600030101010101" pitchFamily="2" charset="-122"/>
              </a:rPr>
              <a:t>（</a:t>
            </a:r>
            <a:r>
              <a:rPr lang="en-US" altLang="zh-CN" dirty="0">
                <a:ea typeface="宋体" panose="02010600030101010101" pitchFamily="2" charset="-122"/>
              </a:rPr>
              <a:t>Use</a:t>
            </a:r>
            <a:r>
              <a:rPr lang="zh-CN" altLang="en-US" dirty="0">
                <a:ea typeface="宋体" panose="02010600030101010101" pitchFamily="2" charset="-122"/>
              </a:rPr>
              <a:t>）：一种依赖关系，在使用关联中，</a:t>
            </a:r>
            <a:r>
              <a:rPr lang="zh-CN" altLang="zh-CN" dirty="0">
                <a:ea typeface="宋体" panose="02010600030101010101" pitchFamily="2" charset="-122"/>
              </a:rPr>
              <a:t>一个用例使用另一个用例的功能和行为</a:t>
            </a:r>
            <a:r>
              <a:rPr lang="zh-CN" altLang="en-US" dirty="0">
                <a:ea typeface="宋体" panose="02010600030101010101" pitchFamily="2" charset="-122"/>
              </a:rPr>
              <a:t>。</a:t>
            </a:r>
            <a:endParaRPr lang="en-US" altLang="zh-CN" dirty="0">
              <a:ea typeface="宋体" panose="02010600030101010101" pitchFamily="2" charset="-122"/>
            </a:endParaRPr>
          </a:p>
          <a:p>
            <a:pPr marL="548005" lvl="3" indent="-273050" eaLnBrk="1" hangingPunct="1">
              <a:spcBef>
                <a:spcPts val="600"/>
              </a:spcBef>
              <a:buClr>
                <a:schemeClr val="accent1"/>
              </a:buClr>
              <a:buSzPct val="70000"/>
              <a:buFont typeface="Wingdings" panose="05000000000000000000" pitchFamily="2" charset="2"/>
            </a:pPr>
            <a:r>
              <a:rPr lang="zh-CN" altLang="en-US" dirty="0">
                <a:ea typeface="宋体" panose="02010600030101010101" pitchFamily="2" charset="-122"/>
              </a:rPr>
              <a:t>表示法：虚箭线</a:t>
            </a:r>
            <a:r>
              <a:rPr lang="en-US" altLang="zh-CN" dirty="0">
                <a:ea typeface="宋体" panose="02010600030101010101" pitchFamily="2" charset="-122"/>
              </a:rPr>
              <a:t>+</a:t>
            </a:r>
            <a:r>
              <a:rPr lang="zh-CN" altLang="en-US" dirty="0">
                <a:ea typeface="宋体" panose="02010600030101010101" pitchFamily="2" charset="-122"/>
              </a:rPr>
              <a:t>扩展型</a:t>
            </a:r>
            <a:r>
              <a:rPr lang="en-US" altLang="zh-CN" dirty="0">
                <a:ea typeface="宋体" panose="02010600030101010101" pitchFamily="2" charset="-122"/>
              </a:rPr>
              <a:t>&lt;&lt;use&gt;&gt;</a:t>
            </a:r>
            <a:r>
              <a:rPr lang="zh-CN" altLang="en-US" dirty="0">
                <a:ea typeface="宋体" panose="02010600030101010101" pitchFamily="2" charset="-122"/>
              </a:rPr>
              <a:t>，依赖用例指向被依赖用例</a:t>
            </a:r>
            <a:endParaRPr lang="en-US" altLang="zh-CN"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35844"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Char char="•"/>
            </a:pPr>
            <a:fld id="{9A0DB2DC-4C9A-4742-B13C-FB6460FD3503}" type="slidenum">
              <a:rPr lang="zh-CN" altLang="en-US" sz="1400" dirty="0">
                <a:solidFill>
                  <a:srgbClr val="FFFFFF"/>
                </a:solidFill>
                <a:ea typeface="宋体" panose="02010600030101010101" pitchFamily="2" charset="-122"/>
              </a:rPr>
            </a:fld>
            <a:endParaRPr lang="zh-CN" altLang="en-US" sz="1400" dirty="0">
              <a:solidFill>
                <a:srgbClr val="FFFFFF"/>
              </a:solidFill>
              <a:ea typeface="宋体" panose="02010600030101010101" pitchFamily="2" charset="-122"/>
            </a:endParaRPr>
          </a:p>
        </p:txBody>
      </p:sp>
      <p:pic>
        <p:nvPicPr>
          <p:cNvPr id="35845" name="Picture 2"/>
          <p:cNvPicPr>
            <a:picLocks noChangeAspect="1"/>
          </p:cNvPicPr>
          <p:nvPr/>
        </p:nvPicPr>
        <p:blipFill>
          <a:blip r:embed="rId1"/>
          <a:stretch>
            <a:fillRect/>
          </a:stretch>
        </p:blipFill>
        <p:spPr>
          <a:xfrm>
            <a:off x="1187450" y="3789363"/>
            <a:ext cx="5761038" cy="792162"/>
          </a:xfrm>
          <a:prstGeom prst="rect">
            <a:avLst/>
          </a:prstGeom>
          <a:noFill/>
          <a:ln w="9525">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4.2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用例</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图</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6867" name="内容占位符 2"/>
          <p:cNvSpPr>
            <a:spLocks noGrp="1"/>
          </p:cNvSpPr>
          <p:nvPr>
            <p:ph sz="quarter" idx="1"/>
          </p:nvPr>
        </p:nvSpPr>
        <p:spPr/>
        <p:txBody>
          <a:bodyPr vert="horz" wrap="square" lIns="91440" tIns="45720" rIns="91440" bIns="45720" anchor="t" anchorCtr="0"/>
          <a:p>
            <a:pPr eaLnBrk="1" hangingPunct="1">
              <a:buClr>
                <a:schemeClr val="accent1"/>
              </a:buClr>
              <a:buSzPct val="70000"/>
              <a:buFont typeface="Wingdings" panose="05000000000000000000" pitchFamily="2" charset="2"/>
            </a:pPr>
            <a:r>
              <a:rPr lang="zh-CN" altLang="en-US" dirty="0">
                <a:ea typeface="宋体" panose="02010600030101010101" pitchFamily="2" charset="-122"/>
              </a:rPr>
              <a:t>包含用例与扩展用例的区别</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相对于基础用例，扩展用例是可选的，而包含用例则不是。</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如果缺少扩展用例，基础用例还是完整的，而缺少包含用例，则基础用例就不完整了。</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扩展用例的执行需要满足某种条件，而包含用例不需要。</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扩展用例的执行会改变基础用例的行为，而包含用例不会。</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36868" name="灯片编号占位符 3"/>
          <p:cNvSpPr txBox="1">
            <a:spLocks noGrp="1"/>
          </p:cNvSpPr>
          <p:nvPr>
            <p:ph type="sldNum" sz="quarter" idx="4"/>
          </p:nvPr>
        </p:nvSpPr>
        <p:spPr>
          <a:noFill/>
          <a:ln>
            <a:noFill/>
          </a:ln>
        </p:spPr>
        <p:txBody>
          <a:bodyPr anchor="ctr" anchorCtr="0"/>
          <a:p>
            <a:pPr marL="0" indent="0" algn="ctr" eaLnBrk="1" hangingPunct="1">
              <a:spcBef>
                <a:spcPct val="0"/>
              </a:spcBef>
              <a:buClrTx/>
              <a:buSzTx/>
              <a:buFontTx/>
              <a:buChar char="•"/>
            </a:pPr>
            <a:fld id="{9A0DB2DC-4C9A-4742-B13C-FB6460FD3503}" type="slidenum">
              <a:rPr lang="zh-CN" altLang="en-US" sz="1400" dirty="0">
                <a:solidFill>
                  <a:srgbClr val="FFFFFF"/>
                </a:solidFill>
                <a:ea typeface="宋体" panose="02010600030101010101" pitchFamily="2" charset="-122"/>
              </a:rPr>
            </a:fld>
            <a:endParaRPr lang="zh-CN" altLang="en-US" sz="1400" dirty="0">
              <a:solidFill>
                <a:srgbClr val="FFFFFF"/>
              </a:solidFill>
              <a:ea typeface="宋体" panose="02010600030101010101" pitchFamily="2" charset="-122"/>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commondata" val="eyJoZGlkIjoiYmY2NzBjNDUzZjAyN2ZkZDE4YTFlYWIyZDBjMWQwODQifQ=="/>
  <p:tag name="KSO_WPP_MARK_KEY" val="7eda8459-a8b8-49da-97a0-7e6e1e4ba124"/>
  <p:tag name="COMMONDATA" val="eyJoZGlkIjoiMWJmYmVhMGQ2YWQwOTc0ZDFkYmVkZTE0NzFkNThlYzIifQ=="/>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凸显">
  <a:themeElements>
    <a:clrScheme name="凸显">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凸显">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凸显">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凸显">
  <a:themeElements>
    <a:clrScheme name="凸显">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凸显">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凸显">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Oriel</Template>
  <TotalTime>0</TotalTime>
  <Words>3803</Words>
  <Application>WPS 演示</Application>
  <PresentationFormat>全屏显示(4:3)</PresentationFormat>
  <Paragraphs>428</Paragraphs>
  <Slides>32</Slides>
  <Notes>0</Notes>
  <HiddenSlides>0</HiddenSlides>
  <MMClips>0</MMClips>
  <ScaleCrop>false</ScaleCrop>
  <HeadingPairs>
    <vt:vector size="8" baseType="variant">
      <vt:variant>
        <vt:lpstr>已用的字体</vt:lpstr>
      </vt:variant>
      <vt:variant>
        <vt:i4>18</vt:i4>
      </vt:variant>
      <vt:variant>
        <vt:lpstr>主题</vt:lpstr>
      </vt:variant>
      <vt:variant>
        <vt:i4>2</vt:i4>
      </vt:variant>
      <vt:variant>
        <vt:lpstr>嵌入 OLE 服务器</vt:lpstr>
      </vt:variant>
      <vt:variant>
        <vt:i4>1</vt:i4>
      </vt:variant>
      <vt:variant>
        <vt:lpstr>幻灯片标题</vt:lpstr>
      </vt:variant>
      <vt:variant>
        <vt:i4>32</vt:i4>
      </vt:variant>
    </vt:vector>
  </HeadingPairs>
  <TitlesOfParts>
    <vt:vector size="53" baseType="lpstr">
      <vt:lpstr>Arial</vt:lpstr>
      <vt:lpstr>宋体</vt:lpstr>
      <vt:lpstr>Wingdings</vt:lpstr>
      <vt:lpstr>Times New Roman</vt:lpstr>
      <vt:lpstr>Wingdings 2</vt:lpstr>
      <vt:lpstr>Wingdings</vt:lpstr>
      <vt:lpstr>DFKai-SB</vt:lpstr>
      <vt:lpstr>Yu Gothic</vt:lpstr>
      <vt:lpstr>仿宋_GB2312</vt:lpstr>
      <vt:lpstr>仿宋</vt:lpstr>
      <vt:lpstr>Century Schoolbook</vt:lpstr>
      <vt:lpstr>微软雅黑</vt:lpstr>
      <vt:lpstr>Arial Unicode MS</vt:lpstr>
      <vt:lpstr>华文楷体</vt:lpstr>
      <vt:lpstr>华文宋体</vt:lpstr>
      <vt:lpstr>Wingdings 2</vt:lpstr>
      <vt:lpstr>PMingLiU</vt:lpstr>
      <vt:lpstr>ksdb</vt:lpstr>
      <vt:lpstr>凸显</vt:lpstr>
      <vt:lpstr>1_凸显</vt:lpstr>
      <vt:lpstr>Excel.Chart.8</vt:lpstr>
      <vt:lpstr>软件系统分析与设计 Software System Analysis and Design</vt:lpstr>
      <vt:lpstr>学习目标</vt:lpstr>
      <vt:lpstr>4.1 需求分析</vt:lpstr>
      <vt:lpstr>4.1 需求分析</vt:lpstr>
      <vt:lpstr>4.1 需求分析</vt:lpstr>
      <vt:lpstr>4.1 需求分析</vt:lpstr>
      <vt:lpstr>4.1 需求分析</vt:lpstr>
      <vt:lpstr>4.1 需求分析</vt:lpstr>
      <vt:lpstr>4.1 需求分析</vt:lpstr>
      <vt:lpstr>4.1 需求分析</vt:lpstr>
      <vt:lpstr>4.2 用例图</vt:lpstr>
      <vt:lpstr>4.2 用例图</vt:lpstr>
      <vt:lpstr>4.2 用例图</vt:lpstr>
      <vt:lpstr>4.2 用例图</vt:lpstr>
      <vt:lpstr>4.2 用例图</vt:lpstr>
      <vt:lpstr>4.2 用例图</vt:lpstr>
      <vt:lpstr>4.2 用例图</vt:lpstr>
      <vt:lpstr>4.2 用例图</vt:lpstr>
      <vt:lpstr>4.2 用例图</vt:lpstr>
      <vt:lpstr>4.2 用例图</vt:lpstr>
      <vt:lpstr>4.2 用例图</vt:lpstr>
      <vt:lpstr>4.2 用例图</vt:lpstr>
      <vt:lpstr>4.2 用例图</vt:lpstr>
      <vt:lpstr>4.2 用例图</vt:lpstr>
      <vt:lpstr>4.2 用例图</vt:lpstr>
      <vt:lpstr>4.2 用例图</vt:lpstr>
      <vt:lpstr>4.2 用例图</vt:lpstr>
      <vt:lpstr>4.2 用例图</vt:lpstr>
      <vt:lpstr>4.2 用例图</vt:lpstr>
      <vt:lpstr>4.2 用例图</vt:lpstr>
      <vt:lpstr>4.2 用例图</vt:lpstr>
      <vt:lpstr>4.2 用例图</vt:lpstr>
    </vt:vector>
  </TitlesOfParts>
  <Company>elite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绪论 1.1  程序设计与程序设计语言</dc:title>
  <dc:creator>shasha</dc:creator>
  <cp:lastModifiedBy>65187</cp:lastModifiedBy>
  <cp:revision>610</cp:revision>
  <cp:lastPrinted>2023-10-20T14:51:00Z</cp:lastPrinted>
  <dcterms:created xsi:type="dcterms:W3CDTF">2023-10-20T14:51:00Z</dcterms:created>
  <dcterms:modified xsi:type="dcterms:W3CDTF">2025-04-11T08:02:01Z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49ED6EA7B28F469093D013436ACB47DB_12</vt:lpwstr>
  </property>
  <property fmtid="{D5CDD505-2E9C-101B-9397-08002B2CF9AE}" pid="3" name="KSOProductBuildVer">
    <vt:lpwstr>2052-11.1.0.12165</vt:lpwstr>
  </property>
</Properties>
</file>